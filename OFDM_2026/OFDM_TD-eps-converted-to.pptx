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553200" cy="3073400"/>
  <p:notesSz cx="6553200" cy="307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11" d="100"/>
          <a:sy n="311" d="100"/>
        </p:scale>
        <p:origin x="25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1490" y="952754"/>
            <a:ext cx="5570220" cy="645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82980" y="1721104"/>
            <a:ext cx="4587240" cy="768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7660" y="706882"/>
            <a:ext cx="2850642" cy="2028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374898" y="706882"/>
            <a:ext cx="2850642" cy="2028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3439" y="231710"/>
            <a:ext cx="0" cy="2391410"/>
          </a:xfrm>
          <a:custGeom>
            <a:avLst/>
            <a:gdLst/>
            <a:ahLst/>
            <a:cxnLst/>
            <a:rect l="l" t="t" r="r" b="b"/>
            <a:pathLst>
              <a:path h="2391410">
                <a:moveTo>
                  <a:pt x="0" y="2390979"/>
                </a:moveTo>
                <a:lnTo>
                  <a:pt x="0" y="0"/>
                </a:lnTo>
              </a:path>
            </a:pathLst>
          </a:custGeom>
          <a:ln w="6347">
            <a:solidFill>
              <a:srgbClr val="DED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99258" y="231710"/>
            <a:ext cx="0" cy="2391410"/>
          </a:xfrm>
          <a:custGeom>
            <a:avLst/>
            <a:gdLst/>
            <a:ahLst/>
            <a:cxnLst/>
            <a:rect l="l" t="t" r="r" b="b"/>
            <a:pathLst>
              <a:path h="2391410">
                <a:moveTo>
                  <a:pt x="0" y="2390979"/>
                </a:moveTo>
                <a:lnTo>
                  <a:pt x="0" y="0"/>
                </a:lnTo>
              </a:path>
            </a:pathLst>
          </a:custGeom>
          <a:ln w="6347">
            <a:solidFill>
              <a:srgbClr val="DED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545082" y="231710"/>
            <a:ext cx="0" cy="2391410"/>
          </a:xfrm>
          <a:custGeom>
            <a:avLst/>
            <a:gdLst/>
            <a:ahLst/>
            <a:cxnLst/>
            <a:rect l="l" t="t" r="r" b="b"/>
            <a:pathLst>
              <a:path h="2391410">
                <a:moveTo>
                  <a:pt x="0" y="2390979"/>
                </a:moveTo>
                <a:lnTo>
                  <a:pt x="0" y="0"/>
                </a:lnTo>
              </a:path>
            </a:pathLst>
          </a:custGeom>
          <a:ln w="6347">
            <a:solidFill>
              <a:srgbClr val="DED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90906" y="231710"/>
            <a:ext cx="0" cy="2391410"/>
          </a:xfrm>
          <a:custGeom>
            <a:avLst/>
            <a:gdLst/>
            <a:ahLst/>
            <a:cxnLst/>
            <a:rect l="l" t="t" r="r" b="b"/>
            <a:pathLst>
              <a:path h="2391410">
                <a:moveTo>
                  <a:pt x="0" y="2390979"/>
                </a:moveTo>
                <a:lnTo>
                  <a:pt x="0" y="0"/>
                </a:lnTo>
              </a:path>
            </a:pathLst>
          </a:custGeom>
          <a:ln w="6347">
            <a:solidFill>
              <a:srgbClr val="DED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236717" y="231710"/>
            <a:ext cx="0" cy="2391410"/>
          </a:xfrm>
          <a:custGeom>
            <a:avLst/>
            <a:gdLst/>
            <a:ahLst/>
            <a:cxnLst/>
            <a:rect l="l" t="t" r="r" b="b"/>
            <a:pathLst>
              <a:path h="2391410">
                <a:moveTo>
                  <a:pt x="0" y="2390979"/>
                </a:moveTo>
                <a:lnTo>
                  <a:pt x="0" y="0"/>
                </a:lnTo>
              </a:path>
            </a:pathLst>
          </a:custGeom>
          <a:ln w="6347">
            <a:solidFill>
              <a:srgbClr val="DED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082541" y="231710"/>
            <a:ext cx="0" cy="2391410"/>
          </a:xfrm>
          <a:custGeom>
            <a:avLst/>
            <a:gdLst/>
            <a:ahLst/>
            <a:cxnLst/>
            <a:rect l="l" t="t" r="r" b="b"/>
            <a:pathLst>
              <a:path h="2391410">
                <a:moveTo>
                  <a:pt x="0" y="2390979"/>
                </a:moveTo>
                <a:lnTo>
                  <a:pt x="0" y="0"/>
                </a:lnTo>
              </a:path>
            </a:pathLst>
          </a:custGeom>
          <a:ln w="6347">
            <a:solidFill>
              <a:srgbClr val="DED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53439" y="231710"/>
            <a:ext cx="5074920" cy="2391410"/>
          </a:xfrm>
          <a:custGeom>
            <a:avLst/>
            <a:gdLst/>
            <a:ahLst/>
            <a:cxnLst/>
            <a:rect l="l" t="t" r="r" b="b"/>
            <a:pathLst>
              <a:path w="5074920" h="2391410">
                <a:moveTo>
                  <a:pt x="5074926" y="2390979"/>
                </a:moveTo>
                <a:lnTo>
                  <a:pt x="5074926" y="0"/>
                </a:lnTo>
              </a:path>
              <a:path w="5074920" h="2391410">
                <a:moveTo>
                  <a:pt x="5074926" y="2390979"/>
                </a:moveTo>
                <a:lnTo>
                  <a:pt x="0" y="2390979"/>
                </a:lnTo>
              </a:path>
              <a:path w="5074920" h="2391410">
                <a:moveTo>
                  <a:pt x="5074926" y="1793235"/>
                </a:moveTo>
                <a:lnTo>
                  <a:pt x="0" y="1793235"/>
                </a:lnTo>
              </a:path>
              <a:path w="5074920" h="2391410">
                <a:moveTo>
                  <a:pt x="5074926" y="1195483"/>
                </a:moveTo>
                <a:lnTo>
                  <a:pt x="0" y="1195483"/>
                </a:lnTo>
              </a:path>
              <a:path w="5074920" h="2391410">
                <a:moveTo>
                  <a:pt x="5074926" y="597741"/>
                </a:moveTo>
                <a:lnTo>
                  <a:pt x="0" y="597741"/>
                </a:lnTo>
              </a:path>
              <a:path w="5074920" h="2391410">
                <a:moveTo>
                  <a:pt x="5074926" y="0"/>
                </a:moveTo>
                <a:lnTo>
                  <a:pt x="0" y="0"/>
                </a:lnTo>
              </a:path>
            </a:pathLst>
          </a:custGeom>
          <a:ln w="6355">
            <a:solidFill>
              <a:srgbClr val="DED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53439" y="231710"/>
            <a:ext cx="5074920" cy="2391410"/>
          </a:xfrm>
          <a:custGeom>
            <a:avLst/>
            <a:gdLst/>
            <a:ahLst/>
            <a:cxnLst/>
            <a:rect l="l" t="t" r="r" b="b"/>
            <a:pathLst>
              <a:path w="5074920" h="2391410">
                <a:moveTo>
                  <a:pt x="0" y="2390979"/>
                </a:moveTo>
                <a:lnTo>
                  <a:pt x="5074926" y="2390979"/>
                </a:lnTo>
              </a:path>
              <a:path w="5074920" h="2391410">
                <a:moveTo>
                  <a:pt x="0" y="0"/>
                </a:moveTo>
                <a:lnTo>
                  <a:pt x="5074926" y="0"/>
                </a:lnTo>
              </a:path>
              <a:path w="5074920" h="2391410">
                <a:moveTo>
                  <a:pt x="0" y="2390979"/>
                </a:moveTo>
                <a:lnTo>
                  <a:pt x="0" y="2340104"/>
                </a:lnTo>
              </a:path>
              <a:path w="5074920" h="2391410">
                <a:moveTo>
                  <a:pt x="845818" y="2390979"/>
                </a:moveTo>
                <a:lnTo>
                  <a:pt x="845818" y="2340104"/>
                </a:lnTo>
              </a:path>
              <a:path w="5074920" h="2391410">
                <a:moveTo>
                  <a:pt x="1691642" y="2390979"/>
                </a:moveTo>
                <a:lnTo>
                  <a:pt x="1691642" y="2340104"/>
                </a:lnTo>
              </a:path>
              <a:path w="5074920" h="2391410">
                <a:moveTo>
                  <a:pt x="2537466" y="2390979"/>
                </a:moveTo>
                <a:lnTo>
                  <a:pt x="2537466" y="2340104"/>
                </a:lnTo>
              </a:path>
              <a:path w="5074920" h="2391410">
                <a:moveTo>
                  <a:pt x="3383278" y="2390979"/>
                </a:moveTo>
                <a:lnTo>
                  <a:pt x="3383278" y="2340104"/>
                </a:lnTo>
              </a:path>
              <a:path w="5074920" h="2391410">
                <a:moveTo>
                  <a:pt x="4229102" y="2390979"/>
                </a:moveTo>
                <a:lnTo>
                  <a:pt x="4229102" y="2340104"/>
                </a:lnTo>
              </a:path>
              <a:path w="5074920" h="2391410">
                <a:moveTo>
                  <a:pt x="5074926" y="2390979"/>
                </a:moveTo>
                <a:lnTo>
                  <a:pt x="5074926" y="2340104"/>
                </a:lnTo>
              </a:path>
              <a:path w="5074920" h="2391410">
                <a:moveTo>
                  <a:pt x="0" y="0"/>
                </a:moveTo>
                <a:lnTo>
                  <a:pt x="0" y="50875"/>
                </a:lnTo>
              </a:path>
              <a:path w="5074920" h="2391410">
                <a:moveTo>
                  <a:pt x="845818" y="0"/>
                </a:moveTo>
                <a:lnTo>
                  <a:pt x="845818" y="50875"/>
                </a:lnTo>
              </a:path>
              <a:path w="5074920" h="2391410">
                <a:moveTo>
                  <a:pt x="1691642" y="0"/>
                </a:moveTo>
                <a:lnTo>
                  <a:pt x="1691642" y="50875"/>
                </a:lnTo>
              </a:path>
              <a:path w="5074920" h="2391410">
                <a:moveTo>
                  <a:pt x="2537466" y="0"/>
                </a:moveTo>
                <a:lnTo>
                  <a:pt x="2537466" y="50875"/>
                </a:lnTo>
              </a:path>
              <a:path w="5074920" h="2391410">
                <a:moveTo>
                  <a:pt x="3383278" y="0"/>
                </a:moveTo>
                <a:lnTo>
                  <a:pt x="3383278" y="50875"/>
                </a:lnTo>
              </a:path>
              <a:path w="5074920" h="2391410">
                <a:moveTo>
                  <a:pt x="4229102" y="0"/>
                </a:moveTo>
                <a:lnTo>
                  <a:pt x="4229102" y="50875"/>
                </a:lnTo>
              </a:path>
              <a:path w="5074920" h="2391410">
                <a:moveTo>
                  <a:pt x="5074926" y="0"/>
                </a:moveTo>
                <a:lnTo>
                  <a:pt x="5074926" y="50875"/>
                </a:lnTo>
              </a:path>
              <a:path w="5074920" h="2391410">
                <a:moveTo>
                  <a:pt x="0" y="2390979"/>
                </a:moveTo>
                <a:lnTo>
                  <a:pt x="0" y="0"/>
                </a:lnTo>
              </a:path>
              <a:path w="5074920" h="2391410">
                <a:moveTo>
                  <a:pt x="5074926" y="2390979"/>
                </a:moveTo>
                <a:lnTo>
                  <a:pt x="5074926" y="0"/>
                </a:lnTo>
              </a:path>
              <a:path w="5074920" h="2391410">
                <a:moveTo>
                  <a:pt x="0" y="2390979"/>
                </a:moveTo>
                <a:lnTo>
                  <a:pt x="50750" y="2390979"/>
                </a:lnTo>
              </a:path>
              <a:path w="5074920" h="2391410">
                <a:moveTo>
                  <a:pt x="0" y="1793235"/>
                </a:moveTo>
                <a:lnTo>
                  <a:pt x="50750" y="1793235"/>
                </a:lnTo>
              </a:path>
              <a:path w="5074920" h="2391410">
                <a:moveTo>
                  <a:pt x="0" y="1195483"/>
                </a:moveTo>
                <a:lnTo>
                  <a:pt x="50750" y="1195483"/>
                </a:lnTo>
              </a:path>
              <a:path w="5074920" h="2391410">
                <a:moveTo>
                  <a:pt x="0" y="597741"/>
                </a:moveTo>
                <a:lnTo>
                  <a:pt x="50750" y="597741"/>
                </a:lnTo>
              </a:path>
              <a:path w="5074920" h="2391410">
                <a:moveTo>
                  <a:pt x="0" y="0"/>
                </a:moveTo>
                <a:lnTo>
                  <a:pt x="50750" y="0"/>
                </a:lnTo>
              </a:path>
              <a:path w="5074920" h="2391410">
                <a:moveTo>
                  <a:pt x="5074926" y="2390979"/>
                </a:moveTo>
                <a:lnTo>
                  <a:pt x="5024176" y="2390979"/>
                </a:lnTo>
              </a:path>
              <a:path w="5074920" h="2391410">
                <a:moveTo>
                  <a:pt x="5074926" y="1793235"/>
                </a:moveTo>
                <a:lnTo>
                  <a:pt x="5024176" y="1793235"/>
                </a:lnTo>
              </a:path>
              <a:path w="5074920" h="2391410">
                <a:moveTo>
                  <a:pt x="5074926" y="1195483"/>
                </a:moveTo>
                <a:lnTo>
                  <a:pt x="5024176" y="1195483"/>
                </a:lnTo>
              </a:path>
              <a:path w="5074920" h="2391410">
                <a:moveTo>
                  <a:pt x="5074926" y="597741"/>
                </a:moveTo>
                <a:lnTo>
                  <a:pt x="5024176" y="597741"/>
                </a:lnTo>
              </a:path>
              <a:path w="5074920" h="2391410">
                <a:moveTo>
                  <a:pt x="5074926" y="0"/>
                </a:moveTo>
                <a:lnTo>
                  <a:pt x="5024176" y="0"/>
                </a:lnTo>
              </a:path>
            </a:pathLst>
          </a:custGeom>
          <a:ln w="635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3439" y="231710"/>
            <a:ext cx="4229100" cy="2391410"/>
          </a:xfrm>
          <a:custGeom>
            <a:avLst/>
            <a:gdLst/>
            <a:ahLst/>
            <a:cxnLst/>
            <a:rect l="l" t="t" r="r" b="b"/>
            <a:pathLst>
              <a:path w="4229100" h="2391410">
                <a:moveTo>
                  <a:pt x="0" y="1195483"/>
                </a:moveTo>
                <a:lnTo>
                  <a:pt x="427" y="1194352"/>
                </a:lnTo>
                <a:lnTo>
                  <a:pt x="848" y="1193233"/>
                </a:lnTo>
                <a:lnTo>
                  <a:pt x="1276" y="1192101"/>
                </a:lnTo>
                <a:lnTo>
                  <a:pt x="1692" y="1190982"/>
                </a:lnTo>
                <a:lnTo>
                  <a:pt x="2118" y="1189850"/>
                </a:lnTo>
                <a:lnTo>
                  <a:pt x="2535" y="1188731"/>
                </a:lnTo>
                <a:lnTo>
                  <a:pt x="2966" y="1187600"/>
                </a:lnTo>
                <a:lnTo>
                  <a:pt x="3384" y="1186468"/>
                </a:lnTo>
                <a:lnTo>
                  <a:pt x="3810" y="1185349"/>
                </a:lnTo>
                <a:lnTo>
                  <a:pt x="4227" y="1184217"/>
                </a:lnTo>
                <a:lnTo>
                  <a:pt x="4658" y="1183085"/>
                </a:lnTo>
                <a:lnTo>
                  <a:pt x="5074" y="1181966"/>
                </a:lnTo>
                <a:lnTo>
                  <a:pt x="5502" y="1180835"/>
                </a:lnTo>
                <a:lnTo>
                  <a:pt x="5918" y="1179716"/>
                </a:lnTo>
                <a:lnTo>
                  <a:pt x="6345" y="1178584"/>
                </a:lnTo>
                <a:lnTo>
                  <a:pt x="6767" y="1177465"/>
                </a:lnTo>
                <a:lnTo>
                  <a:pt x="7194" y="1176333"/>
                </a:lnTo>
                <a:lnTo>
                  <a:pt x="7610" y="1175202"/>
                </a:lnTo>
                <a:lnTo>
                  <a:pt x="8036" y="1174070"/>
                </a:lnTo>
                <a:lnTo>
                  <a:pt x="8459" y="1172951"/>
                </a:lnTo>
                <a:lnTo>
                  <a:pt x="8885" y="1171819"/>
                </a:lnTo>
                <a:lnTo>
                  <a:pt x="9302" y="1170700"/>
                </a:lnTo>
                <a:lnTo>
                  <a:pt x="9728" y="1169569"/>
                </a:lnTo>
                <a:lnTo>
                  <a:pt x="10151" y="1168450"/>
                </a:lnTo>
                <a:lnTo>
                  <a:pt x="10577" y="1167318"/>
                </a:lnTo>
                <a:lnTo>
                  <a:pt x="10993" y="1166199"/>
                </a:lnTo>
                <a:lnTo>
                  <a:pt x="11420" y="1165067"/>
                </a:lnTo>
                <a:lnTo>
                  <a:pt x="11842" y="1163936"/>
                </a:lnTo>
                <a:lnTo>
                  <a:pt x="12269" y="1162817"/>
                </a:lnTo>
                <a:lnTo>
                  <a:pt x="12685" y="1161685"/>
                </a:lnTo>
                <a:lnTo>
                  <a:pt x="13111" y="1160566"/>
                </a:lnTo>
                <a:lnTo>
                  <a:pt x="13534" y="1159434"/>
                </a:lnTo>
                <a:lnTo>
                  <a:pt x="13960" y="1158315"/>
                </a:lnTo>
                <a:lnTo>
                  <a:pt x="14377" y="1157183"/>
                </a:lnTo>
                <a:lnTo>
                  <a:pt x="14803" y="1156052"/>
                </a:lnTo>
                <a:lnTo>
                  <a:pt x="15226" y="1154933"/>
                </a:lnTo>
                <a:lnTo>
                  <a:pt x="15652" y="1153801"/>
                </a:lnTo>
                <a:lnTo>
                  <a:pt x="16068" y="1152682"/>
                </a:lnTo>
                <a:lnTo>
                  <a:pt x="16495" y="1151550"/>
                </a:lnTo>
                <a:lnTo>
                  <a:pt x="16916" y="1150431"/>
                </a:lnTo>
                <a:lnTo>
                  <a:pt x="17344" y="1149300"/>
                </a:lnTo>
                <a:lnTo>
                  <a:pt x="17760" y="1148181"/>
                </a:lnTo>
                <a:lnTo>
                  <a:pt x="18186" y="1147049"/>
                </a:lnTo>
                <a:lnTo>
                  <a:pt x="18609" y="1145917"/>
                </a:lnTo>
                <a:lnTo>
                  <a:pt x="19035" y="1144798"/>
                </a:lnTo>
                <a:lnTo>
                  <a:pt x="19452" y="1143679"/>
                </a:lnTo>
                <a:lnTo>
                  <a:pt x="19878" y="1142548"/>
                </a:lnTo>
                <a:lnTo>
                  <a:pt x="20301" y="1141429"/>
                </a:lnTo>
                <a:lnTo>
                  <a:pt x="20727" y="1140297"/>
                </a:lnTo>
                <a:lnTo>
                  <a:pt x="21144" y="1139165"/>
                </a:lnTo>
                <a:lnTo>
                  <a:pt x="21570" y="1138046"/>
                </a:lnTo>
                <a:lnTo>
                  <a:pt x="21991" y="1136915"/>
                </a:lnTo>
                <a:lnTo>
                  <a:pt x="22419" y="1135796"/>
                </a:lnTo>
                <a:lnTo>
                  <a:pt x="22835" y="1134664"/>
                </a:lnTo>
                <a:lnTo>
                  <a:pt x="23262" y="1133532"/>
                </a:lnTo>
                <a:lnTo>
                  <a:pt x="23684" y="1132413"/>
                </a:lnTo>
                <a:lnTo>
                  <a:pt x="24110" y="1131294"/>
                </a:lnTo>
                <a:lnTo>
                  <a:pt x="24527" y="1130162"/>
                </a:lnTo>
                <a:lnTo>
                  <a:pt x="24953" y="1129043"/>
                </a:lnTo>
                <a:lnTo>
                  <a:pt x="25376" y="1127912"/>
                </a:lnTo>
                <a:lnTo>
                  <a:pt x="25802" y="1126793"/>
                </a:lnTo>
                <a:lnTo>
                  <a:pt x="26219" y="1125661"/>
                </a:lnTo>
                <a:lnTo>
                  <a:pt x="26645" y="1124542"/>
                </a:lnTo>
                <a:lnTo>
                  <a:pt x="27066" y="1123410"/>
                </a:lnTo>
                <a:lnTo>
                  <a:pt x="27494" y="1122291"/>
                </a:lnTo>
                <a:lnTo>
                  <a:pt x="27910" y="1121160"/>
                </a:lnTo>
                <a:lnTo>
                  <a:pt x="28337" y="1120041"/>
                </a:lnTo>
                <a:lnTo>
                  <a:pt x="28759" y="1118909"/>
                </a:lnTo>
                <a:lnTo>
                  <a:pt x="29185" y="1117790"/>
                </a:lnTo>
                <a:lnTo>
                  <a:pt x="29602" y="1116671"/>
                </a:lnTo>
                <a:lnTo>
                  <a:pt x="30028" y="1115539"/>
                </a:lnTo>
                <a:lnTo>
                  <a:pt x="30451" y="1114420"/>
                </a:lnTo>
                <a:lnTo>
                  <a:pt x="30877" y="1113289"/>
                </a:lnTo>
                <a:lnTo>
                  <a:pt x="31294" y="1112170"/>
                </a:lnTo>
                <a:lnTo>
                  <a:pt x="31720" y="1111051"/>
                </a:lnTo>
                <a:lnTo>
                  <a:pt x="32141" y="1109932"/>
                </a:lnTo>
                <a:lnTo>
                  <a:pt x="32569" y="1108800"/>
                </a:lnTo>
                <a:lnTo>
                  <a:pt x="32985" y="1107668"/>
                </a:lnTo>
                <a:lnTo>
                  <a:pt x="33412" y="1106549"/>
                </a:lnTo>
                <a:lnTo>
                  <a:pt x="33833" y="1105430"/>
                </a:lnTo>
                <a:lnTo>
                  <a:pt x="34260" y="1104299"/>
                </a:lnTo>
                <a:lnTo>
                  <a:pt x="34677" y="1103180"/>
                </a:lnTo>
                <a:lnTo>
                  <a:pt x="35103" y="1102061"/>
                </a:lnTo>
                <a:lnTo>
                  <a:pt x="35526" y="1100942"/>
                </a:lnTo>
                <a:lnTo>
                  <a:pt x="35952" y="1099810"/>
                </a:lnTo>
                <a:lnTo>
                  <a:pt x="36369" y="1098691"/>
                </a:lnTo>
                <a:lnTo>
                  <a:pt x="36795" y="1097559"/>
                </a:lnTo>
                <a:lnTo>
                  <a:pt x="37216" y="1096440"/>
                </a:lnTo>
                <a:lnTo>
                  <a:pt x="37644" y="1095321"/>
                </a:lnTo>
                <a:lnTo>
                  <a:pt x="38060" y="1094190"/>
                </a:lnTo>
                <a:lnTo>
                  <a:pt x="38487" y="1093071"/>
                </a:lnTo>
                <a:lnTo>
                  <a:pt x="38914" y="1091952"/>
                </a:lnTo>
                <a:lnTo>
                  <a:pt x="39336" y="1090820"/>
                </a:lnTo>
                <a:lnTo>
                  <a:pt x="39762" y="1089701"/>
                </a:lnTo>
                <a:lnTo>
                  <a:pt x="40178" y="1088582"/>
                </a:lnTo>
                <a:lnTo>
                  <a:pt x="40606" y="1087463"/>
                </a:lnTo>
                <a:lnTo>
                  <a:pt x="41027" y="1086331"/>
                </a:lnTo>
                <a:lnTo>
                  <a:pt x="41454" y="1085212"/>
                </a:lnTo>
                <a:lnTo>
                  <a:pt x="41870" y="1084093"/>
                </a:lnTo>
                <a:lnTo>
                  <a:pt x="42296" y="1082974"/>
                </a:lnTo>
                <a:lnTo>
                  <a:pt x="42719" y="1081855"/>
                </a:lnTo>
                <a:lnTo>
                  <a:pt x="43145" y="1080736"/>
                </a:lnTo>
                <a:lnTo>
                  <a:pt x="43562" y="1079605"/>
                </a:lnTo>
                <a:lnTo>
                  <a:pt x="43988" y="1078486"/>
                </a:lnTo>
                <a:lnTo>
                  <a:pt x="44411" y="1077367"/>
                </a:lnTo>
                <a:lnTo>
                  <a:pt x="44837" y="1076248"/>
                </a:lnTo>
                <a:lnTo>
                  <a:pt x="45253" y="1075129"/>
                </a:lnTo>
                <a:lnTo>
                  <a:pt x="45681" y="1073997"/>
                </a:lnTo>
                <a:lnTo>
                  <a:pt x="46102" y="1072878"/>
                </a:lnTo>
                <a:lnTo>
                  <a:pt x="46529" y="1071759"/>
                </a:lnTo>
                <a:lnTo>
                  <a:pt x="46945" y="1070640"/>
                </a:lnTo>
                <a:lnTo>
                  <a:pt x="47373" y="1069508"/>
                </a:lnTo>
                <a:lnTo>
                  <a:pt x="47794" y="1068402"/>
                </a:lnTo>
                <a:lnTo>
                  <a:pt x="48220" y="1067270"/>
                </a:lnTo>
                <a:lnTo>
                  <a:pt x="48637" y="1066151"/>
                </a:lnTo>
                <a:lnTo>
                  <a:pt x="49063" y="1065045"/>
                </a:lnTo>
                <a:lnTo>
                  <a:pt x="49486" y="1063913"/>
                </a:lnTo>
                <a:lnTo>
                  <a:pt x="49912" y="1062794"/>
                </a:lnTo>
                <a:lnTo>
                  <a:pt x="50329" y="1061675"/>
                </a:lnTo>
                <a:lnTo>
                  <a:pt x="50756" y="1060556"/>
                </a:lnTo>
                <a:lnTo>
                  <a:pt x="51177" y="1059437"/>
                </a:lnTo>
                <a:lnTo>
                  <a:pt x="51604" y="1058319"/>
                </a:lnTo>
                <a:lnTo>
                  <a:pt x="52020" y="1057200"/>
                </a:lnTo>
                <a:lnTo>
                  <a:pt x="52448" y="1056081"/>
                </a:lnTo>
                <a:lnTo>
                  <a:pt x="52869" y="1054962"/>
                </a:lnTo>
                <a:lnTo>
                  <a:pt x="53295" y="1053843"/>
                </a:lnTo>
                <a:lnTo>
                  <a:pt x="53712" y="1052724"/>
                </a:lnTo>
                <a:lnTo>
                  <a:pt x="54138" y="1051605"/>
                </a:lnTo>
                <a:lnTo>
                  <a:pt x="54561" y="1050486"/>
                </a:lnTo>
                <a:lnTo>
                  <a:pt x="54987" y="1049367"/>
                </a:lnTo>
                <a:lnTo>
                  <a:pt x="55404" y="1048248"/>
                </a:lnTo>
                <a:lnTo>
                  <a:pt x="55831" y="1047141"/>
                </a:lnTo>
                <a:lnTo>
                  <a:pt x="56252" y="1046010"/>
                </a:lnTo>
                <a:lnTo>
                  <a:pt x="56679" y="1044891"/>
                </a:lnTo>
                <a:lnTo>
                  <a:pt x="57095" y="1043784"/>
                </a:lnTo>
                <a:lnTo>
                  <a:pt x="57523" y="1042653"/>
                </a:lnTo>
                <a:lnTo>
                  <a:pt x="57944" y="1041534"/>
                </a:lnTo>
                <a:lnTo>
                  <a:pt x="58370" y="1040427"/>
                </a:lnTo>
                <a:lnTo>
                  <a:pt x="58787" y="1039296"/>
                </a:lnTo>
                <a:lnTo>
                  <a:pt x="59213" y="1038189"/>
                </a:lnTo>
                <a:lnTo>
                  <a:pt x="59636" y="1037070"/>
                </a:lnTo>
                <a:lnTo>
                  <a:pt x="60062" y="1035964"/>
                </a:lnTo>
                <a:lnTo>
                  <a:pt x="60479" y="1034845"/>
                </a:lnTo>
                <a:lnTo>
                  <a:pt x="60905" y="1033726"/>
                </a:lnTo>
                <a:lnTo>
                  <a:pt x="61327" y="1032607"/>
                </a:lnTo>
                <a:lnTo>
                  <a:pt x="61754" y="1031488"/>
                </a:lnTo>
                <a:lnTo>
                  <a:pt x="62170" y="1030369"/>
                </a:lnTo>
                <a:lnTo>
                  <a:pt x="62598" y="1029250"/>
                </a:lnTo>
                <a:lnTo>
                  <a:pt x="63019" y="1028144"/>
                </a:lnTo>
                <a:lnTo>
                  <a:pt x="63445" y="1027025"/>
                </a:lnTo>
                <a:lnTo>
                  <a:pt x="63862" y="1025906"/>
                </a:lnTo>
                <a:lnTo>
                  <a:pt x="64288" y="1024800"/>
                </a:lnTo>
                <a:lnTo>
                  <a:pt x="64711" y="1023681"/>
                </a:lnTo>
                <a:lnTo>
                  <a:pt x="65137" y="1022575"/>
                </a:lnTo>
                <a:lnTo>
                  <a:pt x="65554" y="1021456"/>
                </a:lnTo>
                <a:lnTo>
                  <a:pt x="65980" y="1020337"/>
                </a:lnTo>
                <a:lnTo>
                  <a:pt x="66402" y="1019218"/>
                </a:lnTo>
                <a:lnTo>
                  <a:pt x="66829" y="1018099"/>
                </a:lnTo>
                <a:lnTo>
                  <a:pt x="67245" y="1016992"/>
                </a:lnTo>
                <a:lnTo>
                  <a:pt x="67673" y="1015873"/>
                </a:lnTo>
                <a:lnTo>
                  <a:pt x="68094" y="1014767"/>
                </a:lnTo>
                <a:lnTo>
                  <a:pt x="68521" y="1013648"/>
                </a:lnTo>
                <a:lnTo>
                  <a:pt x="68937" y="1012542"/>
                </a:lnTo>
                <a:lnTo>
                  <a:pt x="69363" y="1011423"/>
                </a:lnTo>
                <a:lnTo>
                  <a:pt x="69786" y="1010304"/>
                </a:lnTo>
                <a:lnTo>
                  <a:pt x="70212" y="1009198"/>
                </a:lnTo>
                <a:lnTo>
                  <a:pt x="70629" y="1008079"/>
                </a:lnTo>
                <a:lnTo>
                  <a:pt x="71055" y="1006972"/>
                </a:lnTo>
                <a:lnTo>
                  <a:pt x="71478" y="1005866"/>
                </a:lnTo>
                <a:lnTo>
                  <a:pt x="71904" y="1004747"/>
                </a:lnTo>
                <a:lnTo>
                  <a:pt x="72320" y="1003628"/>
                </a:lnTo>
                <a:lnTo>
                  <a:pt x="72747" y="1002522"/>
                </a:lnTo>
                <a:lnTo>
                  <a:pt x="73169" y="1001403"/>
                </a:lnTo>
                <a:lnTo>
                  <a:pt x="73596" y="1000297"/>
                </a:lnTo>
                <a:lnTo>
                  <a:pt x="74012" y="999178"/>
                </a:lnTo>
                <a:lnTo>
                  <a:pt x="74438" y="998071"/>
                </a:lnTo>
                <a:lnTo>
                  <a:pt x="74861" y="996965"/>
                </a:lnTo>
                <a:lnTo>
                  <a:pt x="75287" y="995859"/>
                </a:lnTo>
                <a:lnTo>
                  <a:pt x="75704" y="994740"/>
                </a:lnTo>
                <a:lnTo>
                  <a:pt x="76130" y="993633"/>
                </a:lnTo>
                <a:lnTo>
                  <a:pt x="76558" y="992515"/>
                </a:lnTo>
                <a:lnTo>
                  <a:pt x="76979" y="991408"/>
                </a:lnTo>
                <a:lnTo>
                  <a:pt x="77405" y="990302"/>
                </a:lnTo>
                <a:lnTo>
                  <a:pt x="77822" y="989196"/>
                </a:lnTo>
                <a:lnTo>
                  <a:pt x="78249" y="988077"/>
                </a:lnTo>
                <a:lnTo>
                  <a:pt x="78671" y="986970"/>
                </a:lnTo>
                <a:lnTo>
                  <a:pt x="79097" y="985864"/>
                </a:lnTo>
                <a:lnTo>
                  <a:pt x="79515" y="984758"/>
                </a:lnTo>
                <a:lnTo>
                  <a:pt x="79941" y="983639"/>
                </a:lnTo>
                <a:lnTo>
                  <a:pt x="80362" y="982533"/>
                </a:lnTo>
                <a:lnTo>
                  <a:pt x="80789" y="981426"/>
                </a:lnTo>
                <a:lnTo>
                  <a:pt x="81205" y="980320"/>
                </a:lnTo>
                <a:lnTo>
                  <a:pt x="81633" y="979214"/>
                </a:lnTo>
                <a:lnTo>
                  <a:pt x="82054" y="978095"/>
                </a:lnTo>
                <a:lnTo>
                  <a:pt x="82480" y="976989"/>
                </a:lnTo>
                <a:lnTo>
                  <a:pt x="82897" y="975882"/>
                </a:lnTo>
                <a:lnTo>
                  <a:pt x="83324" y="974776"/>
                </a:lnTo>
                <a:lnTo>
                  <a:pt x="83746" y="973670"/>
                </a:lnTo>
                <a:lnTo>
                  <a:pt x="84172" y="972564"/>
                </a:lnTo>
                <a:lnTo>
                  <a:pt x="84590" y="971457"/>
                </a:lnTo>
                <a:lnTo>
                  <a:pt x="85016" y="970351"/>
                </a:lnTo>
                <a:lnTo>
                  <a:pt x="85437" y="969245"/>
                </a:lnTo>
                <a:lnTo>
                  <a:pt x="85864" y="968138"/>
                </a:lnTo>
                <a:lnTo>
                  <a:pt x="86280" y="967032"/>
                </a:lnTo>
                <a:lnTo>
                  <a:pt x="86708" y="965926"/>
                </a:lnTo>
                <a:lnTo>
                  <a:pt x="87129" y="964820"/>
                </a:lnTo>
                <a:lnTo>
                  <a:pt x="87555" y="963701"/>
                </a:lnTo>
                <a:lnTo>
                  <a:pt x="87972" y="962607"/>
                </a:lnTo>
                <a:lnTo>
                  <a:pt x="88399" y="961501"/>
                </a:lnTo>
                <a:lnTo>
                  <a:pt x="88821" y="960395"/>
                </a:lnTo>
                <a:lnTo>
                  <a:pt x="89247" y="959288"/>
                </a:lnTo>
                <a:lnTo>
                  <a:pt x="89664" y="958182"/>
                </a:lnTo>
                <a:lnTo>
                  <a:pt x="90091" y="957076"/>
                </a:lnTo>
                <a:lnTo>
                  <a:pt x="90512" y="955982"/>
                </a:lnTo>
                <a:lnTo>
                  <a:pt x="90939" y="954876"/>
                </a:lnTo>
                <a:lnTo>
                  <a:pt x="91355" y="953770"/>
                </a:lnTo>
                <a:lnTo>
                  <a:pt x="91783" y="952663"/>
                </a:lnTo>
                <a:lnTo>
                  <a:pt x="92204" y="951557"/>
                </a:lnTo>
                <a:lnTo>
                  <a:pt x="92630" y="950464"/>
                </a:lnTo>
                <a:lnTo>
                  <a:pt x="93047" y="949357"/>
                </a:lnTo>
                <a:lnTo>
                  <a:pt x="93474" y="948251"/>
                </a:lnTo>
                <a:lnTo>
                  <a:pt x="93896" y="947157"/>
                </a:lnTo>
                <a:lnTo>
                  <a:pt x="94322" y="946051"/>
                </a:lnTo>
                <a:lnTo>
                  <a:pt x="94739" y="944945"/>
                </a:lnTo>
                <a:lnTo>
                  <a:pt x="95166" y="943851"/>
                </a:lnTo>
                <a:lnTo>
                  <a:pt x="95587" y="942745"/>
                </a:lnTo>
                <a:lnTo>
                  <a:pt x="96014" y="941652"/>
                </a:lnTo>
                <a:lnTo>
                  <a:pt x="96430" y="940545"/>
                </a:lnTo>
                <a:lnTo>
                  <a:pt x="96858" y="939439"/>
                </a:lnTo>
                <a:lnTo>
                  <a:pt x="97279" y="938345"/>
                </a:lnTo>
                <a:lnTo>
                  <a:pt x="97706" y="937239"/>
                </a:lnTo>
                <a:lnTo>
                  <a:pt x="98122" y="936133"/>
                </a:lnTo>
                <a:lnTo>
                  <a:pt x="98549" y="935039"/>
                </a:lnTo>
                <a:lnTo>
                  <a:pt x="98971" y="933946"/>
                </a:lnTo>
                <a:lnTo>
                  <a:pt x="99397" y="932840"/>
                </a:lnTo>
                <a:lnTo>
                  <a:pt x="99814" y="931733"/>
                </a:lnTo>
                <a:lnTo>
                  <a:pt x="100241" y="930652"/>
                </a:lnTo>
                <a:lnTo>
                  <a:pt x="100663" y="929546"/>
                </a:lnTo>
                <a:lnTo>
                  <a:pt x="101089" y="928453"/>
                </a:lnTo>
                <a:lnTo>
                  <a:pt x="101505" y="927346"/>
                </a:lnTo>
                <a:lnTo>
                  <a:pt x="101933" y="926253"/>
                </a:lnTo>
                <a:lnTo>
                  <a:pt x="102354" y="925159"/>
                </a:lnTo>
                <a:lnTo>
                  <a:pt x="102781" y="924053"/>
                </a:lnTo>
                <a:lnTo>
                  <a:pt x="103197" y="922947"/>
                </a:lnTo>
                <a:lnTo>
                  <a:pt x="103623" y="921866"/>
                </a:lnTo>
                <a:lnTo>
                  <a:pt x="104046" y="920760"/>
                </a:lnTo>
                <a:lnTo>
                  <a:pt x="104472" y="919666"/>
                </a:lnTo>
                <a:lnTo>
                  <a:pt x="104889" y="918572"/>
                </a:lnTo>
                <a:lnTo>
                  <a:pt x="105316" y="917479"/>
                </a:lnTo>
                <a:lnTo>
                  <a:pt x="105738" y="916385"/>
                </a:lnTo>
                <a:lnTo>
                  <a:pt x="106164" y="915279"/>
                </a:lnTo>
                <a:lnTo>
                  <a:pt x="106580" y="914186"/>
                </a:lnTo>
                <a:lnTo>
                  <a:pt x="107008" y="913092"/>
                </a:lnTo>
                <a:lnTo>
                  <a:pt x="107429" y="911998"/>
                </a:lnTo>
                <a:lnTo>
                  <a:pt x="107856" y="910905"/>
                </a:lnTo>
                <a:lnTo>
                  <a:pt x="108272" y="909811"/>
                </a:lnTo>
                <a:lnTo>
                  <a:pt x="108700" y="908718"/>
                </a:lnTo>
                <a:lnTo>
                  <a:pt x="109121" y="907624"/>
                </a:lnTo>
                <a:lnTo>
                  <a:pt x="109547" y="906531"/>
                </a:lnTo>
                <a:lnTo>
                  <a:pt x="109964" y="905437"/>
                </a:lnTo>
                <a:lnTo>
                  <a:pt x="110391" y="904344"/>
                </a:lnTo>
                <a:lnTo>
                  <a:pt x="110813" y="903250"/>
                </a:lnTo>
                <a:lnTo>
                  <a:pt x="111239" y="902156"/>
                </a:lnTo>
                <a:lnTo>
                  <a:pt x="111656" y="901063"/>
                </a:lnTo>
                <a:lnTo>
                  <a:pt x="112083" y="899969"/>
                </a:lnTo>
                <a:lnTo>
                  <a:pt x="112504" y="898876"/>
                </a:lnTo>
                <a:lnTo>
                  <a:pt x="112931" y="897795"/>
                </a:lnTo>
                <a:lnTo>
                  <a:pt x="113347" y="896701"/>
                </a:lnTo>
                <a:lnTo>
                  <a:pt x="113775" y="895608"/>
                </a:lnTo>
                <a:lnTo>
                  <a:pt x="114196" y="894514"/>
                </a:lnTo>
                <a:lnTo>
                  <a:pt x="114622" y="893421"/>
                </a:lnTo>
                <a:lnTo>
                  <a:pt x="115049" y="892340"/>
                </a:lnTo>
                <a:lnTo>
                  <a:pt x="115466" y="891246"/>
                </a:lnTo>
                <a:lnTo>
                  <a:pt x="115893" y="890153"/>
                </a:lnTo>
                <a:lnTo>
                  <a:pt x="116314" y="889072"/>
                </a:lnTo>
                <a:lnTo>
                  <a:pt x="116740" y="887978"/>
                </a:lnTo>
                <a:lnTo>
                  <a:pt x="117158" y="886898"/>
                </a:lnTo>
                <a:lnTo>
                  <a:pt x="117584" y="885804"/>
                </a:lnTo>
                <a:lnTo>
                  <a:pt x="118006" y="884710"/>
                </a:lnTo>
                <a:lnTo>
                  <a:pt x="118432" y="883617"/>
                </a:lnTo>
                <a:lnTo>
                  <a:pt x="118850" y="882536"/>
                </a:lnTo>
                <a:lnTo>
                  <a:pt x="119276" y="881455"/>
                </a:lnTo>
                <a:lnTo>
                  <a:pt x="119693" y="880362"/>
                </a:lnTo>
                <a:lnTo>
                  <a:pt x="120124" y="879281"/>
                </a:lnTo>
                <a:lnTo>
                  <a:pt x="120540" y="878187"/>
                </a:lnTo>
                <a:lnTo>
                  <a:pt x="120968" y="877106"/>
                </a:lnTo>
                <a:lnTo>
                  <a:pt x="121384" y="876013"/>
                </a:lnTo>
                <a:lnTo>
                  <a:pt x="121815" y="874932"/>
                </a:lnTo>
                <a:lnTo>
                  <a:pt x="122233" y="873838"/>
                </a:lnTo>
                <a:lnTo>
                  <a:pt x="122659" y="872758"/>
                </a:lnTo>
                <a:lnTo>
                  <a:pt x="123076" y="871677"/>
                </a:lnTo>
                <a:lnTo>
                  <a:pt x="123502" y="870596"/>
                </a:lnTo>
                <a:lnTo>
                  <a:pt x="123925" y="869502"/>
                </a:lnTo>
                <a:lnTo>
                  <a:pt x="124351" y="868422"/>
                </a:lnTo>
                <a:lnTo>
                  <a:pt x="124768" y="867341"/>
                </a:lnTo>
                <a:lnTo>
                  <a:pt x="125194" y="866260"/>
                </a:lnTo>
                <a:lnTo>
                  <a:pt x="125615" y="865179"/>
                </a:lnTo>
                <a:lnTo>
                  <a:pt x="126043" y="864085"/>
                </a:lnTo>
                <a:lnTo>
                  <a:pt x="126459" y="863005"/>
                </a:lnTo>
                <a:lnTo>
                  <a:pt x="126886" y="861924"/>
                </a:lnTo>
                <a:lnTo>
                  <a:pt x="127308" y="860843"/>
                </a:lnTo>
                <a:lnTo>
                  <a:pt x="127734" y="859762"/>
                </a:lnTo>
                <a:lnTo>
                  <a:pt x="128151" y="858681"/>
                </a:lnTo>
                <a:lnTo>
                  <a:pt x="128577" y="857600"/>
                </a:lnTo>
                <a:lnTo>
                  <a:pt x="129000" y="856520"/>
                </a:lnTo>
                <a:lnTo>
                  <a:pt x="129426" y="855439"/>
                </a:lnTo>
                <a:lnTo>
                  <a:pt x="129843" y="854358"/>
                </a:lnTo>
                <a:lnTo>
                  <a:pt x="130269" y="853277"/>
                </a:lnTo>
                <a:lnTo>
                  <a:pt x="130690" y="852196"/>
                </a:lnTo>
                <a:lnTo>
                  <a:pt x="131118" y="851115"/>
                </a:lnTo>
                <a:lnTo>
                  <a:pt x="131534" y="850047"/>
                </a:lnTo>
                <a:lnTo>
                  <a:pt x="131961" y="848966"/>
                </a:lnTo>
                <a:lnTo>
                  <a:pt x="132383" y="847873"/>
                </a:lnTo>
                <a:lnTo>
                  <a:pt x="132809" y="846805"/>
                </a:lnTo>
                <a:lnTo>
                  <a:pt x="133226" y="845724"/>
                </a:lnTo>
                <a:lnTo>
                  <a:pt x="133652" y="844656"/>
                </a:lnTo>
                <a:lnTo>
                  <a:pt x="134075" y="843575"/>
                </a:lnTo>
                <a:lnTo>
                  <a:pt x="134501" y="842494"/>
                </a:lnTo>
                <a:lnTo>
                  <a:pt x="134918" y="841413"/>
                </a:lnTo>
                <a:lnTo>
                  <a:pt x="135344" y="840332"/>
                </a:lnTo>
                <a:lnTo>
                  <a:pt x="135765" y="839277"/>
                </a:lnTo>
                <a:lnTo>
                  <a:pt x="136193" y="838196"/>
                </a:lnTo>
                <a:lnTo>
                  <a:pt x="136609" y="837115"/>
                </a:lnTo>
                <a:lnTo>
                  <a:pt x="137036" y="836035"/>
                </a:lnTo>
                <a:lnTo>
                  <a:pt x="137457" y="834966"/>
                </a:lnTo>
                <a:lnTo>
                  <a:pt x="137885" y="833898"/>
                </a:lnTo>
                <a:lnTo>
                  <a:pt x="138301" y="832817"/>
                </a:lnTo>
                <a:lnTo>
                  <a:pt x="138727" y="831749"/>
                </a:lnTo>
                <a:lnTo>
                  <a:pt x="139150" y="830668"/>
                </a:lnTo>
                <a:lnTo>
                  <a:pt x="139576" y="829600"/>
                </a:lnTo>
                <a:lnTo>
                  <a:pt x="139993" y="828532"/>
                </a:lnTo>
                <a:lnTo>
                  <a:pt x="140419" y="827451"/>
                </a:lnTo>
                <a:lnTo>
                  <a:pt x="140842" y="826383"/>
                </a:lnTo>
                <a:lnTo>
                  <a:pt x="141268" y="825315"/>
                </a:lnTo>
                <a:lnTo>
                  <a:pt x="141684" y="824234"/>
                </a:lnTo>
                <a:lnTo>
                  <a:pt x="142111" y="823166"/>
                </a:lnTo>
                <a:lnTo>
                  <a:pt x="142532" y="822098"/>
                </a:lnTo>
                <a:lnTo>
                  <a:pt x="142960" y="821030"/>
                </a:lnTo>
                <a:lnTo>
                  <a:pt x="143376" y="819962"/>
                </a:lnTo>
                <a:lnTo>
                  <a:pt x="143802" y="818894"/>
                </a:lnTo>
                <a:lnTo>
                  <a:pt x="144225" y="817826"/>
                </a:lnTo>
                <a:lnTo>
                  <a:pt x="144651" y="816745"/>
                </a:lnTo>
                <a:lnTo>
                  <a:pt x="145068" y="815677"/>
                </a:lnTo>
                <a:lnTo>
                  <a:pt x="145494" y="814608"/>
                </a:lnTo>
                <a:lnTo>
                  <a:pt x="145917" y="813540"/>
                </a:lnTo>
                <a:lnTo>
                  <a:pt x="146343" y="812485"/>
                </a:lnTo>
                <a:lnTo>
                  <a:pt x="146759" y="811417"/>
                </a:lnTo>
                <a:lnTo>
                  <a:pt x="147186" y="810336"/>
                </a:lnTo>
                <a:lnTo>
                  <a:pt x="147607" y="809281"/>
                </a:lnTo>
                <a:lnTo>
                  <a:pt x="148035" y="808212"/>
                </a:lnTo>
                <a:lnTo>
                  <a:pt x="148451" y="807144"/>
                </a:lnTo>
                <a:lnTo>
                  <a:pt x="148878" y="806076"/>
                </a:lnTo>
                <a:lnTo>
                  <a:pt x="149299" y="805021"/>
                </a:lnTo>
                <a:lnTo>
                  <a:pt x="149726" y="803953"/>
                </a:lnTo>
                <a:lnTo>
                  <a:pt x="150143" y="802885"/>
                </a:lnTo>
                <a:lnTo>
                  <a:pt x="150569" y="801829"/>
                </a:lnTo>
                <a:lnTo>
                  <a:pt x="150992" y="800761"/>
                </a:lnTo>
                <a:lnTo>
                  <a:pt x="151418" y="799693"/>
                </a:lnTo>
                <a:lnTo>
                  <a:pt x="151835" y="798637"/>
                </a:lnTo>
                <a:lnTo>
                  <a:pt x="152261" y="797569"/>
                </a:lnTo>
                <a:lnTo>
                  <a:pt x="152687" y="796514"/>
                </a:lnTo>
                <a:lnTo>
                  <a:pt x="153110" y="795446"/>
                </a:lnTo>
                <a:lnTo>
                  <a:pt x="153536" y="794390"/>
                </a:lnTo>
                <a:lnTo>
                  <a:pt x="153953" y="793322"/>
                </a:lnTo>
                <a:lnTo>
                  <a:pt x="154380" y="792267"/>
                </a:lnTo>
                <a:lnTo>
                  <a:pt x="154801" y="791199"/>
                </a:lnTo>
                <a:lnTo>
                  <a:pt x="155228" y="790143"/>
                </a:lnTo>
                <a:lnTo>
                  <a:pt x="155644" y="789075"/>
                </a:lnTo>
                <a:lnTo>
                  <a:pt x="156072" y="788020"/>
                </a:lnTo>
                <a:lnTo>
                  <a:pt x="156493" y="786964"/>
                </a:lnTo>
                <a:lnTo>
                  <a:pt x="156919" y="785896"/>
                </a:lnTo>
                <a:lnTo>
                  <a:pt x="157336" y="784841"/>
                </a:lnTo>
                <a:lnTo>
                  <a:pt x="157762" y="783786"/>
                </a:lnTo>
                <a:lnTo>
                  <a:pt x="158185" y="782730"/>
                </a:lnTo>
                <a:lnTo>
                  <a:pt x="158611" y="781662"/>
                </a:lnTo>
                <a:lnTo>
                  <a:pt x="159028" y="780619"/>
                </a:lnTo>
                <a:lnTo>
                  <a:pt x="159455" y="779551"/>
                </a:lnTo>
                <a:lnTo>
                  <a:pt x="159876" y="778508"/>
                </a:lnTo>
                <a:lnTo>
                  <a:pt x="160303" y="777440"/>
                </a:lnTo>
                <a:lnTo>
                  <a:pt x="160719" y="776385"/>
                </a:lnTo>
                <a:lnTo>
                  <a:pt x="161147" y="775330"/>
                </a:lnTo>
                <a:lnTo>
                  <a:pt x="161568" y="774274"/>
                </a:lnTo>
                <a:lnTo>
                  <a:pt x="161994" y="773231"/>
                </a:lnTo>
                <a:lnTo>
                  <a:pt x="162411" y="772176"/>
                </a:lnTo>
                <a:lnTo>
                  <a:pt x="162837" y="771121"/>
                </a:lnTo>
                <a:lnTo>
                  <a:pt x="163260" y="770065"/>
                </a:lnTo>
                <a:lnTo>
                  <a:pt x="163686" y="769010"/>
                </a:lnTo>
                <a:lnTo>
                  <a:pt x="164103" y="767954"/>
                </a:lnTo>
                <a:lnTo>
                  <a:pt x="164529" y="766912"/>
                </a:lnTo>
                <a:lnTo>
                  <a:pt x="164951" y="765856"/>
                </a:lnTo>
                <a:lnTo>
                  <a:pt x="165378" y="764801"/>
                </a:lnTo>
                <a:lnTo>
                  <a:pt x="165794" y="763745"/>
                </a:lnTo>
                <a:lnTo>
                  <a:pt x="166222" y="762703"/>
                </a:lnTo>
                <a:lnTo>
                  <a:pt x="166643" y="761647"/>
                </a:lnTo>
                <a:lnTo>
                  <a:pt x="167070" y="760592"/>
                </a:lnTo>
                <a:lnTo>
                  <a:pt x="167486" y="759549"/>
                </a:lnTo>
                <a:lnTo>
                  <a:pt x="167912" y="758507"/>
                </a:lnTo>
                <a:lnTo>
                  <a:pt x="168335" y="757451"/>
                </a:lnTo>
                <a:lnTo>
                  <a:pt x="168761" y="756408"/>
                </a:lnTo>
                <a:lnTo>
                  <a:pt x="169178" y="755353"/>
                </a:lnTo>
                <a:lnTo>
                  <a:pt x="169604" y="754310"/>
                </a:lnTo>
                <a:lnTo>
                  <a:pt x="170027" y="753268"/>
                </a:lnTo>
                <a:lnTo>
                  <a:pt x="170453" y="752212"/>
                </a:lnTo>
                <a:lnTo>
                  <a:pt x="170869" y="751170"/>
                </a:lnTo>
                <a:lnTo>
                  <a:pt x="171297" y="750127"/>
                </a:lnTo>
                <a:lnTo>
                  <a:pt x="171718" y="749072"/>
                </a:lnTo>
                <a:lnTo>
                  <a:pt x="172145" y="748029"/>
                </a:lnTo>
                <a:lnTo>
                  <a:pt x="172561" y="746986"/>
                </a:lnTo>
                <a:lnTo>
                  <a:pt x="172987" y="745943"/>
                </a:lnTo>
                <a:lnTo>
                  <a:pt x="173410" y="744901"/>
                </a:lnTo>
                <a:lnTo>
                  <a:pt x="173836" y="743858"/>
                </a:lnTo>
                <a:lnTo>
                  <a:pt x="174253" y="742815"/>
                </a:lnTo>
                <a:lnTo>
                  <a:pt x="174679" y="741773"/>
                </a:lnTo>
                <a:lnTo>
                  <a:pt x="175102" y="740730"/>
                </a:lnTo>
                <a:lnTo>
                  <a:pt x="175528" y="739687"/>
                </a:lnTo>
                <a:lnTo>
                  <a:pt x="175944" y="738645"/>
                </a:lnTo>
                <a:lnTo>
                  <a:pt x="176371" y="737602"/>
                </a:lnTo>
                <a:lnTo>
                  <a:pt x="176793" y="736559"/>
                </a:lnTo>
                <a:lnTo>
                  <a:pt x="177220" y="735529"/>
                </a:lnTo>
                <a:lnTo>
                  <a:pt x="177636" y="734487"/>
                </a:lnTo>
                <a:lnTo>
                  <a:pt x="178064" y="733444"/>
                </a:lnTo>
                <a:lnTo>
                  <a:pt x="178485" y="732401"/>
                </a:lnTo>
                <a:lnTo>
                  <a:pt x="178911" y="731358"/>
                </a:lnTo>
                <a:lnTo>
                  <a:pt x="179328" y="730328"/>
                </a:lnTo>
                <a:lnTo>
                  <a:pt x="179754" y="729299"/>
                </a:lnTo>
                <a:lnTo>
                  <a:pt x="180177" y="728256"/>
                </a:lnTo>
                <a:lnTo>
                  <a:pt x="180603" y="727213"/>
                </a:lnTo>
                <a:lnTo>
                  <a:pt x="181020" y="726183"/>
                </a:lnTo>
                <a:lnTo>
                  <a:pt x="181446" y="725140"/>
                </a:lnTo>
                <a:lnTo>
                  <a:pt x="181868" y="724110"/>
                </a:lnTo>
                <a:lnTo>
                  <a:pt x="182295" y="723081"/>
                </a:lnTo>
                <a:lnTo>
                  <a:pt x="182711" y="722038"/>
                </a:lnTo>
                <a:lnTo>
                  <a:pt x="183139" y="721008"/>
                </a:lnTo>
                <a:lnTo>
                  <a:pt x="183560" y="719965"/>
                </a:lnTo>
                <a:lnTo>
                  <a:pt x="183986" y="718935"/>
                </a:lnTo>
                <a:lnTo>
                  <a:pt x="184403" y="717905"/>
                </a:lnTo>
                <a:lnTo>
                  <a:pt x="184829" y="716863"/>
                </a:lnTo>
                <a:lnTo>
                  <a:pt x="185252" y="715833"/>
                </a:lnTo>
                <a:lnTo>
                  <a:pt x="185678" y="714803"/>
                </a:lnTo>
                <a:lnTo>
                  <a:pt x="186095" y="713773"/>
                </a:lnTo>
                <a:lnTo>
                  <a:pt x="186521" y="712743"/>
                </a:lnTo>
                <a:lnTo>
                  <a:pt x="186943" y="711700"/>
                </a:lnTo>
                <a:lnTo>
                  <a:pt x="187370" y="710683"/>
                </a:lnTo>
                <a:lnTo>
                  <a:pt x="187786" y="709653"/>
                </a:lnTo>
                <a:lnTo>
                  <a:pt x="188214" y="708623"/>
                </a:lnTo>
                <a:lnTo>
                  <a:pt x="188635" y="707593"/>
                </a:lnTo>
                <a:lnTo>
                  <a:pt x="189061" y="706563"/>
                </a:lnTo>
                <a:lnTo>
                  <a:pt x="189478" y="705533"/>
                </a:lnTo>
                <a:lnTo>
                  <a:pt x="189904" y="704503"/>
                </a:lnTo>
                <a:lnTo>
                  <a:pt x="190327" y="703486"/>
                </a:lnTo>
                <a:lnTo>
                  <a:pt x="190753" y="702456"/>
                </a:lnTo>
                <a:lnTo>
                  <a:pt x="191179" y="701426"/>
                </a:lnTo>
                <a:lnTo>
                  <a:pt x="191596" y="700396"/>
                </a:lnTo>
                <a:lnTo>
                  <a:pt x="192023" y="699378"/>
                </a:lnTo>
                <a:lnTo>
                  <a:pt x="192445" y="698348"/>
                </a:lnTo>
                <a:lnTo>
                  <a:pt x="192871" y="697318"/>
                </a:lnTo>
                <a:lnTo>
                  <a:pt x="193288" y="696301"/>
                </a:lnTo>
                <a:lnTo>
                  <a:pt x="193715" y="695271"/>
                </a:lnTo>
                <a:lnTo>
                  <a:pt x="194136" y="694254"/>
                </a:lnTo>
                <a:lnTo>
                  <a:pt x="194563" y="693237"/>
                </a:lnTo>
                <a:lnTo>
                  <a:pt x="194979" y="692219"/>
                </a:lnTo>
                <a:lnTo>
                  <a:pt x="195407" y="691189"/>
                </a:lnTo>
                <a:lnTo>
                  <a:pt x="195828" y="690172"/>
                </a:lnTo>
                <a:lnTo>
                  <a:pt x="196255" y="689142"/>
                </a:lnTo>
                <a:lnTo>
                  <a:pt x="196671" y="688125"/>
                </a:lnTo>
                <a:lnTo>
                  <a:pt x="197098" y="687108"/>
                </a:lnTo>
                <a:lnTo>
                  <a:pt x="197520" y="686090"/>
                </a:lnTo>
                <a:lnTo>
                  <a:pt x="197946" y="685060"/>
                </a:lnTo>
                <a:lnTo>
                  <a:pt x="198363" y="684043"/>
                </a:lnTo>
                <a:lnTo>
                  <a:pt x="198790" y="683026"/>
                </a:lnTo>
                <a:lnTo>
                  <a:pt x="199212" y="682021"/>
                </a:lnTo>
                <a:lnTo>
                  <a:pt x="199638" y="680991"/>
                </a:lnTo>
                <a:lnTo>
                  <a:pt x="200054" y="679974"/>
                </a:lnTo>
                <a:lnTo>
                  <a:pt x="200482" y="678957"/>
                </a:lnTo>
                <a:lnTo>
                  <a:pt x="200903" y="677940"/>
                </a:lnTo>
                <a:lnTo>
                  <a:pt x="201330" y="676935"/>
                </a:lnTo>
                <a:lnTo>
                  <a:pt x="201746" y="675918"/>
                </a:lnTo>
                <a:lnTo>
                  <a:pt x="202173" y="674901"/>
                </a:lnTo>
                <a:lnTo>
                  <a:pt x="202595" y="673883"/>
                </a:lnTo>
                <a:lnTo>
                  <a:pt x="203021" y="672866"/>
                </a:lnTo>
                <a:lnTo>
                  <a:pt x="203438" y="671849"/>
                </a:lnTo>
                <a:lnTo>
                  <a:pt x="203865" y="670844"/>
                </a:lnTo>
                <a:lnTo>
                  <a:pt x="204287" y="669827"/>
                </a:lnTo>
                <a:lnTo>
                  <a:pt x="204713" y="668822"/>
                </a:lnTo>
                <a:lnTo>
                  <a:pt x="205129" y="667805"/>
                </a:lnTo>
                <a:lnTo>
                  <a:pt x="205557" y="666801"/>
                </a:lnTo>
                <a:lnTo>
                  <a:pt x="205978" y="665796"/>
                </a:lnTo>
                <a:lnTo>
                  <a:pt x="206405" y="664779"/>
                </a:lnTo>
                <a:lnTo>
                  <a:pt x="206821" y="663774"/>
                </a:lnTo>
                <a:lnTo>
                  <a:pt x="207249" y="662757"/>
                </a:lnTo>
                <a:lnTo>
                  <a:pt x="207670" y="661752"/>
                </a:lnTo>
                <a:lnTo>
                  <a:pt x="208096" y="660748"/>
                </a:lnTo>
                <a:lnTo>
                  <a:pt x="208513" y="659731"/>
                </a:lnTo>
                <a:lnTo>
                  <a:pt x="208940" y="658739"/>
                </a:lnTo>
                <a:lnTo>
                  <a:pt x="209362" y="657722"/>
                </a:lnTo>
                <a:lnTo>
                  <a:pt x="209788" y="656717"/>
                </a:lnTo>
                <a:lnTo>
                  <a:pt x="210205" y="655712"/>
                </a:lnTo>
                <a:lnTo>
                  <a:pt x="210632" y="654708"/>
                </a:lnTo>
                <a:lnTo>
                  <a:pt x="211053" y="653703"/>
                </a:lnTo>
                <a:lnTo>
                  <a:pt x="211480" y="652699"/>
                </a:lnTo>
                <a:lnTo>
                  <a:pt x="211896" y="651694"/>
                </a:lnTo>
                <a:lnTo>
                  <a:pt x="212324" y="650690"/>
                </a:lnTo>
                <a:lnTo>
                  <a:pt x="212745" y="649685"/>
                </a:lnTo>
                <a:lnTo>
                  <a:pt x="213171" y="648693"/>
                </a:lnTo>
                <a:lnTo>
                  <a:pt x="213588" y="647689"/>
                </a:lnTo>
                <a:lnTo>
                  <a:pt x="214015" y="646684"/>
                </a:lnTo>
                <a:lnTo>
                  <a:pt x="214437" y="645680"/>
                </a:lnTo>
                <a:lnTo>
                  <a:pt x="214863" y="644675"/>
                </a:lnTo>
                <a:lnTo>
                  <a:pt x="215280" y="643683"/>
                </a:lnTo>
                <a:lnTo>
                  <a:pt x="215707" y="642679"/>
                </a:lnTo>
                <a:lnTo>
                  <a:pt x="216128" y="641687"/>
                </a:lnTo>
                <a:lnTo>
                  <a:pt x="216555" y="640682"/>
                </a:lnTo>
                <a:lnTo>
                  <a:pt x="216971" y="639691"/>
                </a:lnTo>
                <a:lnTo>
                  <a:pt x="217399" y="638686"/>
                </a:lnTo>
                <a:lnTo>
                  <a:pt x="217820" y="637694"/>
                </a:lnTo>
                <a:lnTo>
                  <a:pt x="218246" y="636690"/>
                </a:lnTo>
                <a:lnTo>
                  <a:pt x="218663" y="635698"/>
                </a:lnTo>
                <a:lnTo>
                  <a:pt x="219090" y="634706"/>
                </a:lnTo>
                <a:lnTo>
                  <a:pt x="219512" y="633702"/>
                </a:lnTo>
                <a:lnTo>
                  <a:pt x="219938" y="632710"/>
                </a:lnTo>
                <a:lnTo>
                  <a:pt x="220355" y="631718"/>
                </a:lnTo>
                <a:lnTo>
                  <a:pt x="220782" y="630726"/>
                </a:lnTo>
                <a:lnTo>
                  <a:pt x="221203" y="629734"/>
                </a:lnTo>
                <a:lnTo>
                  <a:pt x="221630" y="628742"/>
                </a:lnTo>
                <a:lnTo>
                  <a:pt x="222046" y="627751"/>
                </a:lnTo>
                <a:lnTo>
                  <a:pt x="222474" y="626759"/>
                </a:lnTo>
                <a:lnTo>
                  <a:pt x="222895" y="625767"/>
                </a:lnTo>
                <a:lnTo>
                  <a:pt x="223321" y="624775"/>
                </a:lnTo>
                <a:lnTo>
                  <a:pt x="223738" y="623783"/>
                </a:lnTo>
                <a:lnTo>
                  <a:pt x="224164" y="622791"/>
                </a:lnTo>
                <a:lnTo>
                  <a:pt x="224587" y="621800"/>
                </a:lnTo>
                <a:lnTo>
                  <a:pt x="225013" y="620820"/>
                </a:lnTo>
                <a:lnTo>
                  <a:pt x="225430" y="619829"/>
                </a:lnTo>
                <a:lnTo>
                  <a:pt x="225857" y="618837"/>
                </a:lnTo>
                <a:lnTo>
                  <a:pt x="226279" y="617858"/>
                </a:lnTo>
                <a:lnTo>
                  <a:pt x="226705" y="616879"/>
                </a:lnTo>
                <a:lnTo>
                  <a:pt x="227121" y="615887"/>
                </a:lnTo>
                <a:lnTo>
                  <a:pt x="227549" y="614895"/>
                </a:lnTo>
                <a:lnTo>
                  <a:pt x="227970" y="613916"/>
                </a:lnTo>
                <a:lnTo>
                  <a:pt x="228397" y="612924"/>
                </a:lnTo>
                <a:lnTo>
                  <a:pt x="228823" y="611958"/>
                </a:lnTo>
                <a:lnTo>
                  <a:pt x="229239" y="610966"/>
                </a:lnTo>
                <a:lnTo>
                  <a:pt x="229667" y="609987"/>
                </a:lnTo>
                <a:lnTo>
                  <a:pt x="230088" y="609008"/>
                </a:lnTo>
                <a:lnTo>
                  <a:pt x="230515" y="608016"/>
                </a:lnTo>
                <a:lnTo>
                  <a:pt x="230932" y="607037"/>
                </a:lnTo>
                <a:lnTo>
                  <a:pt x="231358" y="606057"/>
                </a:lnTo>
                <a:lnTo>
                  <a:pt x="231780" y="605078"/>
                </a:lnTo>
                <a:lnTo>
                  <a:pt x="232206" y="604099"/>
                </a:lnTo>
                <a:lnTo>
                  <a:pt x="232624" y="603120"/>
                </a:lnTo>
                <a:lnTo>
                  <a:pt x="233050" y="602141"/>
                </a:lnTo>
                <a:lnTo>
                  <a:pt x="233472" y="601162"/>
                </a:lnTo>
                <a:lnTo>
                  <a:pt x="233898" y="600196"/>
                </a:lnTo>
                <a:lnTo>
                  <a:pt x="234314" y="599216"/>
                </a:lnTo>
                <a:lnTo>
                  <a:pt x="234742" y="598225"/>
                </a:lnTo>
                <a:lnTo>
                  <a:pt x="235158" y="597258"/>
                </a:lnTo>
                <a:lnTo>
                  <a:pt x="235590" y="596279"/>
                </a:lnTo>
                <a:lnTo>
                  <a:pt x="236007" y="595313"/>
                </a:lnTo>
                <a:lnTo>
                  <a:pt x="236434" y="594334"/>
                </a:lnTo>
                <a:lnTo>
                  <a:pt x="236850" y="593354"/>
                </a:lnTo>
                <a:lnTo>
                  <a:pt x="237281" y="592375"/>
                </a:lnTo>
                <a:lnTo>
                  <a:pt x="237699" y="591409"/>
                </a:lnTo>
                <a:lnTo>
                  <a:pt x="238125" y="590443"/>
                </a:lnTo>
                <a:lnTo>
                  <a:pt x="238542" y="589463"/>
                </a:lnTo>
                <a:lnTo>
                  <a:pt x="238968" y="588497"/>
                </a:lnTo>
                <a:lnTo>
                  <a:pt x="239391" y="587518"/>
                </a:lnTo>
                <a:lnTo>
                  <a:pt x="239817" y="586552"/>
                </a:lnTo>
                <a:lnTo>
                  <a:pt x="240233" y="585585"/>
                </a:lnTo>
                <a:lnTo>
                  <a:pt x="240660" y="584619"/>
                </a:lnTo>
                <a:lnTo>
                  <a:pt x="241081" y="583652"/>
                </a:lnTo>
                <a:lnTo>
                  <a:pt x="241509" y="582673"/>
                </a:lnTo>
                <a:lnTo>
                  <a:pt x="241925" y="581720"/>
                </a:lnTo>
                <a:lnTo>
                  <a:pt x="242351" y="580753"/>
                </a:lnTo>
                <a:lnTo>
                  <a:pt x="242774" y="579787"/>
                </a:lnTo>
                <a:lnTo>
                  <a:pt x="243200" y="578808"/>
                </a:lnTo>
                <a:lnTo>
                  <a:pt x="243617" y="577854"/>
                </a:lnTo>
                <a:lnTo>
                  <a:pt x="244043" y="576888"/>
                </a:lnTo>
                <a:lnTo>
                  <a:pt x="244466" y="575921"/>
                </a:lnTo>
                <a:lnTo>
                  <a:pt x="244892" y="574955"/>
                </a:lnTo>
                <a:lnTo>
                  <a:pt x="245308" y="574001"/>
                </a:lnTo>
                <a:lnTo>
                  <a:pt x="245735" y="573035"/>
                </a:lnTo>
                <a:lnTo>
                  <a:pt x="246156" y="572068"/>
                </a:lnTo>
                <a:lnTo>
                  <a:pt x="246584" y="571115"/>
                </a:lnTo>
                <a:lnTo>
                  <a:pt x="247000" y="570148"/>
                </a:lnTo>
                <a:lnTo>
                  <a:pt x="247427" y="569195"/>
                </a:lnTo>
                <a:lnTo>
                  <a:pt x="247849" y="568241"/>
                </a:lnTo>
                <a:lnTo>
                  <a:pt x="248275" y="567274"/>
                </a:lnTo>
                <a:lnTo>
                  <a:pt x="248692" y="566321"/>
                </a:lnTo>
                <a:lnTo>
                  <a:pt x="249118" y="565354"/>
                </a:lnTo>
                <a:lnTo>
                  <a:pt x="249541" y="564401"/>
                </a:lnTo>
                <a:lnTo>
                  <a:pt x="249967" y="563447"/>
                </a:lnTo>
                <a:lnTo>
                  <a:pt x="250384" y="562481"/>
                </a:lnTo>
                <a:lnTo>
                  <a:pt x="250810" y="561527"/>
                </a:lnTo>
                <a:lnTo>
                  <a:pt x="251231" y="560573"/>
                </a:lnTo>
                <a:lnTo>
                  <a:pt x="251659" y="559620"/>
                </a:lnTo>
                <a:lnTo>
                  <a:pt x="252075" y="558666"/>
                </a:lnTo>
                <a:lnTo>
                  <a:pt x="252502" y="557712"/>
                </a:lnTo>
                <a:lnTo>
                  <a:pt x="252923" y="556759"/>
                </a:lnTo>
                <a:lnTo>
                  <a:pt x="253350" y="555805"/>
                </a:lnTo>
                <a:lnTo>
                  <a:pt x="253767" y="554851"/>
                </a:lnTo>
                <a:lnTo>
                  <a:pt x="254193" y="553897"/>
                </a:lnTo>
                <a:lnTo>
                  <a:pt x="254616" y="552957"/>
                </a:lnTo>
                <a:lnTo>
                  <a:pt x="255042" y="552003"/>
                </a:lnTo>
                <a:lnTo>
                  <a:pt x="255459" y="551062"/>
                </a:lnTo>
                <a:lnTo>
                  <a:pt x="255885" y="550108"/>
                </a:lnTo>
                <a:lnTo>
                  <a:pt x="256306" y="549167"/>
                </a:lnTo>
                <a:lnTo>
                  <a:pt x="256734" y="548214"/>
                </a:lnTo>
                <a:lnTo>
                  <a:pt x="257150" y="547260"/>
                </a:lnTo>
                <a:lnTo>
                  <a:pt x="257577" y="546319"/>
                </a:lnTo>
                <a:lnTo>
                  <a:pt x="257998" y="545365"/>
                </a:lnTo>
                <a:lnTo>
                  <a:pt x="258425" y="544424"/>
                </a:lnTo>
                <a:lnTo>
                  <a:pt x="258842" y="543471"/>
                </a:lnTo>
                <a:lnTo>
                  <a:pt x="259268" y="542542"/>
                </a:lnTo>
                <a:lnTo>
                  <a:pt x="259691" y="541589"/>
                </a:lnTo>
                <a:lnTo>
                  <a:pt x="260117" y="540648"/>
                </a:lnTo>
                <a:lnTo>
                  <a:pt x="260534" y="539707"/>
                </a:lnTo>
                <a:lnTo>
                  <a:pt x="260960" y="538766"/>
                </a:lnTo>
                <a:lnTo>
                  <a:pt x="261381" y="537825"/>
                </a:lnTo>
                <a:lnTo>
                  <a:pt x="261809" y="536884"/>
                </a:lnTo>
                <a:lnTo>
                  <a:pt x="262225" y="535943"/>
                </a:lnTo>
                <a:lnTo>
                  <a:pt x="262652" y="535002"/>
                </a:lnTo>
                <a:lnTo>
                  <a:pt x="263073" y="534061"/>
                </a:lnTo>
                <a:lnTo>
                  <a:pt x="263500" y="533133"/>
                </a:lnTo>
                <a:lnTo>
                  <a:pt x="263917" y="532179"/>
                </a:lnTo>
                <a:lnTo>
                  <a:pt x="264343" y="531251"/>
                </a:lnTo>
                <a:lnTo>
                  <a:pt x="264766" y="530310"/>
                </a:lnTo>
                <a:lnTo>
                  <a:pt x="265192" y="529382"/>
                </a:lnTo>
                <a:lnTo>
                  <a:pt x="265609" y="528441"/>
                </a:lnTo>
                <a:lnTo>
                  <a:pt x="266035" y="527512"/>
                </a:lnTo>
                <a:lnTo>
                  <a:pt x="266458" y="526571"/>
                </a:lnTo>
                <a:lnTo>
                  <a:pt x="266884" y="525643"/>
                </a:lnTo>
                <a:lnTo>
                  <a:pt x="267310" y="524715"/>
                </a:lnTo>
                <a:lnTo>
                  <a:pt x="267727" y="523774"/>
                </a:lnTo>
                <a:lnTo>
                  <a:pt x="268153" y="522846"/>
                </a:lnTo>
                <a:lnTo>
                  <a:pt x="268576" y="521905"/>
                </a:lnTo>
                <a:lnTo>
                  <a:pt x="269002" y="520976"/>
                </a:lnTo>
                <a:lnTo>
                  <a:pt x="269418" y="520048"/>
                </a:lnTo>
                <a:lnTo>
                  <a:pt x="269846" y="519120"/>
                </a:lnTo>
                <a:lnTo>
                  <a:pt x="270267" y="518192"/>
                </a:lnTo>
                <a:lnTo>
                  <a:pt x="270694" y="517263"/>
                </a:lnTo>
                <a:lnTo>
                  <a:pt x="271110" y="516335"/>
                </a:lnTo>
                <a:lnTo>
                  <a:pt x="271536" y="515407"/>
                </a:lnTo>
                <a:lnTo>
                  <a:pt x="271959" y="514479"/>
                </a:lnTo>
                <a:lnTo>
                  <a:pt x="272385" y="513550"/>
                </a:lnTo>
                <a:lnTo>
                  <a:pt x="272802" y="512635"/>
                </a:lnTo>
                <a:lnTo>
                  <a:pt x="273228" y="511707"/>
                </a:lnTo>
                <a:lnTo>
                  <a:pt x="273651" y="510778"/>
                </a:lnTo>
                <a:lnTo>
                  <a:pt x="274077" y="509850"/>
                </a:lnTo>
                <a:lnTo>
                  <a:pt x="274493" y="508947"/>
                </a:lnTo>
                <a:lnTo>
                  <a:pt x="274921" y="508019"/>
                </a:lnTo>
                <a:lnTo>
                  <a:pt x="275342" y="507091"/>
                </a:lnTo>
                <a:lnTo>
                  <a:pt x="275769" y="506175"/>
                </a:lnTo>
                <a:lnTo>
                  <a:pt x="276185" y="505247"/>
                </a:lnTo>
                <a:lnTo>
                  <a:pt x="276613" y="504332"/>
                </a:lnTo>
                <a:lnTo>
                  <a:pt x="277034" y="503416"/>
                </a:lnTo>
                <a:lnTo>
                  <a:pt x="277460" y="502488"/>
                </a:lnTo>
                <a:lnTo>
                  <a:pt x="277877" y="501572"/>
                </a:lnTo>
                <a:lnTo>
                  <a:pt x="278303" y="500657"/>
                </a:lnTo>
                <a:lnTo>
                  <a:pt x="278726" y="499741"/>
                </a:lnTo>
                <a:lnTo>
                  <a:pt x="279152" y="498826"/>
                </a:lnTo>
                <a:lnTo>
                  <a:pt x="279569" y="497910"/>
                </a:lnTo>
                <a:lnTo>
                  <a:pt x="279995" y="496995"/>
                </a:lnTo>
                <a:lnTo>
                  <a:pt x="280417" y="496079"/>
                </a:lnTo>
                <a:lnTo>
                  <a:pt x="280844" y="495163"/>
                </a:lnTo>
                <a:lnTo>
                  <a:pt x="281260" y="494261"/>
                </a:lnTo>
                <a:lnTo>
                  <a:pt x="281688" y="493345"/>
                </a:lnTo>
                <a:lnTo>
                  <a:pt x="282109" y="492430"/>
                </a:lnTo>
                <a:lnTo>
                  <a:pt x="282535" y="491527"/>
                </a:lnTo>
                <a:lnTo>
                  <a:pt x="282952" y="490611"/>
                </a:lnTo>
                <a:lnTo>
                  <a:pt x="283378" y="489696"/>
                </a:lnTo>
                <a:lnTo>
                  <a:pt x="283801" y="488793"/>
                </a:lnTo>
                <a:lnTo>
                  <a:pt x="284227" y="487877"/>
                </a:lnTo>
                <a:lnTo>
                  <a:pt x="284644" y="486975"/>
                </a:lnTo>
                <a:lnTo>
                  <a:pt x="285070" y="486072"/>
                </a:lnTo>
                <a:lnTo>
                  <a:pt x="285492" y="485156"/>
                </a:lnTo>
                <a:lnTo>
                  <a:pt x="285919" y="484253"/>
                </a:lnTo>
                <a:lnTo>
                  <a:pt x="286335" y="483351"/>
                </a:lnTo>
                <a:lnTo>
                  <a:pt x="286763" y="482448"/>
                </a:lnTo>
                <a:lnTo>
                  <a:pt x="287184" y="481545"/>
                </a:lnTo>
                <a:lnTo>
                  <a:pt x="287610" y="480642"/>
                </a:lnTo>
                <a:lnTo>
                  <a:pt x="288027" y="479739"/>
                </a:lnTo>
                <a:lnTo>
                  <a:pt x="288453" y="478836"/>
                </a:lnTo>
                <a:lnTo>
                  <a:pt x="288876" y="477921"/>
                </a:lnTo>
                <a:lnTo>
                  <a:pt x="289302" y="477031"/>
                </a:lnTo>
                <a:lnTo>
                  <a:pt x="289719" y="476128"/>
                </a:lnTo>
                <a:lnTo>
                  <a:pt x="290145" y="475225"/>
                </a:lnTo>
                <a:lnTo>
                  <a:pt x="290567" y="474335"/>
                </a:lnTo>
                <a:lnTo>
                  <a:pt x="290994" y="473432"/>
                </a:lnTo>
                <a:lnTo>
                  <a:pt x="291410" y="472529"/>
                </a:lnTo>
                <a:lnTo>
                  <a:pt x="291838" y="471639"/>
                </a:lnTo>
                <a:lnTo>
                  <a:pt x="292259" y="470736"/>
                </a:lnTo>
                <a:lnTo>
                  <a:pt x="292685" y="469846"/>
                </a:lnTo>
                <a:lnTo>
                  <a:pt x="293102" y="468956"/>
                </a:lnTo>
                <a:lnTo>
                  <a:pt x="293528" y="468053"/>
                </a:lnTo>
                <a:lnTo>
                  <a:pt x="293951" y="467163"/>
                </a:lnTo>
                <a:lnTo>
                  <a:pt x="294377" y="466273"/>
                </a:lnTo>
                <a:lnTo>
                  <a:pt x="294794" y="465370"/>
                </a:lnTo>
                <a:lnTo>
                  <a:pt x="295220" y="464480"/>
                </a:lnTo>
                <a:lnTo>
                  <a:pt x="295643" y="463590"/>
                </a:lnTo>
                <a:lnTo>
                  <a:pt x="296069" y="462700"/>
                </a:lnTo>
                <a:lnTo>
                  <a:pt x="296485" y="461810"/>
                </a:lnTo>
                <a:lnTo>
                  <a:pt x="296912" y="460920"/>
                </a:lnTo>
                <a:lnTo>
                  <a:pt x="297334" y="460043"/>
                </a:lnTo>
                <a:lnTo>
                  <a:pt x="297761" y="459140"/>
                </a:lnTo>
                <a:lnTo>
                  <a:pt x="298177" y="458262"/>
                </a:lnTo>
                <a:lnTo>
                  <a:pt x="298603" y="457372"/>
                </a:lnTo>
                <a:lnTo>
                  <a:pt x="299026" y="456482"/>
                </a:lnTo>
                <a:lnTo>
                  <a:pt x="299452" y="455592"/>
                </a:lnTo>
                <a:lnTo>
                  <a:pt x="299869" y="454715"/>
                </a:lnTo>
                <a:lnTo>
                  <a:pt x="300295" y="453837"/>
                </a:lnTo>
                <a:lnTo>
                  <a:pt x="300718" y="452947"/>
                </a:lnTo>
                <a:lnTo>
                  <a:pt x="301144" y="452057"/>
                </a:lnTo>
                <a:lnTo>
                  <a:pt x="301560" y="451180"/>
                </a:lnTo>
                <a:lnTo>
                  <a:pt x="301987" y="450302"/>
                </a:lnTo>
                <a:lnTo>
                  <a:pt x="302409" y="449412"/>
                </a:lnTo>
                <a:lnTo>
                  <a:pt x="302836" y="448535"/>
                </a:lnTo>
                <a:lnTo>
                  <a:pt x="303252" y="447657"/>
                </a:lnTo>
                <a:lnTo>
                  <a:pt x="303678" y="446780"/>
                </a:lnTo>
                <a:lnTo>
                  <a:pt x="304101" y="445903"/>
                </a:lnTo>
                <a:lnTo>
                  <a:pt x="304527" y="445025"/>
                </a:lnTo>
                <a:lnTo>
                  <a:pt x="304954" y="444148"/>
                </a:lnTo>
                <a:lnTo>
                  <a:pt x="305370" y="443270"/>
                </a:lnTo>
                <a:lnTo>
                  <a:pt x="305798" y="442393"/>
                </a:lnTo>
                <a:lnTo>
                  <a:pt x="306219" y="441516"/>
                </a:lnTo>
                <a:lnTo>
                  <a:pt x="306645" y="440651"/>
                </a:lnTo>
                <a:lnTo>
                  <a:pt x="307062" y="439774"/>
                </a:lnTo>
                <a:lnTo>
                  <a:pt x="307489" y="438896"/>
                </a:lnTo>
                <a:lnTo>
                  <a:pt x="307911" y="438032"/>
                </a:lnTo>
                <a:lnTo>
                  <a:pt x="308337" y="437154"/>
                </a:lnTo>
                <a:lnTo>
                  <a:pt x="308754" y="436290"/>
                </a:lnTo>
                <a:lnTo>
                  <a:pt x="309181" y="435412"/>
                </a:lnTo>
                <a:lnTo>
                  <a:pt x="309602" y="434547"/>
                </a:lnTo>
                <a:lnTo>
                  <a:pt x="310029" y="433683"/>
                </a:lnTo>
                <a:lnTo>
                  <a:pt x="310445" y="432818"/>
                </a:lnTo>
                <a:lnTo>
                  <a:pt x="310873" y="431953"/>
                </a:lnTo>
                <a:lnTo>
                  <a:pt x="311294" y="431076"/>
                </a:lnTo>
                <a:lnTo>
                  <a:pt x="311720" y="430211"/>
                </a:lnTo>
                <a:lnTo>
                  <a:pt x="312137" y="429347"/>
                </a:lnTo>
                <a:lnTo>
                  <a:pt x="312564" y="428482"/>
                </a:lnTo>
                <a:lnTo>
                  <a:pt x="312986" y="427617"/>
                </a:lnTo>
                <a:lnTo>
                  <a:pt x="313412" y="426753"/>
                </a:lnTo>
                <a:lnTo>
                  <a:pt x="313829" y="425888"/>
                </a:lnTo>
                <a:lnTo>
                  <a:pt x="314256" y="425023"/>
                </a:lnTo>
                <a:lnTo>
                  <a:pt x="314677" y="424171"/>
                </a:lnTo>
                <a:lnTo>
                  <a:pt x="315104" y="423307"/>
                </a:lnTo>
                <a:lnTo>
                  <a:pt x="315520" y="422442"/>
                </a:lnTo>
                <a:lnTo>
                  <a:pt x="315948" y="421590"/>
                </a:lnTo>
                <a:lnTo>
                  <a:pt x="316369" y="420725"/>
                </a:lnTo>
                <a:lnTo>
                  <a:pt x="316795" y="419874"/>
                </a:lnTo>
                <a:lnTo>
                  <a:pt x="317212" y="419022"/>
                </a:lnTo>
                <a:lnTo>
                  <a:pt x="317639" y="418157"/>
                </a:lnTo>
                <a:lnTo>
                  <a:pt x="318061" y="417305"/>
                </a:lnTo>
                <a:lnTo>
                  <a:pt x="318487" y="416440"/>
                </a:lnTo>
                <a:lnTo>
                  <a:pt x="318904" y="415588"/>
                </a:lnTo>
                <a:lnTo>
                  <a:pt x="319331" y="414736"/>
                </a:lnTo>
                <a:lnTo>
                  <a:pt x="319752" y="413897"/>
                </a:lnTo>
                <a:lnTo>
                  <a:pt x="320179" y="413032"/>
                </a:lnTo>
                <a:lnTo>
                  <a:pt x="320595" y="412180"/>
                </a:lnTo>
                <a:lnTo>
                  <a:pt x="321023" y="411329"/>
                </a:lnTo>
                <a:lnTo>
                  <a:pt x="321444" y="410489"/>
                </a:lnTo>
                <a:lnTo>
                  <a:pt x="321871" y="409637"/>
                </a:lnTo>
                <a:lnTo>
                  <a:pt x="322287" y="408785"/>
                </a:lnTo>
                <a:lnTo>
                  <a:pt x="322714" y="407933"/>
                </a:lnTo>
                <a:lnTo>
                  <a:pt x="323136" y="407094"/>
                </a:lnTo>
                <a:lnTo>
                  <a:pt x="323562" y="406242"/>
                </a:lnTo>
                <a:lnTo>
                  <a:pt x="323979" y="405390"/>
                </a:lnTo>
                <a:lnTo>
                  <a:pt x="324406" y="404551"/>
                </a:lnTo>
                <a:lnTo>
                  <a:pt x="324828" y="403712"/>
                </a:lnTo>
                <a:lnTo>
                  <a:pt x="325254" y="402860"/>
                </a:lnTo>
                <a:lnTo>
                  <a:pt x="325670" y="402021"/>
                </a:lnTo>
                <a:lnTo>
                  <a:pt x="326098" y="401181"/>
                </a:lnTo>
                <a:lnTo>
                  <a:pt x="326519" y="400329"/>
                </a:lnTo>
                <a:lnTo>
                  <a:pt x="326946" y="399490"/>
                </a:lnTo>
                <a:lnTo>
                  <a:pt x="327362" y="398651"/>
                </a:lnTo>
                <a:lnTo>
                  <a:pt x="327788" y="397812"/>
                </a:lnTo>
                <a:lnTo>
                  <a:pt x="328211" y="396972"/>
                </a:lnTo>
                <a:lnTo>
                  <a:pt x="328637" y="396133"/>
                </a:lnTo>
                <a:lnTo>
                  <a:pt x="329054" y="395294"/>
                </a:lnTo>
                <a:lnTo>
                  <a:pt x="329481" y="394467"/>
                </a:lnTo>
                <a:lnTo>
                  <a:pt x="329903" y="393628"/>
                </a:lnTo>
                <a:lnTo>
                  <a:pt x="330329" y="392789"/>
                </a:lnTo>
                <a:lnTo>
                  <a:pt x="330745" y="391962"/>
                </a:lnTo>
                <a:lnTo>
                  <a:pt x="331173" y="391110"/>
                </a:lnTo>
                <a:lnTo>
                  <a:pt x="331594" y="390284"/>
                </a:lnTo>
                <a:lnTo>
                  <a:pt x="332021" y="389457"/>
                </a:lnTo>
                <a:lnTo>
                  <a:pt x="332437" y="388618"/>
                </a:lnTo>
                <a:lnTo>
                  <a:pt x="332865" y="387792"/>
                </a:lnTo>
                <a:lnTo>
                  <a:pt x="333286" y="386965"/>
                </a:lnTo>
                <a:lnTo>
                  <a:pt x="333712" y="386126"/>
                </a:lnTo>
                <a:lnTo>
                  <a:pt x="334129" y="385312"/>
                </a:lnTo>
                <a:lnTo>
                  <a:pt x="334556" y="384473"/>
                </a:lnTo>
                <a:lnTo>
                  <a:pt x="334978" y="383646"/>
                </a:lnTo>
                <a:lnTo>
                  <a:pt x="335404" y="382820"/>
                </a:lnTo>
                <a:lnTo>
                  <a:pt x="335821" y="381993"/>
                </a:lnTo>
                <a:lnTo>
                  <a:pt x="336248" y="381179"/>
                </a:lnTo>
                <a:lnTo>
                  <a:pt x="336669" y="380340"/>
                </a:lnTo>
                <a:lnTo>
                  <a:pt x="337096" y="379526"/>
                </a:lnTo>
                <a:lnTo>
                  <a:pt x="337512" y="378700"/>
                </a:lnTo>
                <a:lnTo>
                  <a:pt x="337940" y="377873"/>
                </a:lnTo>
                <a:lnTo>
                  <a:pt x="338361" y="377060"/>
                </a:lnTo>
                <a:lnTo>
                  <a:pt x="338787" y="376233"/>
                </a:lnTo>
                <a:lnTo>
                  <a:pt x="339204" y="375419"/>
                </a:lnTo>
                <a:lnTo>
                  <a:pt x="339630" y="374593"/>
                </a:lnTo>
                <a:lnTo>
                  <a:pt x="340053" y="373766"/>
                </a:lnTo>
                <a:lnTo>
                  <a:pt x="340479" y="372952"/>
                </a:lnTo>
                <a:lnTo>
                  <a:pt x="340896" y="372139"/>
                </a:lnTo>
                <a:lnTo>
                  <a:pt x="341323" y="371312"/>
                </a:lnTo>
                <a:lnTo>
                  <a:pt x="341744" y="370511"/>
                </a:lnTo>
                <a:lnTo>
                  <a:pt x="342171" y="369684"/>
                </a:lnTo>
                <a:lnTo>
                  <a:pt x="342597" y="368871"/>
                </a:lnTo>
                <a:lnTo>
                  <a:pt x="343015" y="368057"/>
                </a:lnTo>
                <a:lnTo>
                  <a:pt x="343441" y="367243"/>
                </a:lnTo>
                <a:lnTo>
                  <a:pt x="343862" y="366429"/>
                </a:lnTo>
                <a:lnTo>
                  <a:pt x="344289" y="365628"/>
                </a:lnTo>
                <a:lnTo>
                  <a:pt x="344705" y="364814"/>
                </a:lnTo>
                <a:lnTo>
                  <a:pt x="345133" y="364013"/>
                </a:lnTo>
                <a:lnTo>
                  <a:pt x="345554" y="363199"/>
                </a:lnTo>
                <a:lnTo>
                  <a:pt x="345980" y="362386"/>
                </a:lnTo>
                <a:lnTo>
                  <a:pt x="346398" y="361585"/>
                </a:lnTo>
                <a:lnTo>
                  <a:pt x="346824" y="360771"/>
                </a:lnTo>
                <a:lnTo>
                  <a:pt x="347246" y="359970"/>
                </a:lnTo>
                <a:lnTo>
                  <a:pt x="347672" y="359156"/>
                </a:lnTo>
                <a:lnTo>
                  <a:pt x="348090" y="358355"/>
                </a:lnTo>
                <a:lnTo>
                  <a:pt x="348516" y="357554"/>
                </a:lnTo>
                <a:lnTo>
                  <a:pt x="348937" y="356753"/>
                </a:lnTo>
                <a:lnTo>
                  <a:pt x="349364" y="355951"/>
                </a:lnTo>
                <a:lnTo>
                  <a:pt x="349780" y="355138"/>
                </a:lnTo>
                <a:lnTo>
                  <a:pt x="350208" y="354349"/>
                </a:lnTo>
                <a:lnTo>
                  <a:pt x="350629" y="353535"/>
                </a:lnTo>
                <a:lnTo>
                  <a:pt x="351056" y="352734"/>
                </a:lnTo>
                <a:lnTo>
                  <a:pt x="351473" y="351946"/>
                </a:lnTo>
                <a:lnTo>
                  <a:pt x="351899" y="351145"/>
                </a:lnTo>
                <a:lnTo>
                  <a:pt x="352316" y="350344"/>
                </a:lnTo>
                <a:lnTo>
                  <a:pt x="352747" y="349555"/>
                </a:lnTo>
                <a:lnTo>
                  <a:pt x="353165" y="348754"/>
                </a:lnTo>
                <a:lnTo>
                  <a:pt x="353591" y="347966"/>
                </a:lnTo>
                <a:lnTo>
                  <a:pt x="354008" y="347165"/>
                </a:lnTo>
                <a:lnTo>
                  <a:pt x="354439" y="346364"/>
                </a:lnTo>
                <a:lnTo>
                  <a:pt x="354855" y="345588"/>
                </a:lnTo>
                <a:lnTo>
                  <a:pt x="355283" y="344787"/>
                </a:lnTo>
                <a:lnTo>
                  <a:pt x="355699" y="343986"/>
                </a:lnTo>
                <a:lnTo>
                  <a:pt x="356126" y="343210"/>
                </a:lnTo>
                <a:lnTo>
                  <a:pt x="356547" y="342409"/>
                </a:lnTo>
                <a:lnTo>
                  <a:pt x="356974" y="341621"/>
                </a:lnTo>
                <a:lnTo>
                  <a:pt x="357391" y="340832"/>
                </a:lnTo>
                <a:lnTo>
                  <a:pt x="357817" y="340057"/>
                </a:lnTo>
                <a:lnTo>
                  <a:pt x="358240" y="339268"/>
                </a:lnTo>
                <a:lnTo>
                  <a:pt x="358666" y="338480"/>
                </a:lnTo>
                <a:lnTo>
                  <a:pt x="359083" y="337692"/>
                </a:lnTo>
                <a:lnTo>
                  <a:pt x="359509" y="336916"/>
                </a:lnTo>
                <a:lnTo>
                  <a:pt x="359930" y="336128"/>
                </a:lnTo>
                <a:lnTo>
                  <a:pt x="360358" y="335339"/>
                </a:lnTo>
                <a:lnTo>
                  <a:pt x="360774" y="334564"/>
                </a:lnTo>
                <a:lnTo>
                  <a:pt x="361201" y="333788"/>
                </a:lnTo>
                <a:lnTo>
                  <a:pt x="361622" y="333000"/>
                </a:lnTo>
                <a:lnTo>
                  <a:pt x="362050" y="332211"/>
                </a:lnTo>
                <a:lnTo>
                  <a:pt x="362466" y="331435"/>
                </a:lnTo>
                <a:lnTo>
                  <a:pt x="362892" y="330660"/>
                </a:lnTo>
                <a:lnTo>
                  <a:pt x="363315" y="329884"/>
                </a:lnTo>
                <a:lnTo>
                  <a:pt x="363741" y="329108"/>
                </a:lnTo>
                <a:lnTo>
                  <a:pt x="364158" y="328320"/>
                </a:lnTo>
                <a:lnTo>
                  <a:pt x="364584" y="327557"/>
                </a:lnTo>
                <a:lnTo>
                  <a:pt x="365007" y="326782"/>
                </a:lnTo>
                <a:lnTo>
                  <a:pt x="365433" y="326006"/>
                </a:lnTo>
                <a:lnTo>
                  <a:pt x="365849" y="325230"/>
                </a:lnTo>
                <a:lnTo>
                  <a:pt x="366276" y="324455"/>
                </a:lnTo>
                <a:lnTo>
                  <a:pt x="366697" y="323692"/>
                </a:lnTo>
                <a:lnTo>
                  <a:pt x="367125" y="322916"/>
                </a:lnTo>
                <a:lnTo>
                  <a:pt x="367541" y="322140"/>
                </a:lnTo>
                <a:lnTo>
                  <a:pt x="367967" y="321377"/>
                </a:lnTo>
                <a:lnTo>
                  <a:pt x="368390" y="320614"/>
                </a:lnTo>
                <a:lnTo>
                  <a:pt x="368816" y="319851"/>
                </a:lnTo>
                <a:lnTo>
                  <a:pt x="369233" y="319076"/>
                </a:lnTo>
                <a:lnTo>
                  <a:pt x="369659" y="318313"/>
                </a:lnTo>
                <a:lnTo>
                  <a:pt x="370082" y="317550"/>
                </a:lnTo>
                <a:lnTo>
                  <a:pt x="370508" y="316787"/>
                </a:lnTo>
                <a:lnTo>
                  <a:pt x="370924" y="316024"/>
                </a:lnTo>
                <a:lnTo>
                  <a:pt x="371351" y="315261"/>
                </a:lnTo>
                <a:lnTo>
                  <a:pt x="371772" y="314498"/>
                </a:lnTo>
                <a:lnTo>
                  <a:pt x="372200" y="313735"/>
                </a:lnTo>
                <a:lnTo>
                  <a:pt x="372616" y="312972"/>
                </a:lnTo>
                <a:lnTo>
                  <a:pt x="373043" y="312209"/>
                </a:lnTo>
                <a:lnTo>
                  <a:pt x="373464" y="311459"/>
                </a:lnTo>
                <a:lnTo>
                  <a:pt x="373891" y="310696"/>
                </a:lnTo>
                <a:lnTo>
                  <a:pt x="374308" y="309946"/>
                </a:lnTo>
                <a:lnTo>
                  <a:pt x="374734" y="309183"/>
                </a:lnTo>
                <a:lnTo>
                  <a:pt x="375157" y="308433"/>
                </a:lnTo>
                <a:lnTo>
                  <a:pt x="375583" y="307670"/>
                </a:lnTo>
                <a:lnTo>
                  <a:pt x="376000" y="306920"/>
                </a:lnTo>
                <a:lnTo>
                  <a:pt x="376426" y="306157"/>
                </a:lnTo>
                <a:lnTo>
                  <a:pt x="376847" y="305406"/>
                </a:lnTo>
                <a:lnTo>
                  <a:pt x="377275" y="304656"/>
                </a:lnTo>
                <a:lnTo>
                  <a:pt x="377691" y="303906"/>
                </a:lnTo>
                <a:lnTo>
                  <a:pt x="378118" y="303156"/>
                </a:lnTo>
                <a:lnTo>
                  <a:pt x="378539" y="302405"/>
                </a:lnTo>
                <a:lnTo>
                  <a:pt x="378966" y="301655"/>
                </a:lnTo>
                <a:lnTo>
                  <a:pt x="379383" y="300905"/>
                </a:lnTo>
                <a:lnTo>
                  <a:pt x="379809" y="300167"/>
                </a:lnTo>
                <a:lnTo>
                  <a:pt x="380232" y="299417"/>
                </a:lnTo>
                <a:lnTo>
                  <a:pt x="380658" y="298680"/>
                </a:lnTo>
                <a:lnTo>
                  <a:pt x="381075" y="297929"/>
                </a:lnTo>
                <a:lnTo>
                  <a:pt x="381501" y="297179"/>
                </a:lnTo>
                <a:lnTo>
                  <a:pt x="381927" y="296442"/>
                </a:lnTo>
                <a:lnTo>
                  <a:pt x="382350" y="295704"/>
                </a:lnTo>
                <a:lnTo>
                  <a:pt x="382776" y="294954"/>
                </a:lnTo>
                <a:lnTo>
                  <a:pt x="383193" y="294204"/>
                </a:lnTo>
                <a:lnTo>
                  <a:pt x="383619" y="293479"/>
                </a:lnTo>
                <a:lnTo>
                  <a:pt x="384041" y="292741"/>
                </a:lnTo>
                <a:lnTo>
                  <a:pt x="384468" y="291991"/>
                </a:lnTo>
                <a:lnTo>
                  <a:pt x="384884" y="291266"/>
                </a:lnTo>
                <a:lnTo>
                  <a:pt x="385312" y="290529"/>
                </a:lnTo>
                <a:lnTo>
                  <a:pt x="385733" y="289791"/>
                </a:lnTo>
                <a:lnTo>
                  <a:pt x="386159" y="289054"/>
                </a:lnTo>
                <a:lnTo>
                  <a:pt x="386576" y="288316"/>
                </a:lnTo>
                <a:lnTo>
                  <a:pt x="387002" y="287579"/>
                </a:lnTo>
                <a:lnTo>
                  <a:pt x="387425" y="286854"/>
                </a:lnTo>
                <a:lnTo>
                  <a:pt x="387851" y="286117"/>
                </a:lnTo>
                <a:lnTo>
                  <a:pt x="388268" y="285392"/>
                </a:lnTo>
                <a:lnTo>
                  <a:pt x="388694" y="284654"/>
                </a:lnTo>
                <a:lnTo>
                  <a:pt x="389116" y="283929"/>
                </a:lnTo>
                <a:lnTo>
                  <a:pt x="389543" y="283205"/>
                </a:lnTo>
                <a:lnTo>
                  <a:pt x="389959" y="282467"/>
                </a:lnTo>
                <a:lnTo>
                  <a:pt x="390387" y="281742"/>
                </a:lnTo>
                <a:lnTo>
                  <a:pt x="390808" y="281018"/>
                </a:lnTo>
                <a:lnTo>
                  <a:pt x="391235" y="280293"/>
                </a:lnTo>
                <a:lnTo>
                  <a:pt x="391651" y="279568"/>
                </a:lnTo>
                <a:lnTo>
                  <a:pt x="392077" y="278843"/>
                </a:lnTo>
                <a:lnTo>
                  <a:pt x="392500" y="278131"/>
                </a:lnTo>
                <a:lnTo>
                  <a:pt x="392926" y="277394"/>
                </a:lnTo>
                <a:lnTo>
                  <a:pt x="393343" y="276681"/>
                </a:lnTo>
                <a:lnTo>
                  <a:pt x="393769" y="275957"/>
                </a:lnTo>
                <a:lnTo>
                  <a:pt x="394192" y="275232"/>
                </a:lnTo>
                <a:lnTo>
                  <a:pt x="394618" y="274520"/>
                </a:lnTo>
                <a:lnTo>
                  <a:pt x="395034" y="273795"/>
                </a:lnTo>
                <a:lnTo>
                  <a:pt x="395462" y="273083"/>
                </a:lnTo>
                <a:lnTo>
                  <a:pt x="395883" y="272371"/>
                </a:lnTo>
                <a:lnTo>
                  <a:pt x="396310" y="271646"/>
                </a:lnTo>
                <a:lnTo>
                  <a:pt x="396726" y="270934"/>
                </a:lnTo>
                <a:lnTo>
                  <a:pt x="397152" y="270222"/>
                </a:lnTo>
                <a:lnTo>
                  <a:pt x="397575" y="269510"/>
                </a:lnTo>
                <a:lnTo>
                  <a:pt x="398001" y="268798"/>
                </a:lnTo>
                <a:lnTo>
                  <a:pt x="398418" y="268086"/>
                </a:lnTo>
                <a:lnTo>
                  <a:pt x="398844" y="267374"/>
                </a:lnTo>
                <a:lnTo>
                  <a:pt x="399267" y="266661"/>
                </a:lnTo>
                <a:lnTo>
                  <a:pt x="399693" y="265962"/>
                </a:lnTo>
                <a:lnTo>
                  <a:pt x="400109" y="265250"/>
                </a:lnTo>
                <a:lnTo>
                  <a:pt x="400536" y="264538"/>
                </a:lnTo>
                <a:lnTo>
                  <a:pt x="400958" y="263839"/>
                </a:lnTo>
                <a:lnTo>
                  <a:pt x="401385" y="263126"/>
                </a:lnTo>
                <a:lnTo>
                  <a:pt x="401801" y="262427"/>
                </a:lnTo>
                <a:lnTo>
                  <a:pt x="402229" y="261728"/>
                </a:lnTo>
                <a:lnTo>
                  <a:pt x="402650" y="261016"/>
                </a:lnTo>
                <a:lnTo>
                  <a:pt x="403076" y="260316"/>
                </a:lnTo>
                <a:lnTo>
                  <a:pt x="403493" y="259617"/>
                </a:lnTo>
                <a:lnTo>
                  <a:pt x="403919" y="258918"/>
                </a:lnTo>
                <a:lnTo>
                  <a:pt x="404342" y="258218"/>
                </a:lnTo>
                <a:lnTo>
                  <a:pt x="404768" y="257519"/>
                </a:lnTo>
                <a:lnTo>
                  <a:pt x="405185" y="256819"/>
                </a:lnTo>
                <a:lnTo>
                  <a:pt x="405611" y="256107"/>
                </a:lnTo>
                <a:lnTo>
                  <a:pt x="406033" y="255421"/>
                </a:lnTo>
                <a:lnTo>
                  <a:pt x="406460" y="254721"/>
                </a:lnTo>
                <a:lnTo>
                  <a:pt x="406876" y="254035"/>
                </a:lnTo>
                <a:lnTo>
                  <a:pt x="407304" y="253335"/>
                </a:lnTo>
                <a:lnTo>
                  <a:pt x="407725" y="252636"/>
                </a:lnTo>
                <a:lnTo>
                  <a:pt x="408151" y="251949"/>
                </a:lnTo>
                <a:lnTo>
                  <a:pt x="408568" y="251263"/>
                </a:lnTo>
                <a:lnTo>
                  <a:pt x="408994" y="250563"/>
                </a:lnTo>
                <a:lnTo>
                  <a:pt x="409417" y="249877"/>
                </a:lnTo>
                <a:lnTo>
                  <a:pt x="409843" y="249190"/>
                </a:lnTo>
                <a:lnTo>
                  <a:pt x="410260" y="248503"/>
                </a:lnTo>
                <a:lnTo>
                  <a:pt x="410686" y="247817"/>
                </a:lnTo>
                <a:lnTo>
                  <a:pt x="411108" y="247130"/>
                </a:lnTo>
                <a:lnTo>
                  <a:pt x="411535" y="246443"/>
                </a:lnTo>
                <a:lnTo>
                  <a:pt x="411951" y="245757"/>
                </a:lnTo>
                <a:lnTo>
                  <a:pt x="412378" y="245070"/>
                </a:lnTo>
                <a:lnTo>
                  <a:pt x="412800" y="244396"/>
                </a:lnTo>
                <a:lnTo>
                  <a:pt x="413226" y="243710"/>
                </a:lnTo>
                <a:lnTo>
                  <a:pt x="413643" y="243036"/>
                </a:lnTo>
                <a:lnTo>
                  <a:pt x="414069" y="242336"/>
                </a:lnTo>
                <a:lnTo>
                  <a:pt x="414492" y="241662"/>
                </a:lnTo>
                <a:lnTo>
                  <a:pt x="414918" y="240988"/>
                </a:lnTo>
                <a:lnTo>
                  <a:pt x="415340" y="240314"/>
                </a:lnTo>
                <a:lnTo>
                  <a:pt x="415759" y="239628"/>
                </a:lnTo>
                <a:lnTo>
                  <a:pt x="416177" y="238954"/>
                </a:lnTo>
                <a:lnTo>
                  <a:pt x="416609" y="238280"/>
                </a:lnTo>
                <a:lnTo>
                  <a:pt x="417027" y="237606"/>
                </a:lnTo>
                <a:lnTo>
                  <a:pt x="417459" y="236932"/>
                </a:lnTo>
                <a:lnTo>
                  <a:pt x="417877" y="236258"/>
                </a:lnTo>
                <a:lnTo>
                  <a:pt x="418296" y="235584"/>
                </a:lnTo>
                <a:lnTo>
                  <a:pt x="418727" y="234910"/>
                </a:lnTo>
                <a:lnTo>
                  <a:pt x="419146" y="234249"/>
                </a:lnTo>
                <a:lnTo>
                  <a:pt x="419577" y="233575"/>
                </a:lnTo>
                <a:lnTo>
                  <a:pt x="419995" y="232901"/>
                </a:lnTo>
                <a:lnTo>
                  <a:pt x="420414" y="232240"/>
                </a:lnTo>
                <a:lnTo>
                  <a:pt x="420833" y="231566"/>
                </a:lnTo>
                <a:lnTo>
                  <a:pt x="421264" y="230905"/>
                </a:lnTo>
                <a:lnTo>
                  <a:pt x="421682" y="230244"/>
                </a:lnTo>
                <a:lnTo>
                  <a:pt x="422114" y="229582"/>
                </a:lnTo>
                <a:lnTo>
                  <a:pt x="422532" y="228908"/>
                </a:lnTo>
                <a:lnTo>
                  <a:pt x="422951" y="228247"/>
                </a:lnTo>
                <a:lnTo>
                  <a:pt x="423382" y="227599"/>
                </a:lnTo>
                <a:lnTo>
                  <a:pt x="423801" y="226925"/>
                </a:lnTo>
                <a:lnTo>
                  <a:pt x="424219" y="226264"/>
                </a:lnTo>
                <a:lnTo>
                  <a:pt x="424651" y="225602"/>
                </a:lnTo>
                <a:lnTo>
                  <a:pt x="425069" y="224954"/>
                </a:lnTo>
                <a:lnTo>
                  <a:pt x="425500" y="224293"/>
                </a:lnTo>
                <a:lnTo>
                  <a:pt x="425906" y="223631"/>
                </a:lnTo>
                <a:lnTo>
                  <a:pt x="426338" y="222983"/>
                </a:lnTo>
                <a:lnTo>
                  <a:pt x="426756" y="222322"/>
                </a:lnTo>
                <a:lnTo>
                  <a:pt x="427187" y="221673"/>
                </a:lnTo>
                <a:lnTo>
                  <a:pt x="427606" y="221012"/>
                </a:lnTo>
                <a:lnTo>
                  <a:pt x="428025" y="220363"/>
                </a:lnTo>
                <a:lnTo>
                  <a:pt x="428456" y="219715"/>
                </a:lnTo>
                <a:lnTo>
                  <a:pt x="428874" y="219066"/>
                </a:lnTo>
                <a:lnTo>
                  <a:pt x="429293" y="218405"/>
                </a:lnTo>
                <a:lnTo>
                  <a:pt x="429724" y="217769"/>
                </a:lnTo>
                <a:lnTo>
                  <a:pt x="430143" y="217121"/>
                </a:lnTo>
                <a:lnTo>
                  <a:pt x="430574" y="216472"/>
                </a:lnTo>
                <a:lnTo>
                  <a:pt x="430993" y="215824"/>
                </a:lnTo>
                <a:lnTo>
                  <a:pt x="431411" y="215175"/>
                </a:lnTo>
                <a:lnTo>
                  <a:pt x="431830" y="214540"/>
                </a:lnTo>
                <a:lnTo>
                  <a:pt x="432261" y="213891"/>
                </a:lnTo>
                <a:lnTo>
                  <a:pt x="432680" y="213243"/>
                </a:lnTo>
                <a:lnTo>
                  <a:pt x="433111" y="212607"/>
                </a:lnTo>
                <a:lnTo>
                  <a:pt x="433529" y="211958"/>
                </a:lnTo>
                <a:lnTo>
                  <a:pt x="433948" y="211323"/>
                </a:lnTo>
                <a:lnTo>
                  <a:pt x="434367" y="210687"/>
                </a:lnTo>
                <a:lnTo>
                  <a:pt x="434798" y="210051"/>
                </a:lnTo>
                <a:lnTo>
                  <a:pt x="435216" y="209415"/>
                </a:lnTo>
                <a:lnTo>
                  <a:pt x="435648" y="208767"/>
                </a:lnTo>
                <a:lnTo>
                  <a:pt x="436066" y="208131"/>
                </a:lnTo>
                <a:lnTo>
                  <a:pt x="436485" y="207495"/>
                </a:lnTo>
                <a:lnTo>
                  <a:pt x="436916" y="206872"/>
                </a:lnTo>
                <a:lnTo>
                  <a:pt x="437335" y="206236"/>
                </a:lnTo>
                <a:lnTo>
                  <a:pt x="437753" y="205600"/>
                </a:lnTo>
                <a:lnTo>
                  <a:pt x="438185" y="204977"/>
                </a:lnTo>
                <a:lnTo>
                  <a:pt x="438603" y="204342"/>
                </a:lnTo>
                <a:lnTo>
                  <a:pt x="439034" y="203706"/>
                </a:lnTo>
                <a:lnTo>
                  <a:pt x="439440" y="203070"/>
                </a:lnTo>
                <a:lnTo>
                  <a:pt x="439872" y="202447"/>
                </a:lnTo>
                <a:lnTo>
                  <a:pt x="440290" y="201824"/>
                </a:lnTo>
                <a:lnTo>
                  <a:pt x="440721" y="201201"/>
                </a:lnTo>
                <a:lnTo>
                  <a:pt x="441140" y="200565"/>
                </a:lnTo>
                <a:lnTo>
                  <a:pt x="441559" y="199955"/>
                </a:lnTo>
                <a:lnTo>
                  <a:pt x="441990" y="199332"/>
                </a:lnTo>
                <a:lnTo>
                  <a:pt x="442408" y="198696"/>
                </a:lnTo>
                <a:lnTo>
                  <a:pt x="442827" y="198085"/>
                </a:lnTo>
                <a:lnTo>
                  <a:pt x="443258" y="197462"/>
                </a:lnTo>
                <a:lnTo>
                  <a:pt x="443677" y="196839"/>
                </a:lnTo>
                <a:lnTo>
                  <a:pt x="444108" y="196229"/>
                </a:lnTo>
                <a:lnTo>
                  <a:pt x="444514" y="195606"/>
                </a:lnTo>
                <a:lnTo>
                  <a:pt x="444945" y="194995"/>
                </a:lnTo>
                <a:lnTo>
                  <a:pt x="445364" y="194372"/>
                </a:lnTo>
                <a:lnTo>
                  <a:pt x="445795" y="193762"/>
                </a:lnTo>
                <a:lnTo>
                  <a:pt x="446214" y="193139"/>
                </a:lnTo>
                <a:lnTo>
                  <a:pt x="446632" y="192529"/>
                </a:lnTo>
                <a:lnTo>
                  <a:pt x="447064" y="191918"/>
                </a:lnTo>
                <a:lnTo>
                  <a:pt x="447482" y="191308"/>
                </a:lnTo>
                <a:lnTo>
                  <a:pt x="447901" y="190698"/>
                </a:lnTo>
                <a:lnTo>
                  <a:pt x="448332" y="190087"/>
                </a:lnTo>
                <a:lnTo>
                  <a:pt x="448751" y="189477"/>
                </a:lnTo>
                <a:lnTo>
                  <a:pt x="449182" y="188867"/>
                </a:lnTo>
                <a:lnTo>
                  <a:pt x="449600" y="188256"/>
                </a:lnTo>
                <a:lnTo>
                  <a:pt x="450019" y="187646"/>
                </a:lnTo>
                <a:lnTo>
                  <a:pt x="450438" y="187048"/>
                </a:lnTo>
                <a:lnTo>
                  <a:pt x="450869" y="186438"/>
                </a:lnTo>
                <a:lnTo>
                  <a:pt x="451287" y="185840"/>
                </a:lnTo>
                <a:lnTo>
                  <a:pt x="451719" y="185230"/>
                </a:lnTo>
                <a:lnTo>
                  <a:pt x="452137" y="184632"/>
                </a:lnTo>
                <a:lnTo>
                  <a:pt x="452556" y="184022"/>
                </a:lnTo>
                <a:lnTo>
                  <a:pt x="452974" y="183437"/>
                </a:lnTo>
                <a:lnTo>
                  <a:pt x="453406" y="182827"/>
                </a:lnTo>
                <a:lnTo>
                  <a:pt x="453824" y="182229"/>
                </a:lnTo>
                <a:lnTo>
                  <a:pt x="454256" y="181631"/>
                </a:lnTo>
                <a:lnTo>
                  <a:pt x="454674" y="181034"/>
                </a:lnTo>
                <a:lnTo>
                  <a:pt x="455093" y="180449"/>
                </a:lnTo>
                <a:lnTo>
                  <a:pt x="455524" y="179851"/>
                </a:lnTo>
                <a:lnTo>
                  <a:pt x="455943" y="179253"/>
                </a:lnTo>
                <a:lnTo>
                  <a:pt x="456361" y="178668"/>
                </a:lnTo>
                <a:lnTo>
                  <a:pt x="456792" y="178071"/>
                </a:lnTo>
                <a:lnTo>
                  <a:pt x="457211" y="177473"/>
                </a:lnTo>
                <a:lnTo>
                  <a:pt x="457642" y="176888"/>
                </a:lnTo>
                <a:lnTo>
                  <a:pt x="458061" y="176303"/>
                </a:lnTo>
                <a:lnTo>
                  <a:pt x="458479" y="175706"/>
                </a:lnTo>
                <a:lnTo>
                  <a:pt x="458911" y="175121"/>
                </a:lnTo>
                <a:lnTo>
                  <a:pt x="459329" y="174536"/>
                </a:lnTo>
                <a:lnTo>
                  <a:pt x="459761" y="173951"/>
                </a:lnTo>
                <a:lnTo>
                  <a:pt x="460166" y="173366"/>
                </a:lnTo>
                <a:lnTo>
                  <a:pt x="460598" y="172781"/>
                </a:lnTo>
                <a:lnTo>
                  <a:pt x="461016" y="172196"/>
                </a:lnTo>
                <a:lnTo>
                  <a:pt x="461448" y="171611"/>
                </a:lnTo>
                <a:lnTo>
                  <a:pt x="461866" y="171039"/>
                </a:lnTo>
                <a:lnTo>
                  <a:pt x="462285" y="170454"/>
                </a:lnTo>
                <a:lnTo>
                  <a:pt x="462716" y="169869"/>
                </a:lnTo>
                <a:lnTo>
                  <a:pt x="463135" y="169297"/>
                </a:lnTo>
                <a:lnTo>
                  <a:pt x="463553" y="168712"/>
                </a:lnTo>
                <a:lnTo>
                  <a:pt x="463984" y="168140"/>
                </a:lnTo>
                <a:lnTo>
                  <a:pt x="464403" y="167568"/>
                </a:lnTo>
                <a:lnTo>
                  <a:pt x="464834" y="166995"/>
                </a:lnTo>
                <a:lnTo>
                  <a:pt x="465253" y="166423"/>
                </a:lnTo>
                <a:lnTo>
                  <a:pt x="465671" y="165838"/>
                </a:lnTo>
                <a:lnTo>
                  <a:pt x="466090" y="165279"/>
                </a:lnTo>
                <a:lnTo>
                  <a:pt x="466521" y="164694"/>
                </a:lnTo>
                <a:lnTo>
                  <a:pt x="466940" y="164122"/>
                </a:lnTo>
                <a:lnTo>
                  <a:pt x="467371" y="163562"/>
                </a:lnTo>
                <a:lnTo>
                  <a:pt x="467790" y="162990"/>
                </a:lnTo>
                <a:lnTo>
                  <a:pt x="468208" y="162418"/>
                </a:lnTo>
                <a:lnTo>
                  <a:pt x="468627" y="161858"/>
                </a:lnTo>
                <a:lnTo>
                  <a:pt x="469058" y="161299"/>
                </a:lnTo>
                <a:lnTo>
                  <a:pt x="469477" y="160727"/>
                </a:lnTo>
                <a:lnTo>
                  <a:pt x="469908" y="160167"/>
                </a:lnTo>
                <a:lnTo>
                  <a:pt x="470326" y="159595"/>
                </a:lnTo>
                <a:lnTo>
                  <a:pt x="470745" y="159035"/>
                </a:lnTo>
                <a:lnTo>
                  <a:pt x="471164" y="158476"/>
                </a:lnTo>
                <a:lnTo>
                  <a:pt x="471595" y="157916"/>
                </a:lnTo>
                <a:lnTo>
                  <a:pt x="472014" y="157357"/>
                </a:lnTo>
                <a:lnTo>
                  <a:pt x="472445" y="156797"/>
                </a:lnTo>
                <a:lnTo>
                  <a:pt x="472851" y="156251"/>
                </a:lnTo>
                <a:lnTo>
                  <a:pt x="473295" y="155678"/>
                </a:lnTo>
                <a:lnTo>
                  <a:pt x="473701" y="155132"/>
                </a:lnTo>
                <a:lnTo>
                  <a:pt x="474132" y="154572"/>
                </a:lnTo>
                <a:lnTo>
                  <a:pt x="474550" y="154025"/>
                </a:lnTo>
                <a:lnTo>
                  <a:pt x="474969" y="153466"/>
                </a:lnTo>
                <a:lnTo>
                  <a:pt x="475400" y="152906"/>
                </a:lnTo>
                <a:lnTo>
                  <a:pt x="475819" y="152360"/>
                </a:lnTo>
                <a:lnTo>
                  <a:pt x="476237" y="151813"/>
                </a:lnTo>
                <a:lnTo>
                  <a:pt x="476669" y="151266"/>
                </a:lnTo>
                <a:lnTo>
                  <a:pt x="477087" y="150719"/>
                </a:lnTo>
                <a:lnTo>
                  <a:pt x="477518" y="150172"/>
                </a:lnTo>
                <a:lnTo>
                  <a:pt x="477937" y="149626"/>
                </a:lnTo>
                <a:lnTo>
                  <a:pt x="478356" y="149079"/>
                </a:lnTo>
                <a:lnTo>
                  <a:pt x="478774" y="148532"/>
                </a:lnTo>
                <a:lnTo>
                  <a:pt x="479205" y="147998"/>
                </a:lnTo>
                <a:lnTo>
                  <a:pt x="479624" y="147451"/>
                </a:lnTo>
                <a:lnTo>
                  <a:pt x="480055" y="146905"/>
                </a:lnTo>
                <a:lnTo>
                  <a:pt x="480474" y="146370"/>
                </a:lnTo>
                <a:lnTo>
                  <a:pt x="480892" y="145824"/>
                </a:lnTo>
                <a:lnTo>
                  <a:pt x="481311" y="145290"/>
                </a:lnTo>
                <a:lnTo>
                  <a:pt x="481742" y="144743"/>
                </a:lnTo>
                <a:lnTo>
                  <a:pt x="482161" y="144209"/>
                </a:lnTo>
                <a:lnTo>
                  <a:pt x="482592" y="143675"/>
                </a:lnTo>
                <a:lnTo>
                  <a:pt x="483011" y="143141"/>
                </a:lnTo>
                <a:lnTo>
                  <a:pt x="483429" y="142607"/>
                </a:lnTo>
                <a:lnTo>
                  <a:pt x="483861" y="142073"/>
                </a:lnTo>
                <a:lnTo>
                  <a:pt x="484279" y="141538"/>
                </a:lnTo>
                <a:lnTo>
                  <a:pt x="484698" y="141004"/>
                </a:lnTo>
                <a:lnTo>
                  <a:pt x="485129" y="140483"/>
                </a:lnTo>
                <a:lnTo>
                  <a:pt x="485548" y="139949"/>
                </a:lnTo>
                <a:lnTo>
                  <a:pt x="485979" y="139428"/>
                </a:lnTo>
                <a:lnTo>
                  <a:pt x="486385" y="138894"/>
                </a:lnTo>
                <a:lnTo>
                  <a:pt x="486816" y="138372"/>
                </a:lnTo>
                <a:lnTo>
                  <a:pt x="487235" y="137838"/>
                </a:lnTo>
                <a:lnTo>
                  <a:pt x="487666" y="137317"/>
                </a:lnTo>
                <a:lnTo>
                  <a:pt x="488084" y="136796"/>
                </a:lnTo>
                <a:lnTo>
                  <a:pt x="488503" y="136261"/>
                </a:lnTo>
                <a:lnTo>
                  <a:pt x="488934" y="135740"/>
                </a:lnTo>
                <a:lnTo>
                  <a:pt x="489353" y="135231"/>
                </a:lnTo>
                <a:lnTo>
                  <a:pt x="489771" y="134710"/>
                </a:lnTo>
                <a:lnTo>
                  <a:pt x="490203" y="134189"/>
                </a:lnTo>
                <a:lnTo>
                  <a:pt x="490621" y="133667"/>
                </a:lnTo>
                <a:lnTo>
                  <a:pt x="491053" y="133146"/>
                </a:lnTo>
                <a:lnTo>
                  <a:pt x="491471" y="132625"/>
                </a:lnTo>
                <a:lnTo>
                  <a:pt x="491890" y="132116"/>
                </a:lnTo>
                <a:lnTo>
                  <a:pt x="492308" y="131607"/>
                </a:lnTo>
                <a:lnTo>
                  <a:pt x="492740" y="131086"/>
                </a:lnTo>
                <a:lnTo>
                  <a:pt x="493158" y="130578"/>
                </a:lnTo>
                <a:lnTo>
                  <a:pt x="493589" y="130069"/>
                </a:lnTo>
                <a:lnTo>
                  <a:pt x="494008" y="129560"/>
                </a:lnTo>
                <a:lnTo>
                  <a:pt x="494427" y="129052"/>
                </a:lnTo>
                <a:lnTo>
                  <a:pt x="494845" y="128543"/>
                </a:lnTo>
                <a:lnTo>
                  <a:pt x="495276" y="128034"/>
                </a:lnTo>
                <a:lnTo>
                  <a:pt x="495708" y="127526"/>
                </a:lnTo>
                <a:lnTo>
                  <a:pt x="496126" y="127017"/>
                </a:lnTo>
                <a:lnTo>
                  <a:pt x="496545" y="126508"/>
                </a:lnTo>
                <a:lnTo>
                  <a:pt x="496963" y="126013"/>
                </a:lnTo>
                <a:lnTo>
                  <a:pt x="497395" y="125504"/>
                </a:lnTo>
                <a:lnTo>
                  <a:pt x="497813" y="124995"/>
                </a:lnTo>
                <a:lnTo>
                  <a:pt x="498245" y="124499"/>
                </a:lnTo>
                <a:lnTo>
                  <a:pt x="498663" y="124003"/>
                </a:lnTo>
                <a:lnTo>
                  <a:pt x="499082" y="123508"/>
                </a:lnTo>
                <a:lnTo>
                  <a:pt x="499513" y="123012"/>
                </a:lnTo>
                <a:lnTo>
                  <a:pt x="499932" y="122516"/>
                </a:lnTo>
                <a:lnTo>
                  <a:pt x="500350" y="122020"/>
                </a:lnTo>
                <a:lnTo>
                  <a:pt x="500781" y="121524"/>
                </a:lnTo>
                <a:lnTo>
                  <a:pt x="501200" y="121028"/>
                </a:lnTo>
                <a:lnTo>
                  <a:pt x="501631" y="120532"/>
                </a:lnTo>
                <a:lnTo>
                  <a:pt x="502037" y="120036"/>
                </a:lnTo>
                <a:lnTo>
                  <a:pt x="502468" y="119540"/>
                </a:lnTo>
                <a:lnTo>
                  <a:pt x="502887" y="119044"/>
                </a:lnTo>
                <a:lnTo>
                  <a:pt x="503318" y="118561"/>
                </a:lnTo>
                <a:lnTo>
                  <a:pt x="503737" y="118065"/>
                </a:lnTo>
                <a:lnTo>
                  <a:pt x="504155" y="117582"/>
                </a:lnTo>
                <a:lnTo>
                  <a:pt x="504587" y="117099"/>
                </a:lnTo>
                <a:lnTo>
                  <a:pt x="505005" y="116616"/>
                </a:lnTo>
                <a:lnTo>
                  <a:pt x="505424" y="116132"/>
                </a:lnTo>
                <a:lnTo>
                  <a:pt x="505855" y="115649"/>
                </a:lnTo>
                <a:lnTo>
                  <a:pt x="506274" y="115166"/>
                </a:lnTo>
                <a:lnTo>
                  <a:pt x="506705" y="114683"/>
                </a:lnTo>
                <a:lnTo>
                  <a:pt x="507111" y="114200"/>
                </a:lnTo>
                <a:lnTo>
                  <a:pt x="507542" y="113716"/>
                </a:lnTo>
                <a:lnTo>
                  <a:pt x="507961" y="113233"/>
                </a:lnTo>
                <a:lnTo>
                  <a:pt x="508392" y="112763"/>
                </a:lnTo>
                <a:lnTo>
                  <a:pt x="508811" y="112280"/>
                </a:lnTo>
                <a:lnTo>
                  <a:pt x="509229" y="111809"/>
                </a:lnTo>
                <a:lnTo>
                  <a:pt x="509660" y="111339"/>
                </a:lnTo>
                <a:lnTo>
                  <a:pt x="510079" y="110868"/>
                </a:lnTo>
                <a:lnTo>
                  <a:pt x="510498" y="110385"/>
                </a:lnTo>
                <a:lnTo>
                  <a:pt x="510929" y="109914"/>
                </a:lnTo>
                <a:lnTo>
                  <a:pt x="511347" y="109444"/>
                </a:lnTo>
                <a:lnTo>
                  <a:pt x="511779" y="108973"/>
                </a:lnTo>
                <a:lnTo>
                  <a:pt x="512197" y="108503"/>
                </a:lnTo>
                <a:lnTo>
                  <a:pt x="512616" y="108032"/>
                </a:lnTo>
                <a:lnTo>
                  <a:pt x="513034" y="107562"/>
                </a:lnTo>
                <a:lnTo>
                  <a:pt x="513466" y="107092"/>
                </a:lnTo>
                <a:lnTo>
                  <a:pt x="513884" y="106634"/>
                </a:lnTo>
                <a:lnTo>
                  <a:pt x="514315" y="106163"/>
                </a:lnTo>
                <a:lnTo>
                  <a:pt x="514734" y="105706"/>
                </a:lnTo>
                <a:lnTo>
                  <a:pt x="515153" y="105235"/>
                </a:lnTo>
                <a:lnTo>
                  <a:pt x="515571" y="104777"/>
                </a:lnTo>
                <a:lnTo>
                  <a:pt x="516002" y="104319"/>
                </a:lnTo>
                <a:lnTo>
                  <a:pt x="516421" y="103862"/>
                </a:lnTo>
                <a:lnTo>
                  <a:pt x="516852" y="103391"/>
                </a:lnTo>
                <a:lnTo>
                  <a:pt x="517271" y="102933"/>
                </a:lnTo>
                <a:lnTo>
                  <a:pt x="517689" y="102488"/>
                </a:lnTo>
                <a:lnTo>
                  <a:pt x="518121" y="102031"/>
                </a:lnTo>
                <a:lnTo>
                  <a:pt x="518539" y="101573"/>
                </a:lnTo>
                <a:lnTo>
                  <a:pt x="518958" y="101115"/>
                </a:lnTo>
                <a:lnTo>
                  <a:pt x="519389" y="100657"/>
                </a:lnTo>
                <a:lnTo>
                  <a:pt x="519808" y="100212"/>
                </a:lnTo>
                <a:lnTo>
                  <a:pt x="520239" y="99755"/>
                </a:lnTo>
                <a:lnTo>
                  <a:pt x="520645" y="99309"/>
                </a:lnTo>
                <a:lnTo>
                  <a:pt x="521076" y="98864"/>
                </a:lnTo>
                <a:lnTo>
                  <a:pt x="521495" y="98419"/>
                </a:lnTo>
                <a:lnTo>
                  <a:pt x="521926" y="97974"/>
                </a:lnTo>
                <a:lnTo>
                  <a:pt x="522345" y="97517"/>
                </a:lnTo>
                <a:lnTo>
                  <a:pt x="522763" y="97072"/>
                </a:lnTo>
                <a:lnTo>
                  <a:pt x="523194" y="96626"/>
                </a:lnTo>
                <a:lnTo>
                  <a:pt x="523613" y="96194"/>
                </a:lnTo>
                <a:lnTo>
                  <a:pt x="524032" y="95736"/>
                </a:lnTo>
                <a:lnTo>
                  <a:pt x="524463" y="95304"/>
                </a:lnTo>
                <a:lnTo>
                  <a:pt x="524881" y="94859"/>
                </a:lnTo>
                <a:lnTo>
                  <a:pt x="525313" y="94427"/>
                </a:lnTo>
                <a:lnTo>
                  <a:pt x="525731" y="93982"/>
                </a:lnTo>
                <a:lnTo>
                  <a:pt x="526150" y="93549"/>
                </a:lnTo>
                <a:lnTo>
                  <a:pt x="526568" y="93117"/>
                </a:lnTo>
                <a:lnTo>
                  <a:pt x="527000" y="92685"/>
                </a:lnTo>
                <a:lnTo>
                  <a:pt x="527418" y="92240"/>
                </a:lnTo>
                <a:lnTo>
                  <a:pt x="527850" y="91807"/>
                </a:lnTo>
                <a:lnTo>
                  <a:pt x="528268" y="91375"/>
                </a:lnTo>
                <a:lnTo>
                  <a:pt x="528687" y="90943"/>
                </a:lnTo>
                <a:lnTo>
                  <a:pt x="529105" y="90510"/>
                </a:lnTo>
                <a:lnTo>
                  <a:pt x="529537" y="90078"/>
                </a:lnTo>
                <a:lnTo>
                  <a:pt x="529955" y="89658"/>
                </a:lnTo>
                <a:lnTo>
                  <a:pt x="530386" y="89226"/>
                </a:lnTo>
                <a:lnTo>
                  <a:pt x="530805" y="88806"/>
                </a:lnTo>
                <a:lnTo>
                  <a:pt x="531224" y="88374"/>
                </a:lnTo>
                <a:lnTo>
                  <a:pt x="531655" y="87954"/>
                </a:lnTo>
                <a:lnTo>
                  <a:pt x="532073" y="87522"/>
                </a:lnTo>
                <a:lnTo>
                  <a:pt x="532492" y="87102"/>
                </a:lnTo>
                <a:lnTo>
                  <a:pt x="532923" y="86683"/>
                </a:lnTo>
                <a:lnTo>
                  <a:pt x="533342" y="86263"/>
                </a:lnTo>
                <a:lnTo>
                  <a:pt x="533773" y="85844"/>
                </a:lnTo>
                <a:lnTo>
                  <a:pt x="534192" y="85424"/>
                </a:lnTo>
                <a:lnTo>
                  <a:pt x="534610" y="85004"/>
                </a:lnTo>
                <a:lnTo>
                  <a:pt x="535042" y="84585"/>
                </a:lnTo>
                <a:lnTo>
                  <a:pt x="535460" y="84178"/>
                </a:lnTo>
                <a:lnTo>
                  <a:pt x="535891" y="83758"/>
                </a:lnTo>
                <a:lnTo>
                  <a:pt x="536297" y="83339"/>
                </a:lnTo>
                <a:lnTo>
                  <a:pt x="536729" y="82932"/>
                </a:lnTo>
                <a:lnTo>
                  <a:pt x="537147" y="82525"/>
                </a:lnTo>
                <a:lnTo>
                  <a:pt x="537578" y="82105"/>
                </a:lnTo>
                <a:lnTo>
                  <a:pt x="537997" y="81698"/>
                </a:lnTo>
                <a:lnTo>
                  <a:pt x="538416" y="81291"/>
                </a:lnTo>
                <a:lnTo>
                  <a:pt x="538847" y="80884"/>
                </a:lnTo>
                <a:lnTo>
                  <a:pt x="539265" y="80477"/>
                </a:lnTo>
                <a:lnTo>
                  <a:pt x="539684" y="80071"/>
                </a:lnTo>
                <a:lnTo>
                  <a:pt x="540115" y="79664"/>
                </a:lnTo>
                <a:lnTo>
                  <a:pt x="540534" y="79257"/>
                </a:lnTo>
                <a:lnTo>
                  <a:pt x="540965" y="78850"/>
                </a:lnTo>
                <a:lnTo>
                  <a:pt x="541371" y="78456"/>
                </a:lnTo>
                <a:lnTo>
                  <a:pt x="541802" y="78049"/>
                </a:lnTo>
                <a:lnTo>
                  <a:pt x="542221" y="77655"/>
                </a:lnTo>
                <a:lnTo>
                  <a:pt x="542652" y="77260"/>
                </a:lnTo>
                <a:lnTo>
                  <a:pt x="543071" y="76866"/>
                </a:lnTo>
                <a:lnTo>
                  <a:pt x="543489" y="76459"/>
                </a:lnTo>
                <a:lnTo>
                  <a:pt x="543921" y="76065"/>
                </a:lnTo>
                <a:lnTo>
                  <a:pt x="544339" y="75671"/>
                </a:lnTo>
                <a:lnTo>
                  <a:pt x="544758" y="75277"/>
                </a:lnTo>
                <a:lnTo>
                  <a:pt x="545189" y="74883"/>
                </a:lnTo>
                <a:lnTo>
                  <a:pt x="545608" y="74488"/>
                </a:lnTo>
                <a:lnTo>
                  <a:pt x="546039" y="74107"/>
                </a:lnTo>
                <a:lnTo>
                  <a:pt x="546457" y="73700"/>
                </a:lnTo>
                <a:lnTo>
                  <a:pt x="546876" y="73319"/>
                </a:lnTo>
                <a:lnTo>
                  <a:pt x="547295" y="72937"/>
                </a:lnTo>
                <a:lnTo>
                  <a:pt x="547726" y="72543"/>
                </a:lnTo>
                <a:lnTo>
                  <a:pt x="548144" y="72161"/>
                </a:lnTo>
                <a:lnTo>
                  <a:pt x="548576" y="71767"/>
                </a:lnTo>
                <a:lnTo>
                  <a:pt x="548994" y="71398"/>
                </a:lnTo>
                <a:lnTo>
                  <a:pt x="549413" y="71017"/>
                </a:lnTo>
                <a:lnTo>
                  <a:pt x="549831" y="70635"/>
                </a:lnTo>
                <a:lnTo>
                  <a:pt x="550263" y="70241"/>
                </a:lnTo>
                <a:lnTo>
                  <a:pt x="550681" y="69860"/>
                </a:lnTo>
                <a:lnTo>
                  <a:pt x="551112" y="69478"/>
                </a:lnTo>
                <a:lnTo>
                  <a:pt x="551531" y="69110"/>
                </a:lnTo>
                <a:lnTo>
                  <a:pt x="551950" y="68728"/>
                </a:lnTo>
                <a:lnTo>
                  <a:pt x="552381" y="68347"/>
                </a:lnTo>
                <a:lnTo>
                  <a:pt x="552800" y="67978"/>
                </a:lnTo>
                <a:lnTo>
                  <a:pt x="553218" y="67609"/>
                </a:lnTo>
                <a:lnTo>
                  <a:pt x="553649" y="67228"/>
                </a:lnTo>
                <a:lnTo>
                  <a:pt x="554068" y="66859"/>
                </a:lnTo>
                <a:lnTo>
                  <a:pt x="554499" y="66490"/>
                </a:lnTo>
                <a:lnTo>
                  <a:pt x="554905" y="66121"/>
                </a:lnTo>
                <a:lnTo>
                  <a:pt x="555336" y="65753"/>
                </a:lnTo>
                <a:lnTo>
                  <a:pt x="555755" y="65384"/>
                </a:lnTo>
                <a:lnTo>
                  <a:pt x="556186" y="65015"/>
                </a:lnTo>
                <a:lnTo>
                  <a:pt x="556605" y="64646"/>
                </a:lnTo>
                <a:lnTo>
                  <a:pt x="557023" y="64278"/>
                </a:lnTo>
                <a:lnTo>
                  <a:pt x="557455" y="63922"/>
                </a:lnTo>
                <a:lnTo>
                  <a:pt x="557873" y="63553"/>
                </a:lnTo>
                <a:lnTo>
                  <a:pt x="558292" y="63197"/>
                </a:lnTo>
                <a:lnTo>
                  <a:pt x="558723" y="62841"/>
                </a:lnTo>
                <a:lnTo>
                  <a:pt x="559142" y="62472"/>
                </a:lnTo>
                <a:lnTo>
                  <a:pt x="559573" y="62116"/>
                </a:lnTo>
                <a:lnTo>
                  <a:pt x="559991" y="61760"/>
                </a:lnTo>
                <a:lnTo>
                  <a:pt x="560410" y="61391"/>
                </a:lnTo>
                <a:lnTo>
                  <a:pt x="560829" y="61035"/>
                </a:lnTo>
                <a:lnTo>
                  <a:pt x="561260" y="60692"/>
                </a:lnTo>
                <a:lnTo>
                  <a:pt x="561678" y="60336"/>
                </a:lnTo>
                <a:lnTo>
                  <a:pt x="562110" y="59980"/>
                </a:lnTo>
                <a:lnTo>
                  <a:pt x="562528" y="59624"/>
                </a:lnTo>
                <a:lnTo>
                  <a:pt x="562947" y="59268"/>
                </a:lnTo>
                <a:lnTo>
                  <a:pt x="563365" y="58924"/>
                </a:lnTo>
                <a:lnTo>
                  <a:pt x="563797" y="58581"/>
                </a:lnTo>
                <a:lnTo>
                  <a:pt x="564215" y="58225"/>
                </a:lnTo>
                <a:lnTo>
                  <a:pt x="564647" y="57882"/>
                </a:lnTo>
                <a:lnTo>
                  <a:pt x="565065" y="57538"/>
                </a:lnTo>
                <a:lnTo>
                  <a:pt x="565484" y="57195"/>
                </a:lnTo>
                <a:lnTo>
                  <a:pt x="565915" y="56852"/>
                </a:lnTo>
                <a:lnTo>
                  <a:pt x="566334" y="56496"/>
                </a:lnTo>
                <a:lnTo>
                  <a:pt x="566752" y="56165"/>
                </a:lnTo>
                <a:lnTo>
                  <a:pt x="567183" y="55822"/>
                </a:lnTo>
                <a:lnTo>
                  <a:pt x="567602" y="55491"/>
                </a:lnTo>
                <a:lnTo>
                  <a:pt x="568033" y="55135"/>
                </a:lnTo>
                <a:lnTo>
                  <a:pt x="568439" y="54804"/>
                </a:lnTo>
                <a:lnTo>
                  <a:pt x="568870" y="54474"/>
                </a:lnTo>
                <a:lnTo>
                  <a:pt x="569289" y="54130"/>
                </a:lnTo>
                <a:lnTo>
                  <a:pt x="569720" y="53800"/>
                </a:lnTo>
                <a:lnTo>
                  <a:pt x="570139" y="53469"/>
                </a:lnTo>
                <a:lnTo>
                  <a:pt x="570557" y="53126"/>
                </a:lnTo>
                <a:lnTo>
                  <a:pt x="570989" y="52808"/>
                </a:lnTo>
                <a:lnTo>
                  <a:pt x="571407" y="52465"/>
                </a:lnTo>
                <a:lnTo>
                  <a:pt x="571839" y="52134"/>
                </a:lnTo>
                <a:lnTo>
                  <a:pt x="572257" y="51816"/>
                </a:lnTo>
                <a:lnTo>
                  <a:pt x="572676" y="51486"/>
                </a:lnTo>
                <a:lnTo>
                  <a:pt x="573107" y="51155"/>
                </a:lnTo>
                <a:lnTo>
                  <a:pt x="573526" y="50837"/>
                </a:lnTo>
                <a:lnTo>
                  <a:pt x="573944" y="50506"/>
                </a:lnTo>
                <a:lnTo>
                  <a:pt x="574375" y="50189"/>
                </a:lnTo>
                <a:lnTo>
                  <a:pt x="574794" y="49858"/>
                </a:lnTo>
                <a:lnTo>
                  <a:pt x="575225" y="49540"/>
                </a:lnTo>
                <a:lnTo>
                  <a:pt x="575644" y="49222"/>
                </a:lnTo>
                <a:lnTo>
                  <a:pt x="576062" y="48904"/>
                </a:lnTo>
                <a:lnTo>
                  <a:pt x="576481" y="48586"/>
                </a:lnTo>
                <a:lnTo>
                  <a:pt x="576912" y="48268"/>
                </a:lnTo>
                <a:lnTo>
                  <a:pt x="577331" y="47951"/>
                </a:lnTo>
                <a:lnTo>
                  <a:pt x="577762" y="47633"/>
                </a:lnTo>
                <a:lnTo>
                  <a:pt x="578181" y="47328"/>
                </a:lnTo>
                <a:lnTo>
                  <a:pt x="578599" y="47010"/>
                </a:lnTo>
                <a:lnTo>
                  <a:pt x="579018" y="46692"/>
                </a:lnTo>
                <a:lnTo>
                  <a:pt x="579449" y="46374"/>
                </a:lnTo>
                <a:lnTo>
                  <a:pt x="579868" y="46069"/>
                </a:lnTo>
                <a:lnTo>
                  <a:pt x="580299" y="45763"/>
                </a:lnTo>
                <a:lnTo>
                  <a:pt x="580718" y="45458"/>
                </a:lnTo>
                <a:lnTo>
                  <a:pt x="581136" y="45140"/>
                </a:lnTo>
                <a:lnTo>
                  <a:pt x="581555" y="44835"/>
                </a:lnTo>
                <a:lnTo>
                  <a:pt x="581986" y="44530"/>
                </a:lnTo>
                <a:lnTo>
                  <a:pt x="582405" y="44225"/>
                </a:lnTo>
                <a:lnTo>
                  <a:pt x="582836" y="43932"/>
                </a:lnTo>
                <a:lnTo>
                  <a:pt x="583254" y="43627"/>
                </a:lnTo>
                <a:lnTo>
                  <a:pt x="583673" y="43322"/>
                </a:lnTo>
                <a:lnTo>
                  <a:pt x="584092" y="43030"/>
                </a:lnTo>
                <a:lnTo>
                  <a:pt x="584523" y="42724"/>
                </a:lnTo>
                <a:lnTo>
                  <a:pt x="584941" y="42432"/>
                </a:lnTo>
                <a:lnTo>
                  <a:pt x="585373" y="42127"/>
                </a:lnTo>
                <a:lnTo>
                  <a:pt x="585791" y="41834"/>
                </a:lnTo>
                <a:lnTo>
                  <a:pt x="586210" y="41542"/>
                </a:lnTo>
                <a:lnTo>
                  <a:pt x="586641" y="41249"/>
                </a:lnTo>
                <a:lnTo>
                  <a:pt x="587060" y="40944"/>
                </a:lnTo>
                <a:lnTo>
                  <a:pt x="587478" y="40664"/>
                </a:lnTo>
                <a:lnTo>
                  <a:pt x="587910" y="40372"/>
                </a:lnTo>
                <a:lnTo>
                  <a:pt x="588328" y="40080"/>
                </a:lnTo>
                <a:lnTo>
                  <a:pt x="588759" y="39787"/>
                </a:lnTo>
                <a:lnTo>
                  <a:pt x="589165" y="39507"/>
                </a:lnTo>
                <a:lnTo>
                  <a:pt x="589597" y="39215"/>
                </a:lnTo>
                <a:lnTo>
                  <a:pt x="590015" y="38935"/>
                </a:lnTo>
                <a:lnTo>
                  <a:pt x="590446" y="38643"/>
                </a:lnTo>
                <a:lnTo>
                  <a:pt x="590865" y="38363"/>
                </a:lnTo>
                <a:lnTo>
                  <a:pt x="591284" y="38070"/>
                </a:lnTo>
                <a:lnTo>
                  <a:pt x="591702" y="37791"/>
                </a:lnTo>
                <a:lnTo>
                  <a:pt x="592133" y="37524"/>
                </a:lnTo>
                <a:lnTo>
                  <a:pt x="592552" y="37231"/>
                </a:lnTo>
                <a:lnTo>
                  <a:pt x="592983" y="36964"/>
                </a:lnTo>
                <a:lnTo>
                  <a:pt x="593402" y="36684"/>
                </a:lnTo>
                <a:lnTo>
                  <a:pt x="593820" y="36405"/>
                </a:lnTo>
                <a:lnTo>
                  <a:pt x="594252" y="36125"/>
                </a:lnTo>
                <a:lnTo>
                  <a:pt x="594670" y="35858"/>
                </a:lnTo>
                <a:lnTo>
                  <a:pt x="595089" y="35578"/>
                </a:lnTo>
                <a:lnTo>
                  <a:pt x="595520" y="35311"/>
                </a:lnTo>
                <a:lnTo>
                  <a:pt x="595939" y="35044"/>
                </a:lnTo>
                <a:lnTo>
                  <a:pt x="596370" y="34777"/>
                </a:lnTo>
                <a:lnTo>
                  <a:pt x="596776" y="34497"/>
                </a:lnTo>
                <a:lnTo>
                  <a:pt x="597207" y="34230"/>
                </a:lnTo>
                <a:lnTo>
                  <a:pt x="597626" y="33963"/>
                </a:lnTo>
                <a:lnTo>
                  <a:pt x="598057" y="33696"/>
                </a:lnTo>
                <a:lnTo>
                  <a:pt x="598475" y="33429"/>
                </a:lnTo>
                <a:lnTo>
                  <a:pt x="598894" y="33162"/>
                </a:lnTo>
                <a:lnTo>
                  <a:pt x="599325" y="32908"/>
                </a:lnTo>
                <a:lnTo>
                  <a:pt x="599744" y="32641"/>
                </a:lnTo>
                <a:lnTo>
                  <a:pt x="600163" y="32387"/>
                </a:lnTo>
                <a:lnTo>
                  <a:pt x="600594" y="32119"/>
                </a:lnTo>
                <a:lnTo>
                  <a:pt x="601012" y="31865"/>
                </a:lnTo>
                <a:lnTo>
                  <a:pt x="601444" y="31611"/>
                </a:lnTo>
                <a:lnTo>
                  <a:pt x="601862" y="31344"/>
                </a:lnTo>
                <a:lnTo>
                  <a:pt x="602281" y="31090"/>
                </a:lnTo>
                <a:lnTo>
                  <a:pt x="602699" y="30835"/>
                </a:lnTo>
                <a:lnTo>
                  <a:pt x="603131" y="30581"/>
                </a:lnTo>
                <a:lnTo>
                  <a:pt x="603549" y="30327"/>
                </a:lnTo>
                <a:lnTo>
                  <a:pt x="603980" y="30072"/>
                </a:lnTo>
                <a:lnTo>
                  <a:pt x="604399" y="29831"/>
                </a:lnTo>
                <a:lnTo>
                  <a:pt x="604818" y="29576"/>
                </a:lnTo>
                <a:lnTo>
                  <a:pt x="605236" y="29335"/>
                </a:lnTo>
                <a:lnTo>
                  <a:pt x="605667" y="29080"/>
                </a:lnTo>
                <a:lnTo>
                  <a:pt x="606086" y="28839"/>
                </a:lnTo>
                <a:lnTo>
                  <a:pt x="606517" y="28585"/>
                </a:lnTo>
                <a:lnTo>
                  <a:pt x="606936" y="28343"/>
                </a:lnTo>
                <a:lnTo>
                  <a:pt x="607354" y="28101"/>
                </a:lnTo>
                <a:lnTo>
                  <a:pt x="607786" y="27860"/>
                </a:lnTo>
                <a:lnTo>
                  <a:pt x="608204" y="27618"/>
                </a:lnTo>
                <a:lnTo>
                  <a:pt x="608623" y="27377"/>
                </a:lnTo>
                <a:lnTo>
                  <a:pt x="609054" y="27135"/>
                </a:lnTo>
                <a:lnTo>
                  <a:pt x="609473" y="26906"/>
                </a:lnTo>
                <a:lnTo>
                  <a:pt x="609904" y="26664"/>
                </a:lnTo>
                <a:lnTo>
                  <a:pt x="610323" y="26423"/>
                </a:lnTo>
                <a:lnTo>
                  <a:pt x="610741" y="26194"/>
                </a:lnTo>
                <a:lnTo>
                  <a:pt x="611172" y="25952"/>
                </a:lnTo>
                <a:lnTo>
                  <a:pt x="611591" y="25723"/>
                </a:lnTo>
                <a:lnTo>
                  <a:pt x="612022" y="25495"/>
                </a:lnTo>
                <a:lnTo>
                  <a:pt x="612428" y="25266"/>
                </a:lnTo>
                <a:lnTo>
                  <a:pt x="612859" y="25024"/>
                </a:lnTo>
                <a:lnTo>
                  <a:pt x="613278" y="24795"/>
                </a:lnTo>
                <a:lnTo>
                  <a:pt x="613709" y="24566"/>
                </a:lnTo>
                <a:lnTo>
                  <a:pt x="614128" y="24350"/>
                </a:lnTo>
                <a:lnTo>
                  <a:pt x="614546" y="24121"/>
                </a:lnTo>
                <a:lnTo>
                  <a:pt x="614978" y="23892"/>
                </a:lnTo>
                <a:lnTo>
                  <a:pt x="615396" y="23676"/>
                </a:lnTo>
                <a:lnTo>
                  <a:pt x="615815" y="23447"/>
                </a:lnTo>
                <a:lnTo>
                  <a:pt x="616246" y="23231"/>
                </a:lnTo>
                <a:lnTo>
                  <a:pt x="616665" y="23015"/>
                </a:lnTo>
                <a:lnTo>
                  <a:pt x="617096" y="22786"/>
                </a:lnTo>
                <a:lnTo>
                  <a:pt x="617502" y="22570"/>
                </a:lnTo>
                <a:lnTo>
                  <a:pt x="617933" y="22354"/>
                </a:lnTo>
                <a:lnTo>
                  <a:pt x="618352" y="22138"/>
                </a:lnTo>
                <a:lnTo>
                  <a:pt x="618783" y="21921"/>
                </a:lnTo>
                <a:lnTo>
                  <a:pt x="619202" y="21705"/>
                </a:lnTo>
                <a:lnTo>
                  <a:pt x="619620" y="21489"/>
                </a:lnTo>
                <a:lnTo>
                  <a:pt x="620051" y="21273"/>
                </a:lnTo>
                <a:lnTo>
                  <a:pt x="620470" y="21069"/>
                </a:lnTo>
                <a:lnTo>
                  <a:pt x="620889" y="20866"/>
                </a:lnTo>
                <a:lnTo>
                  <a:pt x="621320" y="20650"/>
                </a:lnTo>
                <a:lnTo>
                  <a:pt x="621738" y="20446"/>
                </a:lnTo>
                <a:lnTo>
                  <a:pt x="622170" y="20243"/>
                </a:lnTo>
                <a:lnTo>
                  <a:pt x="622588" y="20027"/>
                </a:lnTo>
                <a:lnTo>
                  <a:pt x="623007" y="19823"/>
                </a:lnTo>
                <a:lnTo>
                  <a:pt x="623425" y="19620"/>
                </a:lnTo>
                <a:lnTo>
                  <a:pt x="623857" y="19416"/>
                </a:lnTo>
                <a:lnTo>
                  <a:pt x="624275" y="19213"/>
                </a:lnTo>
                <a:lnTo>
                  <a:pt x="624707" y="19022"/>
                </a:lnTo>
                <a:lnTo>
                  <a:pt x="625125" y="18819"/>
                </a:lnTo>
                <a:lnTo>
                  <a:pt x="625544" y="18615"/>
                </a:lnTo>
                <a:lnTo>
                  <a:pt x="625962" y="18425"/>
                </a:lnTo>
                <a:lnTo>
                  <a:pt x="626394" y="18221"/>
                </a:lnTo>
                <a:lnTo>
                  <a:pt x="626812" y="18030"/>
                </a:lnTo>
                <a:lnTo>
                  <a:pt x="627243" y="17840"/>
                </a:lnTo>
                <a:lnTo>
                  <a:pt x="627662" y="17636"/>
                </a:lnTo>
                <a:lnTo>
                  <a:pt x="628081" y="17458"/>
                </a:lnTo>
                <a:lnTo>
                  <a:pt x="628512" y="17255"/>
                </a:lnTo>
                <a:lnTo>
                  <a:pt x="628930" y="17077"/>
                </a:lnTo>
                <a:lnTo>
                  <a:pt x="629349" y="16873"/>
                </a:lnTo>
                <a:lnTo>
                  <a:pt x="629780" y="16683"/>
                </a:lnTo>
                <a:lnTo>
                  <a:pt x="630199" y="16505"/>
                </a:lnTo>
                <a:lnTo>
                  <a:pt x="630630" y="16314"/>
                </a:lnTo>
                <a:lnTo>
                  <a:pt x="631036" y="16123"/>
                </a:lnTo>
                <a:lnTo>
                  <a:pt x="631467" y="15945"/>
                </a:lnTo>
                <a:lnTo>
                  <a:pt x="631886" y="15767"/>
                </a:lnTo>
                <a:lnTo>
                  <a:pt x="632317" y="15576"/>
                </a:lnTo>
                <a:lnTo>
                  <a:pt x="632736" y="15398"/>
                </a:lnTo>
                <a:lnTo>
                  <a:pt x="633154" y="15220"/>
                </a:lnTo>
                <a:lnTo>
                  <a:pt x="633586" y="15042"/>
                </a:lnTo>
                <a:lnTo>
                  <a:pt x="634004" y="14864"/>
                </a:lnTo>
                <a:lnTo>
                  <a:pt x="634423" y="14686"/>
                </a:lnTo>
                <a:lnTo>
                  <a:pt x="634854" y="14508"/>
                </a:lnTo>
                <a:lnTo>
                  <a:pt x="635273" y="14343"/>
                </a:lnTo>
                <a:lnTo>
                  <a:pt x="635704" y="14165"/>
                </a:lnTo>
                <a:lnTo>
                  <a:pt x="636122" y="13987"/>
                </a:lnTo>
                <a:lnTo>
                  <a:pt x="636541" y="13822"/>
                </a:lnTo>
                <a:lnTo>
                  <a:pt x="636960" y="13643"/>
                </a:lnTo>
                <a:lnTo>
                  <a:pt x="637391" y="13478"/>
                </a:lnTo>
                <a:lnTo>
                  <a:pt x="637809" y="13313"/>
                </a:lnTo>
                <a:lnTo>
                  <a:pt x="638241" y="13148"/>
                </a:lnTo>
                <a:lnTo>
                  <a:pt x="638659" y="12982"/>
                </a:lnTo>
                <a:lnTo>
                  <a:pt x="639078" y="12817"/>
                </a:lnTo>
                <a:lnTo>
                  <a:pt x="639496" y="12652"/>
                </a:lnTo>
                <a:lnTo>
                  <a:pt x="639928" y="12486"/>
                </a:lnTo>
                <a:lnTo>
                  <a:pt x="640346" y="12334"/>
                </a:lnTo>
                <a:lnTo>
                  <a:pt x="640777" y="12168"/>
                </a:lnTo>
                <a:lnTo>
                  <a:pt x="641196" y="12003"/>
                </a:lnTo>
                <a:lnTo>
                  <a:pt x="641615" y="11851"/>
                </a:lnTo>
                <a:lnTo>
                  <a:pt x="642046" y="11698"/>
                </a:lnTo>
                <a:lnTo>
                  <a:pt x="642464" y="11533"/>
                </a:lnTo>
                <a:lnTo>
                  <a:pt x="642883" y="11380"/>
                </a:lnTo>
                <a:lnTo>
                  <a:pt x="643314" y="11215"/>
                </a:lnTo>
                <a:lnTo>
                  <a:pt x="643733" y="11062"/>
                </a:lnTo>
                <a:lnTo>
                  <a:pt x="644164" y="10910"/>
                </a:lnTo>
                <a:lnTo>
                  <a:pt x="644570" y="10770"/>
                </a:lnTo>
                <a:lnTo>
                  <a:pt x="645001" y="10617"/>
                </a:lnTo>
                <a:lnTo>
                  <a:pt x="645420" y="10465"/>
                </a:lnTo>
                <a:lnTo>
                  <a:pt x="645851" y="10325"/>
                </a:lnTo>
                <a:lnTo>
                  <a:pt x="646270" y="10172"/>
                </a:lnTo>
                <a:lnTo>
                  <a:pt x="646688" y="10032"/>
                </a:lnTo>
                <a:lnTo>
                  <a:pt x="647120" y="9880"/>
                </a:lnTo>
                <a:lnTo>
                  <a:pt x="647538" y="9740"/>
                </a:lnTo>
                <a:lnTo>
                  <a:pt x="647969" y="9587"/>
                </a:lnTo>
                <a:lnTo>
                  <a:pt x="648388" y="9447"/>
                </a:lnTo>
                <a:lnTo>
                  <a:pt x="648807" y="9307"/>
                </a:lnTo>
                <a:lnTo>
                  <a:pt x="649238" y="9168"/>
                </a:lnTo>
                <a:lnTo>
                  <a:pt x="649656" y="9028"/>
                </a:lnTo>
                <a:lnTo>
                  <a:pt x="650075" y="8888"/>
                </a:lnTo>
                <a:lnTo>
                  <a:pt x="650506" y="8761"/>
                </a:lnTo>
                <a:lnTo>
                  <a:pt x="650925" y="8621"/>
                </a:lnTo>
                <a:lnTo>
                  <a:pt x="651356" y="8481"/>
                </a:lnTo>
                <a:lnTo>
                  <a:pt x="651762" y="8354"/>
                </a:lnTo>
                <a:lnTo>
                  <a:pt x="652193" y="8214"/>
                </a:lnTo>
                <a:lnTo>
                  <a:pt x="652612" y="8087"/>
                </a:lnTo>
                <a:lnTo>
                  <a:pt x="653043" y="7960"/>
                </a:lnTo>
                <a:lnTo>
                  <a:pt x="653462" y="7832"/>
                </a:lnTo>
                <a:lnTo>
                  <a:pt x="653880" y="7705"/>
                </a:lnTo>
                <a:lnTo>
                  <a:pt x="654312" y="7578"/>
                </a:lnTo>
                <a:lnTo>
                  <a:pt x="654730" y="7451"/>
                </a:lnTo>
                <a:lnTo>
                  <a:pt x="655149" y="7324"/>
                </a:lnTo>
                <a:lnTo>
                  <a:pt x="655580" y="7197"/>
                </a:lnTo>
                <a:lnTo>
                  <a:pt x="655999" y="7082"/>
                </a:lnTo>
                <a:lnTo>
                  <a:pt x="656430" y="6955"/>
                </a:lnTo>
                <a:lnTo>
                  <a:pt x="656848" y="6841"/>
                </a:lnTo>
                <a:lnTo>
                  <a:pt x="657267" y="6713"/>
                </a:lnTo>
                <a:lnTo>
                  <a:pt x="657686" y="6599"/>
                </a:lnTo>
                <a:lnTo>
                  <a:pt x="658117" y="6472"/>
                </a:lnTo>
                <a:lnTo>
                  <a:pt x="658535" y="6357"/>
                </a:lnTo>
                <a:lnTo>
                  <a:pt x="658967" y="6243"/>
                </a:lnTo>
                <a:lnTo>
                  <a:pt x="659385" y="6128"/>
                </a:lnTo>
                <a:lnTo>
                  <a:pt x="659804" y="6014"/>
                </a:lnTo>
                <a:lnTo>
                  <a:pt x="660222" y="5900"/>
                </a:lnTo>
                <a:lnTo>
                  <a:pt x="660654" y="5798"/>
                </a:lnTo>
                <a:lnTo>
                  <a:pt x="661072" y="5683"/>
                </a:lnTo>
                <a:lnTo>
                  <a:pt x="661504" y="5569"/>
                </a:lnTo>
                <a:lnTo>
                  <a:pt x="661922" y="5467"/>
                </a:lnTo>
                <a:lnTo>
                  <a:pt x="662341" y="5353"/>
                </a:lnTo>
                <a:lnTo>
                  <a:pt x="662772" y="5251"/>
                </a:lnTo>
                <a:lnTo>
                  <a:pt x="663191" y="5149"/>
                </a:lnTo>
                <a:lnTo>
                  <a:pt x="663609" y="5035"/>
                </a:lnTo>
                <a:lnTo>
                  <a:pt x="664040" y="4946"/>
                </a:lnTo>
                <a:lnTo>
                  <a:pt x="664459" y="4844"/>
                </a:lnTo>
                <a:lnTo>
                  <a:pt x="664890" y="4730"/>
                </a:lnTo>
                <a:lnTo>
                  <a:pt x="665296" y="4628"/>
                </a:lnTo>
                <a:lnTo>
                  <a:pt x="665727" y="4539"/>
                </a:lnTo>
                <a:lnTo>
                  <a:pt x="666146" y="4450"/>
                </a:lnTo>
                <a:lnTo>
                  <a:pt x="666577" y="4348"/>
                </a:lnTo>
                <a:lnTo>
                  <a:pt x="666996" y="4247"/>
                </a:lnTo>
                <a:lnTo>
                  <a:pt x="667414" y="4158"/>
                </a:lnTo>
                <a:lnTo>
                  <a:pt x="667846" y="4069"/>
                </a:lnTo>
                <a:lnTo>
                  <a:pt x="668264" y="3967"/>
                </a:lnTo>
                <a:lnTo>
                  <a:pt x="668683" y="3878"/>
                </a:lnTo>
                <a:lnTo>
                  <a:pt x="669114" y="3789"/>
                </a:lnTo>
                <a:lnTo>
                  <a:pt x="669533" y="3700"/>
                </a:lnTo>
                <a:lnTo>
                  <a:pt x="669964" y="3611"/>
                </a:lnTo>
                <a:lnTo>
                  <a:pt x="670383" y="3522"/>
                </a:lnTo>
                <a:lnTo>
                  <a:pt x="670801" y="3433"/>
                </a:lnTo>
                <a:lnTo>
                  <a:pt x="671220" y="3344"/>
                </a:lnTo>
                <a:lnTo>
                  <a:pt x="671651" y="3267"/>
                </a:lnTo>
                <a:lnTo>
                  <a:pt x="672070" y="3191"/>
                </a:lnTo>
                <a:lnTo>
                  <a:pt x="672501" y="3102"/>
                </a:lnTo>
                <a:lnTo>
                  <a:pt x="672919" y="3026"/>
                </a:lnTo>
                <a:lnTo>
                  <a:pt x="673338" y="2950"/>
                </a:lnTo>
                <a:lnTo>
                  <a:pt x="673757" y="2861"/>
                </a:lnTo>
                <a:lnTo>
                  <a:pt x="674188" y="2784"/>
                </a:lnTo>
                <a:lnTo>
                  <a:pt x="674606" y="2708"/>
                </a:lnTo>
                <a:lnTo>
                  <a:pt x="675038" y="2632"/>
                </a:lnTo>
                <a:lnTo>
                  <a:pt x="675456" y="2568"/>
                </a:lnTo>
                <a:lnTo>
                  <a:pt x="675875" y="2492"/>
                </a:lnTo>
                <a:lnTo>
                  <a:pt x="676306" y="2415"/>
                </a:lnTo>
                <a:lnTo>
                  <a:pt x="676725" y="2339"/>
                </a:lnTo>
                <a:lnTo>
                  <a:pt x="677143" y="2276"/>
                </a:lnTo>
                <a:lnTo>
                  <a:pt x="677574" y="2199"/>
                </a:lnTo>
                <a:lnTo>
                  <a:pt x="677993" y="2136"/>
                </a:lnTo>
                <a:lnTo>
                  <a:pt x="678424" y="2072"/>
                </a:lnTo>
                <a:lnTo>
                  <a:pt x="678830" y="2009"/>
                </a:lnTo>
                <a:lnTo>
                  <a:pt x="679261" y="1945"/>
                </a:lnTo>
                <a:lnTo>
                  <a:pt x="679680" y="1881"/>
                </a:lnTo>
                <a:lnTo>
                  <a:pt x="680111" y="1818"/>
                </a:lnTo>
                <a:lnTo>
                  <a:pt x="680530" y="1754"/>
                </a:lnTo>
                <a:lnTo>
                  <a:pt x="680949" y="1691"/>
                </a:lnTo>
                <a:lnTo>
                  <a:pt x="681380" y="1627"/>
                </a:lnTo>
                <a:lnTo>
                  <a:pt x="681798" y="1576"/>
                </a:lnTo>
                <a:lnTo>
                  <a:pt x="682217" y="1513"/>
                </a:lnTo>
                <a:lnTo>
                  <a:pt x="682648" y="1462"/>
                </a:lnTo>
                <a:lnTo>
                  <a:pt x="683067" y="1398"/>
                </a:lnTo>
                <a:lnTo>
                  <a:pt x="683498" y="1347"/>
                </a:lnTo>
                <a:lnTo>
                  <a:pt x="683904" y="1297"/>
                </a:lnTo>
                <a:lnTo>
                  <a:pt x="684335" y="1246"/>
                </a:lnTo>
                <a:lnTo>
                  <a:pt x="684754" y="1195"/>
                </a:lnTo>
                <a:lnTo>
                  <a:pt x="685185" y="1144"/>
                </a:lnTo>
                <a:lnTo>
                  <a:pt x="685616" y="1093"/>
                </a:lnTo>
                <a:lnTo>
                  <a:pt x="686022" y="1055"/>
                </a:lnTo>
                <a:lnTo>
                  <a:pt x="686453" y="1004"/>
                </a:lnTo>
                <a:lnTo>
                  <a:pt x="686872" y="953"/>
                </a:lnTo>
                <a:lnTo>
                  <a:pt x="687303" y="915"/>
                </a:lnTo>
                <a:lnTo>
                  <a:pt x="687722" y="864"/>
                </a:lnTo>
                <a:lnTo>
                  <a:pt x="688140" y="826"/>
                </a:lnTo>
                <a:lnTo>
                  <a:pt x="688572" y="788"/>
                </a:lnTo>
                <a:lnTo>
                  <a:pt x="688990" y="750"/>
                </a:lnTo>
                <a:lnTo>
                  <a:pt x="689409" y="712"/>
                </a:lnTo>
                <a:lnTo>
                  <a:pt x="689840" y="673"/>
                </a:lnTo>
                <a:lnTo>
                  <a:pt x="690259" y="635"/>
                </a:lnTo>
                <a:lnTo>
                  <a:pt x="690690" y="597"/>
                </a:lnTo>
                <a:lnTo>
                  <a:pt x="691109" y="559"/>
                </a:lnTo>
                <a:lnTo>
                  <a:pt x="691527" y="521"/>
                </a:lnTo>
                <a:lnTo>
                  <a:pt x="691946" y="495"/>
                </a:lnTo>
                <a:lnTo>
                  <a:pt x="692377" y="457"/>
                </a:lnTo>
                <a:lnTo>
                  <a:pt x="692796" y="432"/>
                </a:lnTo>
                <a:lnTo>
                  <a:pt x="693227" y="406"/>
                </a:lnTo>
                <a:lnTo>
                  <a:pt x="693645" y="368"/>
                </a:lnTo>
                <a:lnTo>
                  <a:pt x="694064" y="343"/>
                </a:lnTo>
                <a:lnTo>
                  <a:pt x="694483" y="317"/>
                </a:lnTo>
                <a:lnTo>
                  <a:pt x="694914" y="292"/>
                </a:lnTo>
                <a:lnTo>
                  <a:pt x="695332" y="267"/>
                </a:lnTo>
                <a:lnTo>
                  <a:pt x="695764" y="241"/>
                </a:lnTo>
                <a:lnTo>
                  <a:pt x="696182" y="216"/>
                </a:lnTo>
                <a:lnTo>
                  <a:pt x="696601" y="190"/>
                </a:lnTo>
                <a:lnTo>
                  <a:pt x="697032" y="178"/>
                </a:lnTo>
                <a:lnTo>
                  <a:pt x="697451" y="165"/>
                </a:lnTo>
                <a:lnTo>
                  <a:pt x="697869" y="139"/>
                </a:lnTo>
                <a:lnTo>
                  <a:pt x="698301" y="127"/>
                </a:lnTo>
                <a:lnTo>
                  <a:pt x="698719" y="114"/>
                </a:lnTo>
                <a:lnTo>
                  <a:pt x="699150" y="89"/>
                </a:lnTo>
                <a:lnTo>
                  <a:pt x="699556" y="76"/>
                </a:lnTo>
                <a:lnTo>
                  <a:pt x="699988" y="63"/>
                </a:lnTo>
                <a:lnTo>
                  <a:pt x="700406" y="63"/>
                </a:lnTo>
                <a:lnTo>
                  <a:pt x="700837" y="50"/>
                </a:lnTo>
                <a:lnTo>
                  <a:pt x="701256" y="38"/>
                </a:lnTo>
                <a:lnTo>
                  <a:pt x="701675" y="25"/>
                </a:lnTo>
                <a:lnTo>
                  <a:pt x="702106" y="25"/>
                </a:lnTo>
                <a:lnTo>
                  <a:pt x="702524" y="12"/>
                </a:lnTo>
                <a:lnTo>
                  <a:pt x="702943" y="0"/>
                </a:lnTo>
                <a:lnTo>
                  <a:pt x="703374" y="0"/>
                </a:lnTo>
                <a:lnTo>
                  <a:pt x="706761" y="0"/>
                </a:lnTo>
                <a:lnTo>
                  <a:pt x="707167" y="12"/>
                </a:lnTo>
                <a:lnTo>
                  <a:pt x="707598" y="25"/>
                </a:lnTo>
                <a:lnTo>
                  <a:pt x="708017" y="25"/>
                </a:lnTo>
                <a:lnTo>
                  <a:pt x="708448" y="38"/>
                </a:lnTo>
                <a:lnTo>
                  <a:pt x="708867" y="50"/>
                </a:lnTo>
                <a:lnTo>
                  <a:pt x="709285" y="63"/>
                </a:lnTo>
                <a:lnTo>
                  <a:pt x="709716" y="63"/>
                </a:lnTo>
                <a:lnTo>
                  <a:pt x="710135" y="76"/>
                </a:lnTo>
                <a:lnTo>
                  <a:pt x="710554" y="89"/>
                </a:lnTo>
                <a:lnTo>
                  <a:pt x="710985" y="114"/>
                </a:lnTo>
                <a:lnTo>
                  <a:pt x="711403" y="127"/>
                </a:lnTo>
                <a:lnTo>
                  <a:pt x="711835" y="139"/>
                </a:lnTo>
                <a:lnTo>
                  <a:pt x="712241" y="165"/>
                </a:lnTo>
                <a:lnTo>
                  <a:pt x="712672" y="178"/>
                </a:lnTo>
                <a:lnTo>
                  <a:pt x="713090" y="190"/>
                </a:lnTo>
                <a:lnTo>
                  <a:pt x="713522" y="216"/>
                </a:lnTo>
                <a:lnTo>
                  <a:pt x="713940" y="241"/>
                </a:lnTo>
                <a:lnTo>
                  <a:pt x="714372" y="267"/>
                </a:lnTo>
                <a:lnTo>
                  <a:pt x="714790" y="292"/>
                </a:lnTo>
                <a:lnTo>
                  <a:pt x="715209" y="317"/>
                </a:lnTo>
                <a:lnTo>
                  <a:pt x="715627" y="343"/>
                </a:lnTo>
                <a:lnTo>
                  <a:pt x="716059" y="368"/>
                </a:lnTo>
                <a:lnTo>
                  <a:pt x="716477" y="406"/>
                </a:lnTo>
                <a:lnTo>
                  <a:pt x="716908" y="432"/>
                </a:lnTo>
                <a:lnTo>
                  <a:pt x="717327" y="457"/>
                </a:lnTo>
                <a:lnTo>
                  <a:pt x="717746" y="495"/>
                </a:lnTo>
                <a:lnTo>
                  <a:pt x="718164" y="521"/>
                </a:lnTo>
                <a:lnTo>
                  <a:pt x="718595" y="559"/>
                </a:lnTo>
                <a:lnTo>
                  <a:pt x="719014" y="597"/>
                </a:lnTo>
                <a:lnTo>
                  <a:pt x="719445" y="635"/>
                </a:lnTo>
                <a:lnTo>
                  <a:pt x="719864" y="673"/>
                </a:lnTo>
                <a:lnTo>
                  <a:pt x="720282" y="712"/>
                </a:lnTo>
                <a:lnTo>
                  <a:pt x="720701" y="750"/>
                </a:lnTo>
                <a:lnTo>
                  <a:pt x="721132" y="788"/>
                </a:lnTo>
                <a:lnTo>
                  <a:pt x="721551" y="826"/>
                </a:lnTo>
                <a:lnTo>
                  <a:pt x="721982" y="864"/>
                </a:lnTo>
                <a:lnTo>
                  <a:pt x="722401" y="915"/>
                </a:lnTo>
                <a:lnTo>
                  <a:pt x="722819" y="953"/>
                </a:lnTo>
                <a:lnTo>
                  <a:pt x="723250" y="1004"/>
                </a:lnTo>
                <a:lnTo>
                  <a:pt x="723669" y="1055"/>
                </a:lnTo>
                <a:lnTo>
                  <a:pt x="724088" y="1093"/>
                </a:lnTo>
                <a:lnTo>
                  <a:pt x="724519" y="1144"/>
                </a:lnTo>
                <a:lnTo>
                  <a:pt x="724937" y="1195"/>
                </a:lnTo>
                <a:lnTo>
                  <a:pt x="725369" y="1246"/>
                </a:lnTo>
                <a:lnTo>
                  <a:pt x="725787" y="1297"/>
                </a:lnTo>
                <a:lnTo>
                  <a:pt x="726206" y="1347"/>
                </a:lnTo>
                <a:lnTo>
                  <a:pt x="726637" y="1398"/>
                </a:lnTo>
                <a:lnTo>
                  <a:pt x="727056" y="1462"/>
                </a:lnTo>
                <a:lnTo>
                  <a:pt x="727487" y="1513"/>
                </a:lnTo>
                <a:lnTo>
                  <a:pt x="727893" y="1576"/>
                </a:lnTo>
                <a:lnTo>
                  <a:pt x="728324" y="1627"/>
                </a:lnTo>
                <a:lnTo>
                  <a:pt x="728743" y="1691"/>
                </a:lnTo>
                <a:lnTo>
                  <a:pt x="729174" y="1754"/>
                </a:lnTo>
                <a:lnTo>
                  <a:pt x="729593" y="1818"/>
                </a:lnTo>
                <a:lnTo>
                  <a:pt x="730011" y="1881"/>
                </a:lnTo>
                <a:lnTo>
                  <a:pt x="730442" y="1945"/>
                </a:lnTo>
                <a:lnTo>
                  <a:pt x="730861" y="2009"/>
                </a:lnTo>
                <a:lnTo>
                  <a:pt x="731280" y="2072"/>
                </a:lnTo>
                <a:lnTo>
                  <a:pt x="731711" y="2136"/>
                </a:lnTo>
                <a:lnTo>
                  <a:pt x="732129" y="2199"/>
                </a:lnTo>
                <a:lnTo>
                  <a:pt x="732561" y="2276"/>
                </a:lnTo>
                <a:lnTo>
                  <a:pt x="732979" y="2339"/>
                </a:lnTo>
                <a:lnTo>
                  <a:pt x="733398" y="2415"/>
                </a:lnTo>
                <a:lnTo>
                  <a:pt x="733816" y="2492"/>
                </a:lnTo>
                <a:lnTo>
                  <a:pt x="734248" y="2568"/>
                </a:lnTo>
                <a:lnTo>
                  <a:pt x="734666" y="2632"/>
                </a:lnTo>
                <a:lnTo>
                  <a:pt x="735098" y="2708"/>
                </a:lnTo>
                <a:lnTo>
                  <a:pt x="735516" y="2784"/>
                </a:lnTo>
                <a:lnTo>
                  <a:pt x="735935" y="2861"/>
                </a:lnTo>
                <a:lnTo>
                  <a:pt x="736353" y="2950"/>
                </a:lnTo>
                <a:lnTo>
                  <a:pt x="736785" y="3026"/>
                </a:lnTo>
                <a:lnTo>
                  <a:pt x="737203" y="3102"/>
                </a:lnTo>
                <a:lnTo>
                  <a:pt x="737634" y="3191"/>
                </a:lnTo>
                <a:lnTo>
                  <a:pt x="738053" y="3267"/>
                </a:lnTo>
                <a:lnTo>
                  <a:pt x="738472" y="3344"/>
                </a:lnTo>
                <a:lnTo>
                  <a:pt x="738903" y="3433"/>
                </a:lnTo>
                <a:lnTo>
                  <a:pt x="739321" y="3522"/>
                </a:lnTo>
                <a:lnTo>
                  <a:pt x="739740" y="3611"/>
                </a:lnTo>
                <a:lnTo>
                  <a:pt x="740171" y="3700"/>
                </a:lnTo>
                <a:lnTo>
                  <a:pt x="740590" y="3789"/>
                </a:lnTo>
                <a:lnTo>
                  <a:pt x="741021" y="3878"/>
                </a:lnTo>
                <a:lnTo>
                  <a:pt x="741427" y="3967"/>
                </a:lnTo>
                <a:lnTo>
                  <a:pt x="741858" y="4069"/>
                </a:lnTo>
                <a:lnTo>
                  <a:pt x="742277" y="4158"/>
                </a:lnTo>
                <a:lnTo>
                  <a:pt x="742708" y="4247"/>
                </a:lnTo>
                <a:lnTo>
                  <a:pt x="743127" y="4348"/>
                </a:lnTo>
                <a:lnTo>
                  <a:pt x="743545" y="4450"/>
                </a:lnTo>
                <a:lnTo>
                  <a:pt x="743977" y="4539"/>
                </a:lnTo>
                <a:lnTo>
                  <a:pt x="744395" y="4628"/>
                </a:lnTo>
                <a:lnTo>
                  <a:pt x="744814" y="4730"/>
                </a:lnTo>
                <a:lnTo>
                  <a:pt x="745245" y="4844"/>
                </a:lnTo>
                <a:lnTo>
                  <a:pt x="745664" y="4946"/>
                </a:lnTo>
                <a:lnTo>
                  <a:pt x="746095" y="5035"/>
                </a:lnTo>
                <a:lnTo>
                  <a:pt x="746513" y="5149"/>
                </a:lnTo>
                <a:lnTo>
                  <a:pt x="746932" y="5251"/>
                </a:lnTo>
                <a:lnTo>
                  <a:pt x="747351" y="5353"/>
                </a:lnTo>
                <a:lnTo>
                  <a:pt x="747782" y="5467"/>
                </a:lnTo>
                <a:lnTo>
                  <a:pt x="748200" y="5569"/>
                </a:lnTo>
                <a:lnTo>
                  <a:pt x="748632" y="5683"/>
                </a:lnTo>
                <a:lnTo>
                  <a:pt x="749050" y="5798"/>
                </a:lnTo>
                <a:lnTo>
                  <a:pt x="749469" y="5900"/>
                </a:lnTo>
                <a:lnTo>
                  <a:pt x="749887" y="6014"/>
                </a:lnTo>
                <a:lnTo>
                  <a:pt x="750319" y="6128"/>
                </a:lnTo>
                <a:lnTo>
                  <a:pt x="750737" y="6243"/>
                </a:lnTo>
                <a:lnTo>
                  <a:pt x="751169" y="6357"/>
                </a:lnTo>
                <a:lnTo>
                  <a:pt x="751587" y="6472"/>
                </a:lnTo>
                <a:lnTo>
                  <a:pt x="752006" y="6599"/>
                </a:lnTo>
                <a:lnTo>
                  <a:pt x="752424" y="6713"/>
                </a:lnTo>
                <a:lnTo>
                  <a:pt x="752856" y="6841"/>
                </a:lnTo>
                <a:lnTo>
                  <a:pt x="753274" y="6955"/>
                </a:lnTo>
                <a:lnTo>
                  <a:pt x="753705" y="7082"/>
                </a:lnTo>
                <a:lnTo>
                  <a:pt x="754124" y="7197"/>
                </a:lnTo>
                <a:lnTo>
                  <a:pt x="754543" y="7324"/>
                </a:lnTo>
                <a:lnTo>
                  <a:pt x="754961" y="7451"/>
                </a:lnTo>
                <a:lnTo>
                  <a:pt x="755392" y="7578"/>
                </a:lnTo>
                <a:lnTo>
                  <a:pt x="755811" y="7705"/>
                </a:lnTo>
                <a:lnTo>
                  <a:pt x="756242" y="7832"/>
                </a:lnTo>
                <a:lnTo>
                  <a:pt x="756661" y="7960"/>
                </a:lnTo>
                <a:lnTo>
                  <a:pt x="757079" y="8087"/>
                </a:lnTo>
                <a:lnTo>
                  <a:pt x="757511" y="8214"/>
                </a:lnTo>
                <a:lnTo>
                  <a:pt x="757929" y="8354"/>
                </a:lnTo>
                <a:lnTo>
                  <a:pt x="758348" y="8481"/>
                </a:lnTo>
                <a:lnTo>
                  <a:pt x="758779" y="8621"/>
                </a:lnTo>
                <a:lnTo>
                  <a:pt x="759198" y="8761"/>
                </a:lnTo>
                <a:lnTo>
                  <a:pt x="759629" y="8888"/>
                </a:lnTo>
                <a:lnTo>
                  <a:pt x="760035" y="9028"/>
                </a:lnTo>
                <a:lnTo>
                  <a:pt x="760466" y="9168"/>
                </a:lnTo>
                <a:lnTo>
                  <a:pt x="760885" y="9307"/>
                </a:lnTo>
                <a:lnTo>
                  <a:pt x="761316" y="9447"/>
                </a:lnTo>
                <a:lnTo>
                  <a:pt x="761735" y="9587"/>
                </a:lnTo>
                <a:lnTo>
                  <a:pt x="762153" y="9740"/>
                </a:lnTo>
                <a:lnTo>
                  <a:pt x="762584" y="9880"/>
                </a:lnTo>
                <a:lnTo>
                  <a:pt x="763003" y="10032"/>
                </a:lnTo>
                <a:lnTo>
                  <a:pt x="763434" y="10172"/>
                </a:lnTo>
                <a:lnTo>
                  <a:pt x="763853" y="10325"/>
                </a:lnTo>
                <a:lnTo>
                  <a:pt x="764271" y="10465"/>
                </a:lnTo>
                <a:lnTo>
                  <a:pt x="764703" y="10617"/>
                </a:lnTo>
                <a:lnTo>
                  <a:pt x="765121" y="10770"/>
                </a:lnTo>
                <a:lnTo>
                  <a:pt x="765540" y="10910"/>
                </a:lnTo>
                <a:lnTo>
                  <a:pt x="765971" y="11062"/>
                </a:lnTo>
                <a:lnTo>
                  <a:pt x="766390" y="11215"/>
                </a:lnTo>
                <a:lnTo>
                  <a:pt x="766821" y="11380"/>
                </a:lnTo>
                <a:lnTo>
                  <a:pt x="767239" y="11533"/>
                </a:lnTo>
                <a:lnTo>
                  <a:pt x="767658" y="11698"/>
                </a:lnTo>
                <a:lnTo>
                  <a:pt x="768077" y="11851"/>
                </a:lnTo>
                <a:lnTo>
                  <a:pt x="768508" y="12003"/>
                </a:lnTo>
                <a:lnTo>
                  <a:pt x="768926" y="12168"/>
                </a:lnTo>
                <a:lnTo>
                  <a:pt x="769358" y="12334"/>
                </a:lnTo>
                <a:lnTo>
                  <a:pt x="769776" y="12486"/>
                </a:lnTo>
                <a:lnTo>
                  <a:pt x="770195" y="12652"/>
                </a:lnTo>
                <a:lnTo>
                  <a:pt x="770613" y="12817"/>
                </a:lnTo>
                <a:lnTo>
                  <a:pt x="771045" y="12982"/>
                </a:lnTo>
                <a:lnTo>
                  <a:pt x="771463" y="13148"/>
                </a:lnTo>
                <a:lnTo>
                  <a:pt x="771895" y="13313"/>
                </a:lnTo>
                <a:lnTo>
                  <a:pt x="772313" y="13478"/>
                </a:lnTo>
                <a:lnTo>
                  <a:pt x="772732" y="13643"/>
                </a:lnTo>
                <a:lnTo>
                  <a:pt x="773163" y="13822"/>
                </a:lnTo>
                <a:lnTo>
                  <a:pt x="773582" y="13987"/>
                </a:lnTo>
                <a:lnTo>
                  <a:pt x="774000" y="14165"/>
                </a:lnTo>
                <a:lnTo>
                  <a:pt x="774431" y="14343"/>
                </a:lnTo>
                <a:lnTo>
                  <a:pt x="774850" y="14508"/>
                </a:lnTo>
                <a:lnTo>
                  <a:pt x="775281" y="14686"/>
                </a:lnTo>
                <a:lnTo>
                  <a:pt x="775687" y="14864"/>
                </a:lnTo>
                <a:lnTo>
                  <a:pt x="776118" y="15042"/>
                </a:lnTo>
                <a:lnTo>
                  <a:pt x="776537" y="15220"/>
                </a:lnTo>
                <a:lnTo>
                  <a:pt x="776968" y="15398"/>
                </a:lnTo>
                <a:lnTo>
                  <a:pt x="777387" y="15576"/>
                </a:lnTo>
                <a:lnTo>
                  <a:pt x="777805" y="15767"/>
                </a:lnTo>
                <a:lnTo>
                  <a:pt x="778237" y="15945"/>
                </a:lnTo>
                <a:lnTo>
                  <a:pt x="778655" y="16123"/>
                </a:lnTo>
                <a:lnTo>
                  <a:pt x="779074" y="16314"/>
                </a:lnTo>
                <a:lnTo>
                  <a:pt x="779505" y="16505"/>
                </a:lnTo>
                <a:lnTo>
                  <a:pt x="779924" y="16683"/>
                </a:lnTo>
                <a:lnTo>
                  <a:pt x="780355" y="16873"/>
                </a:lnTo>
                <a:lnTo>
                  <a:pt x="780774" y="17077"/>
                </a:lnTo>
                <a:lnTo>
                  <a:pt x="781192" y="17255"/>
                </a:lnTo>
                <a:lnTo>
                  <a:pt x="781611" y="17458"/>
                </a:lnTo>
                <a:lnTo>
                  <a:pt x="782042" y="17636"/>
                </a:lnTo>
                <a:lnTo>
                  <a:pt x="782461" y="17840"/>
                </a:lnTo>
                <a:lnTo>
                  <a:pt x="782892" y="18030"/>
                </a:lnTo>
                <a:lnTo>
                  <a:pt x="783310" y="18221"/>
                </a:lnTo>
                <a:lnTo>
                  <a:pt x="783729" y="18425"/>
                </a:lnTo>
                <a:lnTo>
                  <a:pt x="784148" y="18615"/>
                </a:lnTo>
                <a:lnTo>
                  <a:pt x="784579" y="18819"/>
                </a:lnTo>
                <a:lnTo>
                  <a:pt x="784997" y="19022"/>
                </a:lnTo>
                <a:lnTo>
                  <a:pt x="785429" y="19213"/>
                </a:lnTo>
                <a:lnTo>
                  <a:pt x="785847" y="19416"/>
                </a:lnTo>
                <a:lnTo>
                  <a:pt x="786266" y="19620"/>
                </a:lnTo>
                <a:lnTo>
                  <a:pt x="786684" y="19823"/>
                </a:lnTo>
                <a:lnTo>
                  <a:pt x="787116" y="20027"/>
                </a:lnTo>
                <a:lnTo>
                  <a:pt x="787534" y="20243"/>
                </a:lnTo>
                <a:lnTo>
                  <a:pt x="787966" y="20446"/>
                </a:lnTo>
                <a:lnTo>
                  <a:pt x="788384" y="20650"/>
                </a:lnTo>
                <a:lnTo>
                  <a:pt x="788803" y="20866"/>
                </a:lnTo>
                <a:lnTo>
                  <a:pt x="789221" y="21069"/>
                </a:lnTo>
                <a:lnTo>
                  <a:pt x="789653" y="21273"/>
                </a:lnTo>
                <a:lnTo>
                  <a:pt x="790071" y="21489"/>
                </a:lnTo>
                <a:lnTo>
                  <a:pt x="790502" y="21705"/>
                </a:lnTo>
                <a:lnTo>
                  <a:pt x="790921" y="21921"/>
                </a:lnTo>
                <a:lnTo>
                  <a:pt x="791340" y="22138"/>
                </a:lnTo>
                <a:lnTo>
                  <a:pt x="791771" y="22354"/>
                </a:lnTo>
                <a:lnTo>
                  <a:pt x="792189" y="22570"/>
                </a:lnTo>
                <a:lnTo>
                  <a:pt x="792608" y="22786"/>
                </a:lnTo>
                <a:lnTo>
                  <a:pt x="793039" y="23015"/>
                </a:lnTo>
                <a:lnTo>
                  <a:pt x="793458" y="23231"/>
                </a:lnTo>
                <a:lnTo>
                  <a:pt x="793889" y="23447"/>
                </a:lnTo>
                <a:lnTo>
                  <a:pt x="794295" y="23676"/>
                </a:lnTo>
                <a:lnTo>
                  <a:pt x="794726" y="23892"/>
                </a:lnTo>
                <a:lnTo>
                  <a:pt x="795145" y="24121"/>
                </a:lnTo>
                <a:lnTo>
                  <a:pt x="795576" y="24350"/>
                </a:lnTo>
                <a:lnTo>
                  <a:pt x="795995" y="24566"/>
                </a:lnTo>
                <a:lnTo>
                  <a:pt x="796413" y="24795"/>
                </a:lnTo>
                <a:lnTo>
                  <a:pt x="796845" y="25024"/>
                </a:lnTo>
                <a:lnTo>
                  <a:pt x="797263" y="25266"/>
                </a:lnTo>
                <a:lnTo>
                  <a:pt x="797682" y="25495"/>
                </a:lnTo>
                <a:lnTo>
                  <a:pt x="798113" y="25723"/>
                </a:lnTo>
                <a:lnTo>
                  <a:pt x="798532" y="25952"/>
                </a:lnTo>
                <a:lnTo>
                  <a:pt x="798963" y="26194"/>
                </a:lnTo>
                <a:lnTo>
                  <a:pt x="799381" y="26423"/>
                </a:lnTo>
                <a:lnTo>
                  <a:pt x="799800" y="26664"/>
                </a:lnTo>
                <a:lnTo>
                  <a:pt x="800219" y="26906"/>
                </a:lnTo>
                <a:lnTo>
                  <a:pt x="800650" y="27135"/>
                </a:lnTo>
                <a:lnTo>
                  <a:pt x="801081" y="27377"/>
                </a:lnTo>
                <a:lnTo>
                  <a:pt x="801500" y="27618"/>
                </a:lnTo>
                <a:lnTo>
                  <a:pt x="801918" y="27860"/>
                </a:lnTo>
                <a:lnTo>
                  <a:pt x="802337" y="28101"/>
                </a:lnTo>
                <a:lnTo>
                  <a:pt x="802768" y="28343"/>
                </a:lnTo>
                <a:lnTo>
                  <a:pt x="803187" y="28585"/>
                </a:lnTo>
                <a:lnTo>
                  <a:pt x="803618" y="28839"/>
                </a:lnTo>
                <a:lnTo>
                  <a:pt x="804036" y="29080"/>
                </a:lnTo>
                <a:lnTo>
                  <a:pt x="804455" y="29335"/>
                </a:lnTo>
                <a:lnTo>
                  <a:pt x="804874" y="29576"/>
                </a:lnTo>
                <a:lnTo>
                  <a:pt x="805305" y="29831"/>
                </a:lnTo>
                <a:lnTo>
                  <a:pt x="805723" y="30072"/>
                </a:lnTo>
                <a:lnTo>
                  <a:pt x="806155" y="30327"/>
                </a:lnTo>
                <a:lnTo>
                  <a:pt x="806573" y="30581"/>
                </a:lnTo>
                <a:lnTo>
                  <a:pt x="806992" y="30835"/>
                </a:lnTo>
                <a:lnTo>
                  <a:pt x="807423" y="31090"/>
                </a:lnTo>
                <a:lnTo>
                  <a:pt x="807842" y="31344"/>
                </a:lnTo>
                <a:lnTo>
                  <a:pt x="808260" y="31611"/>
                </a:lnTo>
                <a:lnTo>
                  <a:pt x="808692" y="31865"/>
                </a:lnTo>
                <a:lnTo>
                  <a:pt x="809110" y="32119"/>
                </a:lnTo>
                <a:lnTo>
                  <a:pt x="809541" y="32387"/>
                </a:lnTo>
                <a:lnTo>
                  <a:pt x="809947" y="32641"/>
                </a:lnTo>
                <a:lnTo>
                  <a:pt x="810379" y="32908"/>
                </a:lnTo>
                <a:lnTo>
                  <a:pt x="810797" y="33162"/>
                </a:lnTo>
                <a:lnTo>
                  <a:pt x="811228" y="33429"/>
                </a:lnTo>
                <a:lnTo>
                  <a:pt x="811647" y="33696"/>
                </a:lnTo>
                <a:lnTo>
                  <a:pt x="812066" y="33963"/>
                </a:lnTo>
                <a:lnTo>
                  <a:pt x="812497" y="34230"/>
                </a:lnTo>
                <a:lnTo>
                  <a:pt x="812915" y="34497"/>
                </a:lnTo>
                <a:lnTo>
                  <a:pt x="813334" y="34777"/>
                </a:lnTo>
                <a:lnTo>
                  <a:pt x="813765" y="35044"/>
                </a:lnTo>
                <a:lnTo>
                  <a:pt x="814184" y="35311"/>
                </a:lnTo>
                <a:lnTo>
                  <a:pt x="814615" y="35578"/>
                </a:lnTo>
                <a:lnTo>
                  <a:pt x="815034" y="35858"/>
                </a:lnTo>
                <a:lnTo>
                  <a:pt x="815452" y="36125"/>
                </a:lnTo>
                <a:lnTo>
                  <a:pt x="815871" y="36405"/>
                </a:lnTo>
                <a:lnTo>
                  <a:pt x="816302" y="36684"/>
                </a:lnTo>
                <a:lnTo>
                  <a:pt x="816721" y="36964"/>
                </a:lnTo>
                <a:lnTo>
                  <a:pt x="817152" y="37231"/>
                </a:lnTo>
                <a:lnTo>
                  <a:pt x="817571" y="37524"/>
                </a:lnTo>
                <a:lnTo>
                  <a:pt x="817989" y="37791"/>
                </a:lnTo>
                <a:lnTo>
                  <a:pt x="818408" y="38070"/>
                </a:lnTo>
                <a:lnTo>
                  <a:pt x="818839" y="38363"/>
                </a:lnTo>
                <a:lnTo>
                  <a:pt x="819258" y="38643"/>
                </a:lnTo>
                <a:lnTo>
                  <a:pt x="819689" y="38935"/>
                </a:lnTo>
                <a:lnTo>
                  <a:pt x="820107" y="39215"/>
                </a:lnTo>
                <a:lnTo>
                  <a:pt x="820526" y="39507"/>
                </a:lnTo>
                <a:lnTo>
                  <a:pt x="820957" y="39787"/>
                </a:lnTo>
                <a:lnTo>
                  <a:pt x="821376" y="40080"/>
                </a:lnTo>
                <a:lnTo>
                  <a:pt x="821794" y="40372"/>
                </a:lnTo>
                <a:lnTo>
                  <a:pt x="822226" y="40664"/>
                </a:lnTo>
                <a:lnTo>
                  <a:pt x="822632" y="40944"/>
                </a:lnTo>
                <a:lnTo>
                  <a:pt x="823076" y="41249"/>
                </a:lnTo>
                <a:lnTo>
                  <a:pt x="823481" y="41542"/>
                </a:lnTo>
                <a:lnTo>
                  <a:pt x="823913" y="41834"/>
                </a:lnTo>
                <a:lnTo>
                  <a:pt x="824331" y="42127"/>
                </a:lnTo>
                <a:lnTo>
                  <a:pt x="824763" y="42432"/>
                </a:lnTo>
                <a:lnTo>
                  <a:pt x="825181" y="42724"/>
                </a:lnTo>
                <a:lnTo>
                  <a:pt x="825600" y="43030"/>
                </a:lnTo>
                <a:lnTo>
                  <a:pt x="826018" y="43322"/>
                </a:lnTo>
                <a:lnTo>
                  <a:pt x="826450" y="43627"/>
                </a:lnTo>
                <a:lnTo>
                  <a:pt x="826868" y="43932"/>
                </a:lnTo>
                <a:lnTo>
                  <a:pt x="827299" y="44225"/>
                </a:lnTo>
                <a:lnTo>
                  <a:pt x="827718" y="44530"/>
                </a:lnTo>
                <a:lnTo>
                  <a:pt x="828137" y="44835"/>
                </a:lnTo>
                <a:lnTo>
                  <a:pt x="828555" y="45140"/>
                </a:lnTo>
                <a:lnTo>
                  <a:pt x="828986" y="45458"/>
                </a:lnTo>
                <a:lnTo>
                  <a:pt x="829405" y="45763"/>
                </a:lnTo>
                <a:lnTo>
                  <a:pt x="829836" y="46069"/>
                </a:lnTo>
                <a:lnTo>
                  <a:pt x="830255" y="46374"/>
                </a:lnTo>
                <a:lnTo>
                  <a:pt x="830673" y="46692"/>
                </a:lnTo>
                <a:lnTo>
                  <a:pt x="831092" y="47010"/>
                </a:lnTo>
                <a:lnTo>
                  <a:pt x="831523" y="47328"/>
                </a:lnTo>
                <a:lnTo>
                  <a:pt x="831942" y="47633"/>
                </a:lnTo>
                <a:lnTo>
                  <a:pt x="832373" y="47951"/>
                </a:lnTo>
                <a:lnTo>
                  <a:pt x="832792" y="48268"/>
                </a:lnTo>
                <a:lnTo>
                  <a:pt x="833210" y="48586"/>
                </a:lnTo>
                <a:lnTo>
                  <a:pt x="833642" y="48904"/>
                </a:lnTo>
                <a:lnTo>
                  <a:pt x="834060" y="49222"/>
                </a:lnTo>
                <a:lnTo>
                  <a:pt x="834479" y="49540"/>
                </a:lnTo>
                <a:lnTo>
                  <a:pt x="834910" y="49858"/>
                </a:lnTo>
                <a:lnTo>
                  <a:pt x="835329" y="50189"/>
                </a:lnTo>
                <a:lnTo>
                  <a:pt x="835760" y="50506"/>
                </a:lnTo>
                <a:lnTo>
                  <a:pt x="836166" y="50837"/>
                </a:lnTo>
                <a:lnTo>
                  <a:pt x="836597" y="51155"/>
                </a:lnTo>
                <a:lnTo>
                  <a:pt x="837016" y="51486"/>
                </a:lnTo>
                <a:lnTo>
                  <a:pt x="837447" y="51816"/>
                </a:lnTo>
                <a:lnTo>
                  <a:pt x="837865" y="52134"/>
                </a:lnTo>
                <a:lnTo>
                  <a:pt x="838284" y="52465"/>
                </a:lnTo>
                <a:lnTo>
                  <a:pt x="838715" y="52808"/>
                </a:lnTo>
                <a:lnTo>
                  <a:pt x="839134" y="53126"/>
                </a:lnTo>
                <a:lnTo>
                  <a:pt x="839565" y="53469"/>
                </a:lnTo>
                <a:lnTo>
                  <a:pt x="839984" y="53800"/>
                </a:lnTo>
                <a:lnTo>
                  <a:pt x="840402" y="54130"/>
                </a:lnTo>
                <a:lnTo>
                  <a:pt x="840834" y="54474"/>
                </a:lnTo>
                <a:lnTo>
                  <a:pt x="841252" y="54804"/>
                </a:lnTo>
                <a:lnTo>
                  <a:pt x="841671" y="55135"/>
                </a:lnTo>
                <a:lnTo>
                  <a:pt x="842102" y="55491"/>
                </a:lnTo>
                <a:lnTo>
                  <a:pt x="842521" y="55822"/>
                </a:lnTo>
                <a:lnTo>
                  <a:pt x="842952" y="56165"/>
                </a:lnTo>
                <a:lnTo>
                  <a:pt x="843370" y="56496"/>
                </a:lnTo>
                <a:lnTo>
                  <a:pt x="843789" y="56852"/>
                </a:lnTo>
                <a:lnTo>
                  <a:pt x="844208" y="57195"/>
                </a:lnTo>
                <a:lnTo>
                  <a:pt x="844639" y="57538"/>
                </a:lnTo>
                <a:lnTo>
                  <a:pt x="845057" y="57882"/>
                </a:lnTo>
                <a:lnTo>
                  <a:pt x="845489" y="58225"/>
                </a:lnTo>
                <a:lnTo>
                  <a:pt x="845907" y="58581"/>
                </a:lnTo>
                <a:lnTo>
                  <a:pt x="846326" y="58924"/>
                </a:lnTo>
                <a:lnTo>
                  <a:pt x="846744" y="59268"/>
                </a:lnTo>
                <a:lnTo>
                  <a:pt x="847176" y="59624"/>
                </a:lnTo>
                <a:lnTo>
                  <a:pt x="847594" y="59980"/>
                </a:lnTo>
                <a:lnTo>
                  <a:pt x="848025" y="60336"/>
                </a:lnTo>
                <a:lnTo>
                  <a:pt x="848444" y="60692"/>
                </a:lnTo>
                <a:lnTo>
                  <a:pt x="848863" y="61035"/>
                </a:lnTo>
                <a:lnTo>
                  <a:pt x="849294" y="61391"/>
                </a:lnTo>
                <a:lnTo>
                  <a:pt x="849712" y="61760"/>
                </a:lnTo>
                <a:lnTo>
                  <a:pt x="850131" y="62116"/>
                </a:lnTo>
                <a:lnTo>
                  <a:pt x="850562" y="62472"/>
                </a:lnTo>
                <a:lnTo>
                  <a:pt x="850981" y="62841"/>
                </a:lnTo>
                <a:lnTo>
                  <a:pt x="851412" y="63197"/>
                </a:lnTo>
                <a:lnTo>
                  <a:pt x="851818" y="63553"/>
                </a:lnTo>
                <a:lnTo>
                  <a:pt x="852249" y="63922"/>
                </a:lnTo>
                <a:lnTo>
                  <a:pt x="852668" y="64278"/>
                </a:lnTo>
                <a:lnTo>
                  <a:pt x="853099" y="64646"/>
                </a:lnTo>
                <a:lnTo>
                  <a:pt x="853518" y="65015"/>
                </a:lnTo>
                <a:lnTo>
                  <a:pt x="853936" y="65384"/>
                </a:lnTo>
                <a:lnTo>
                  <a:pt x="854368" y="65753"/>
                </a:lnTo>
                <a:lnTo>
                  <a:pt x="854786" y="66121"/>
                </a:lnTo>
                <a:lnTo>
                  <a:pt x="855205" y="66490"/>
                </a:lnTo>
                <a:lnTo>
                  <a:pt x="855636" y="66859"/>
                </a:lnTo>
                <a:lnTo>
                  <a:pt x="856055" y="67228"/>
                </a:lnTo>
                <a:lnTo>
                  <a:pt x="856486" y="67609"/>
                </a:lnTo>
                <a:lnTo>
                  <a:pt x="856892" y="67978"/>
                </a:lnTo>
                <a:lnTo>
                  <a:pt x="857323" y="68347"/>
                </a:lnTo>
                <a:lnTo>
                  <a:pt x="857742" y="68728"/>
                </a:lnTo>
                <a:lnTo>
                  <a:pt x="858173" y="69110"/>
                </a:lnTo>
                <a:lnTo>
                  <a:pt x="858591" y="69478"/>
                </a:lnTo>
                <a:lnTo>
                  <a:pt x="859010" y="69860"/>
                </a:lnTo>
                <a:lnTo>
                  <a:pt x="859441" y="70241"/>
                </a:lnTo>
                <a:lnTo>
                  <a:pt x="859860" y="70635"/>
                </a:lnTo>
                <a:lnTo>
                  <a:pt x="860278" y="71017"/>
                </a:lnTo>
                <a:lnTo>
                  <a:pt x="860710" y="71398"/>
                </a:lnTo>
                <a:lnTo>
                  <a:pt x="861128" y="71767"/>
                </a:lnTo>
                <a:lnTo>
                  <a:pt x="861560" y="72161"/>
                </a:lnTo>
                <a:lnTo>
                  <a:pt x="861978" y="72543"/>
                </a:lnTo>
                <a:lnTo>
                  <a:pt x="862397" y="72937"/>
                </a:lnTo>
                <a:lnTo>
                  <a:pt x="862815" y="73319"/>
                </a:lnTo>
                <a:lnTo>
                  <a:pt x="863247" y="73700"/>
                </a:lnTo>
                <a:lnTo>
                  <a:pt x="863665" y="74107"/>
                </a:lnTo>
                <a:lnTo>
                  <a:pt x="864096" y="74488"/>
                </a:lnTo>
                <a:lnTo>
                  <a:pt x="864515" y="74883"/>
                </a:lnTo>
                <a:lnTo>
                  <a:pt x="864934" y="75277"/>
                </a:lnTo>
                <a:lnTo>
                  <a:pt x="865352" y="75671"/>
                </a:lnTo>
                <a:lnTo>
                  <a:pt x="865783" y="76065"/>
                </a:lnTo>
                <a:lnTo>
                  <a:pt x="866202" y="76459"/>
                </a:lnTo>
                <a:lnTo>
                  <a:pt x="866633" y="76866"/>
                </a:lnTo>
                <a:lnTo>
                  <a:pt x="867052" y="77260"/>
                </a:lnTo>
                <a:lnTo>
                  <a:pt x="867470" y="77655"/>
                </a:lnTo>
                <a:lnTo>
                  <a:pt x="867902" y="78049"/>
                </a:lnTo>
                <a:lnTo>
                  <a:pt x="868320" y="78456"/>
                </a:lnTo>
                <a:lnTo>
                  <a:pt x="868739" y="78850"/>
                </a:lnTo>
                <a:lnTo>
                  <a:pt x="869170" y="79257"/>
                </a:lnTo>
                <a:lnTo>
                  <a:pt x="869589" y="79664"/>
                </a:lnTo>
                <a:lnTo>
                  <a:pt x="870020" y="80071"/>
                </a:lnTo>
                <a:lnTo>
                  <a:pt x="870426" y="80477"/>
                </a:lnTo>
                <a:lnTo>
                  <a:pt x="870857" y="80884"/>
                </a:lnTo>
                <a:lnTo>
                  <a:pt x="871276" y="81291"/>
                </a:lnTo>
                <a:lnTo>
                  <a:pt x="871707" y="81698"/>
                </a:lnTo>
                <a:lnTo>
                  <a:pt x="872126" y="82105"/>
                </a:lnTo>
                <a:lnTo>
                  <a:pt x="872544" y="82525"/>
                </a:lnTo>
                <a:lnTo>
                  <a:pt x="872975" y="82932"/>
                </a:lnTo>
                <a:lnTo>
                  <a:pt x="873394" y="83339"/>
                </a:lnTo>
                <a:lnTo>
                  <a:pt x="873813" y="83758"/>
                </a:lnTo>
                <a:lnTo>
                  <a:pt x="874244" y="84178"/>
                </a:lnTo>
                <a:lnTo>
                  <a:pt x="874662" y="84585"/>
                </a:lnTo>
                <a:lnTo>
                  <a:pt x="875094" y="85004"/>
                </a:lnTo>
                <a:lnTo>
                  <a:pt x="875512" y="85424"/>
                </a:lnTo>
                <a:lnTo>
                  <a:pt x="875931" y="85844"/>
                </a:lnTo>
                <a:lnTo>
                  <a:pt x="876362" y="86263"/>
                </a:lnTo>
                <a:lnTo>
                  <a:pt x="876781" y="86683"/>
                </a:lnTo>
                <a:lnTo>
                  <a:pt x="877212" y="87102"/>
                </a:lnTo>
                <a:lnTo>
                  <a:pt x="877631" y="87522"/>
                </a:lnTo>
                <a:lnTo>
                  <a:pt x="878049" y="87954"/>
                </a:lnTo>
                <a:lnTo>
                  <a:pt x="878468" y="88374"/>
                </a:lnTo>
                <a:lnTo>
                  <a:pt x="878899" y="88806"/>
                </a:lnTo>
                <a:lnTo>
                  <a:pt x="879318" y="89226"/>
                </a:lnTo>
                <a:lnTo>
                  <a:pt x="879749" y="89658"/>
                </a:lnTo>
                <a:lnTo>
                  <a:pt x="880167" y="90078"/>
                </a:lnTo>
                <a:lnTo>
                  <a:pt x="880586" y="90510"/>
                </a:lnTo>
                <a:lnTo>
                  <a:pt x="881005" y="90943"/>
                </a:lnTo>
                <a:lnTo>
                  <a:pt x="881436" y="91375"/>
                </a:lnTo>
                <a:lnTo>
                  <a:pt x="881854" y="91807"/>
                </a:lnTo>
                <a:lnTo>
                  <a:pt x="882286" y="92240"/>
                </a:lnTo>
                <a:lnTo>
                  <a:pt x="882704" y="92685"/>
                </a:lnTo>
                <a:lnTo>
                  <a:pt x="883123" y="93117"/>
                </a:lnTo>
                <a:lnTo>
                  <a:pt x="883554" y="93549"/>
                </a:lnTo>
                <a:lnTo>
                  <a:pt x="883973" y="93982"/>
                </a:lnTo>
                <a:lnTo>
                  <a:pt x="884391" y="94427"/>
                </a:lnTo>
                <a:lnTo>
                  <a:pt x="884822" y="94859"/>
                </a:lnTo>
                <a:lnTo>
                  <a:pt x="885241" y="95304"/>
                </a:lnTo>
                <a:lnTo>
                  <a:pt x="885672" y="95736"/>
                </a:lnTo>
                <a:lnTo>
                  <a:pt x="886078" y="96194"/>
                </a:lnTo>
                <a:lnTo>
                  <a:pt x="886509" y="96626"/>
                </a:lnTo>
                <a:lnTo>
                  <a:pt x="886928" y="97072"/>
                </a:lnTo>
                <a:lnTo>
                  <a:pt x="887359" y="97517"/>
                </a:lnTo>
                <a:lnTo>
                  <a:pt x="887778" y="97974"/>
                </a:lnTo>
                <a:lnTo>
                  <a:pt x="888197" y="98419"/>
                </a:lnTo>
                <a:lnTo>
                  <a:pt x="888628" y="98864"/>
                </a:lnTo>
                <a:lnTo>
                  <a:pt x="889046" y="99309"/>
                </a:lnTo>
                <a:lnTo>
                  <a:pt x="889465" y="99755"/>
                </a:lnTo>
                <a:lnTo>
                  <a:pt x="889896" y="100212"/>
                </a:lnTo>
                <a:lnTo>
                  <a:pt x="890315" y="100657"/>
                </a:lnTo>
                <a:lnTo>
                  <a:pt x="890746" y="101115"/>
                </a:lnTo>
                <a:lnTo>
                  <a:pt x="891152" y="101573"/>
                </a:lnTo>
                <a:lnTo>
                  <a:pt x="891583" y="102031"/>
                </a:lnTo>
                <a:lnTo>
                  <a:pt x="892002" y="102488"/>
                </a:lnTo>
                <a:lnTo>
                  <a:pt x="892433" y="102933"/>
                </a:lnTo>
                <a:lnTo>
                  <a:pt x="892852" y="103391"/>
                </a:lnTo>
                <a:lnTo>
                  <a:pt x="893270" y="103862"/>
                </a:lnTo>
                <a:lnTo>
                  <a:pt x="893701" y="104319"/>
                </a:lnTo>
                <a:lnTo>
                  <a:pt x="894120" y="104777"/>
                </a:lnTo>
                <a:lnTo>
                  <a:pt x="894539" y="105235"/>
                </a:lnTo>
                <a:lnTo>
                  <a:pt x="894970" y="105706"/>
                </a:lnTo>
                <a:lnTo>
                  <a:pt x="895388" y="106163"/>
                </a:lnTo>
                <a:lnTo>
                  <a:pt x="895820" y="106634"/>
                </a:lnTo>
                <a:lnTo>
                  <a:pt x="896238" y="107092"/>
                </a:lnTo>
                <a:lnTo>
                  <a:pt x="896657" y="107562"/>
                </a:lnTo>
                <a:lnTo>
                  <a:pt x="897075" y="108032"/>
                </a:lnTo>
                <a:lnTo>
                  <a:pt x="897507" y="108503"/>
                </a:lnTo>
                <a:lnTo>
                  <a:pt x="897925" y="108973"/>
                </a:lnTo>
                <a:lnTo>
                  <a:pt x="898357" y="109444"/>
                </a:lnTo>
                <a:lnTo>
                  <a:pt x="898775" y="109914"/>
                </a:lnTo>
                <a:lnTo>
                  <a:pt x="899194" y="110385"/>
                </a:lnTo>
                <a:lnTo>
                  <a:pt x="899612" y="110868"/>
                </a:lnTo>
                <a:lnTo>
                  <a:pt x="900044" y="111339"/>
                </a:lnTo>
                <a:lnTo>
                  <a:pt x="900462" y="111809"/>
                </a:lnTo>
                <a:lnTo>
                  <a:pt x="900893" y="112280"/>
                </a:lnTo>
                <a:lnTo>
                  <a:pt x="901312" y="112763"/>
                </a:lnTo>
                <a:lnTo>
                  <a:pt x="901731" y="113233"/>
                </a:lnTo>
                <a:lnTo>
                  <a:pt x="902162" y="113716"/>
                </a:lnTo>
                <a:lnTo>
                  <a:pt x="902580" y="114200"/>
                </a:lnTo>
                <a:lnTo>
                  <a:pt x="902999" y="114683"/>
                </a:lnTo>
                <a:lnTo>
                  <a:pt x="903430" y="115166"/>
                </a:lnTo>
                <a:lnTo>
                  <a:pt x="903849" y="115649"/>
                </a:lnTo>
                <a:lnTo>
                  <a:pt x="904280" y="116132"/>
                </a:lnTo>
                <a:lnTo>
                  <a:pt x="904686" y="116616"/>
                </a:lnTo>
                <a:lnTo>
                  <a:pt x="905117" y="117099"/>
                </a:lnTo>
                <a:lnTo>
                  <a:pt x="905536" y="117582"/>
                </a:lnTo>
                <a:lnTo>
                  <a:pt x="905967" y="118065"/>
                </a:lnTo>
                <a:lnTo>
                  <a:pt x="906386" y="118561"/>
                </a:lnTo>
                <a:lnTo>
                  <a:pt x="906804" y="119044"/>
                </a:lnTo>
                <a:lnTo>
                  <a:pt x="907236" y="119540"/>
                </a:lnTo>
                <a:lnTo>
                  <a:pt x="907654" y="120036"/>
                </a:lnTo>
                <a:lnTo>
                  <a:pt x="908073" y="120532"/>
                </a:lnTo>
                <a:lnTo>
                  <a:pt x="908504" y="121028"/>
                </a:lnTo>
                <a:lnTo>
                  <a:pt x="908923" y="121524"/>
                </a:lnTo>
                <a:lnTo>
                  <a:pt x="909354" y="122020"/>
                </a:lnTo>
                <a:lnTo>
                  <a:pt x="909772" y="122516"/>
                </a:lnTo>
                <a:lnTo>
                  <a:pt x="910191" y="123012"/>
                </a:lnTo>
                <a:lnTo>
                  <a:pt x="910610" y="123508"/>
                </a:lnTo>
                <a:lnTo>
                  <a:pt x="911041" y="124003"/>
                </a:lnTo>
                <a:lnTo>
                  <a:pt x="911459" y="124499"/>
                </a:lnTo>
                <a:lnTo>
                  <a:pt x="911891" y="124995"/>
                </a:lnTo>
                <a:lnTo>
                  <a:pt x="912309" y="125504"/>
                </a:lnTo>
                <a:lnTo>
                  <a:pt x="912728" y="126013"/>
                </a:lnTo>
                <a:lnTo>
                  <a:pt x="913146" y="126508"/>
                </a:lnTo>
                <a:lnTo>
                  <a:pt x="913578" y="127017"/>
                </a:lnTo>
                <a:lnTo>
                  <a:pt x="913996" y="127526"/>
                </a:lnTo>
                <a:lnTo>
                  <a:pt x="914428" y="128034"/>
                </a:lnTo>
                <a:lnTo>
                  <a:pt x="914846" y="128543"/>
                </a:lnTo>
                <a:lnTo>
                  <a:pt x="915265" y="129052"/>
                </a:lnTo>
                <a:lnTo>
                  <a:pt x="915696" y="129560"/>
                </a:lnTo>
                <a:lnTo>
                  <a:pt x="916115" y="130069"/>
                </a:lnTo>
                <a:lnTo>
                  <a:pt x="916546" y="130578"/>
                </a:lnTo>
                <a:lnTo>
                  <a:pt x="916964" y="131086"/>
                </a:lnTo>
                <a:lnTo>
                  <a:pt x="917383" y="131607"/>
                </a:lnTo>
                <a:lnTo>
                  <a:pt x="917814" y="132116"/>
                </a:lnTo>
                <a:lnTo>
                  <a:pt x="918233" y="132625"/>
                </a:lnTo>
                <a:lnTo>
                  <a:pt x="918651" y="133146"/>
                </a:lnTo>
                <a:lnTo>
                  <a:pt x="919083" y="133667"/>
                </a:lnTo>
                <a:lnTo>
                  <a:pt x="919501" y="134189"/>
                </a:lnTo>
                <a:lnTo>
                  <a:pt x="919933" y="134710"/>
                </a:lnTo>
                <a:lnTo>
                  <a:pt x="920338" y="135231"/>
                </a:lnTo>
                <a:lnTo>
                  <a:pt x="920770" y="135740"/>
                </a:lnTo>
                <a:lnTo>
                  <a:pt x="921188" y="136261"/>
                </a:lnTo>
                <a:lnTo>
                  <a:pt x="921620" y="136796"/>
                </a:lnTo>
                <a:lnTo>
                  <a:pt x="922038" y="137317"/>
                </a:lnTo>
                <a:lnTo>
                  <a:pt x="922457" y="137838"/>
                </a:lnTo>
                <a:lnTo>
                  <a:pt x="922888" y="138372"/>
                </a:lnTo>
                <a:lnTo>
                  <a:pt x="923307" y="138894"/>
                </a:lnTo>
                <a:lnTo>
                  <a:pt x="923725" y="139428"/>
                </a:lnTo>
                <a:lnTo>
                  <a:pt x="924156" y="139949"/>
                </a:lnTo>
                <a:lnTo>
                  <a:pt x="924575" y="140483"/>
                </a:lnTo>
                <a:lnTo>
                  <a:pt x="925006" y="141004"/>
                </a:lnTo>
                <a:lnTo>
                  <a:pt x="925412" y="141538"/>
                </a:lnTo>
                <a:lnTo>
                  <a:pt x="925843" y="142073"/>
                </a:lnTo>
                <a:lnTo>
                  <a:pt x="926262" y="142607"/>
                </a:lnTo>
                <a:lnTo>
                  <a:pt x="926693" y="143141"/>
                </a:lnTo>
                <a:lnTo>
                  <a:pt x="927112" y="143675"/>
                </a:lnTo>
                <a:lnTo>
                  <a:pt x="927543" y="144209"/>
                </a:lnTo>
                <a:lnTo>
                  <a:pt x="927962" y="144743"/>
                </a:lnTo>
                <a:lnTo>
                  <a:pt x="928380" y="145290"/>
                </a:lnTo>
                <a:lnTo>
                  <a:pt x="928799" y="145824"/>
                </a:lnTo>
                <a:lnTo>
                  <a:pt x="929230" y="146370"/>
                </a:lnTo>
                <a:lnTo>
                  <a:pt x="929649" y="146905"/>
                </a:lnTo>
                <a:lnTo>
                  <a:pt x="930080" y="147451"/>
                </a:lnTo>
                <a:lnTo>
                  <a:pt x="930498" y="147998"/>
                </a:lnTo>
                <a:lnTo>
                  <a:pt x="930917" y="148532"/>
                </a:lnTo>
                <a:lnTo>
                  <a:pt x="931336" y="149079"/>
                </a:lnTo>
                <a:lnTo>
                  <a:pt x="931767" y="149626"/>
                </a:lnTo>
                <a:lnTo>
                  <a:pt x="932185" y="150172"/>
                </a:lnTo>
                <a:lnTo>
                  <a:pt x="932617" y="150719"/>
                </a:lnTo>
                <a:lnTo>
                  <a:pt x="933035" y="151266"/>
                </a:lnTo>
                <a:lnTo>
                  <a:pt x="933454" y="151813"/>
                </a:lnTo>
                <a:lnTo>
                  <a:pt x="933872" y="152360"/>
                </a:lnTo>
                <a:lnTo>
                  <a:pt x="934304" y="152906"/>
                </a:lnTo>
                <a:lnTo>
                  <a:pt x="934722" y="153466"/>
                </a:lnTo>
                <a:lnTo>
                  <a:pt x="935154" y="154025"/>
                </a:lnTo>
                <a:lnTo>
                  <a:pt x="935572" y="154572"/>
                </a:lnTo>
                <a:lnTo>
                  <a:pt x="935991" y="155132"/>
                </a:lnTo>
                <a:lnTo>
                  <a:pt x="936422" y="155678"/>
                </a:lnTo>
                <a:lnTo>
                  <a:pt x="936841" y="156251"/>
                </a:lnTo>
                <a:lnTo>
                  <a:pt x="937259" y="156797"/>
                </a:lnTo>
                <a:lnTo>
                  <a:pt x="937690" y="157357"/>
                </a:lnTo>
                <a:lnTo>
                  <a:pt x="938109" y="157916"/>
                </a:lnTo>
                <a:lnTo>
                  <a:pt x="938540" y="158476"/>
                </a:lnTo>
                <a:lnTo>
                  <a:pt x="938946" y="159035"/>
                </a:lnTo>
                <a:lnTo>
                  <a:pt x="939377" y="159595"/>
                </a:lnTo>
                <a:lnTo>
                  <a:pt x="939796" y="160167"/>
                </a:lnTo>
                <a:lnTo>
                  <a:pt x="940227" y="160727"/>
                </a:lnTo>
                <a:lnTo>
                  <a:pt x="940646" y="161299"/>
                </a:lnTo>
                <a:lnTo>
                  <a:pt x="941064" y="161858"/>
                </a:lnTo>
                <a:lnTo>
                  <a:pt x="941483" y="162418"/>
                </a:lnTo>
                <a:lnTo>
                  <a:pt x="941914" y="162990"/>
                </a:lnTo>
                <a:lnTo>
                  <a:pt x="942333" y="163562"/>
                </a:lnTo>
                <a:lnTo>
                  <a:pt x="942764" y="164122"/>
                </a:lnTo>
                <a:lnTo>
                  <a:pt x="943183" y="164694"/>
                </a:lnTo>
                <a:lnTo>
                  <a:pt x="943601" y="165279"/>
                </a:lnTo>
                <a:lnTo>
                  <a:pt x="944033" y="165838"/>
                </a:lnTo>
                <a:lnTo>
                  <a:pt x="944451" y="166423"/>
                </a:lnTo>
                <a:lnTo>
                  <a:pt x="944870" y="166995"/>
                </a:lnTo>
                <a:lnTo>
                  <a:pt x="945301" y="167568"/>
                </a:lnTo>
                <a:lnTo>
                  <a:pt x="945720" y="168140"/>
                </a:lnTo>
                <a:lnTo>
                  <a:pt x="946151" y="168712"/>
                </a:lnTo>
                <a:lnTo>
                  <a:pt x="946557" y="169297"/>
                </a:lnTo>
                <a:lnTo>
                  <a:pt x="946988" y="169869"/>
                </a:lnTo>
                <a:lnTo>
                  <a:pt x="947407" y="170454"/>
                </a:lnTo>
                <a:lnTo>
                  <a:pt x="947838" y="171039"/>
                </a:lnTo>
                <a:lnTo>
                  <a:pt x="948256" y="171611"/>
                </a:lnTo>
                <a:lnTo>
                  <a:pt x="948675" y="172196"/>
                </a:lnTo>
                <a:lnTo>
                  <a:pt x="949106" y="172781"/>
                </a:lnTo>
                <a:lnTo>
                  <a:pt x="949525" y="173366"/>
                </a:lnTo>
                <a:lnTo>
                  <a:pt x="949943" y="173951"/>
                </a:lnTo>
                <a:lnTo>
                  <a:pt x="950375" y="174536"/>
                </a:lnTo>
                <a:lnTo>
                  <a:pt x="950793" y="175121"/>
                </a:lnTo>
                <a:lnTo>
                  <a:pt x="951225" y="175706"/>
                </a:lnTo>
                <a:lnTo>
                  <a:pt x="951643" y="176303"/>
                </a:lnTo>
                <a:lnTo>
                  <a:pt x="952062" y="176888"/>
                </a:lnTo>
                <a:lnTo>
                  <a:pt x="952493" y="177473"/>
                </a:lnTo>
                <a:lnTo>
                  <a:pt x="952912" y="178071"/>
                </a:lnTo>
                <a:lnTo>
                  <a:pt x="953343" y="178668"/>
                </a:lnTo>
                <a:lnTo>
                  <a:pt x="953761" y="179253"/>
                </a:lnTo>
                <a:lnTo>
                  <a:pt x="954180" y="179851"/>
                </a:lnTo>
                <a:lnTo>
                  <a:pt x="954599" y="180449"/>
                </a:lnTo>
                <a:lnTo>
                  <a:pt x="955030" y="181034"/>
                </a:lnTo>
                <a:lnTo>
                  <a:pt x="955448" y="181631"/>
                </a:lnTo>
                <a:lnTo>
                  <a:pt x="955880" y="182229"/>
                </a:lnTo>
                <a:lnTo>
                  <a:pt x="956298" y="182827"/>
                </a:lnTo>
                <a:lnTo>
                  <a:pt x="956717" y="183437"/>
                </a:lnTo>
                <a:lnTo>
                  <a:pt x="957135" y="184022"/>
                </a:lnTo>
                <a:lnTo>
                  <a:pt x="957567" y="184632"/>
                </a:lnTo>
                <a:lnTo>
                  <a:pt x="957985" y="185230"/>
                </a:lnTo>
                <a:lnTo>
                  <a:pt x="958417" y="185840"/>
                </a:lnTo>
                <a:lnTo>
                  <a:pt x="958835" y="186438"/>
                </a:lnTo>
                <a:lnTo>
                  <a:pt x="959254" y="187048"/>
                </a:lnTo>
                <a:lnTo>
                  <a:pt x="959685" y="187646"/>
                </a:lnTo>
                <a:lnTo>
                  <a:pt x="960104" y="188256"/>
                </a:lnTo>
                <a:lnTo>
                  <a:pt x="960522" y="188867"/>
                </a:lnTo>
                <a:lnTo>
                  <a:pt x="960953" y="189477"/>
                </a:lnTo>
                <a:lnTo>
                  <a:pt x="961372" y="190087"/>
                </a:lnTo>
                <a:lnTo>
                  <a:pt x="961803" y="190698"/>
                </a:lnTo>
                <a:lnTo>
                  <a:pt x="962209" y="191308"/>
                </a:lnTo>
                <a:lnTo>
                  <a:pt x="962640" y="191918"/>
                </a:lnTo>
                <a:lnTo>
                  <a:pt x="963059" y="192529"/>
                </a:lnTo>
                <a:lnTo>
                  <a:pt x="963490" y="193139"/>
                </a:lnTo>
                <a:lnTo>
                  <a:pt x="963909" y="193762"/>
                </a:lnTo>
                <a:lnTo>
                  <a:pt x="964327" y="194372"/>
                </a:lnTo>
                <a:lnTo>
                  <a:pt x="964759" y="194995"/>
                </a:lnTo>
                <a:lnTo>
                  <a:pt x="965177" y="195606"/>
                </a:lnTo>
                <a:lnTo>
                  <a:pt x="965596" y="196229"/>
                </a:lnTo>
                <a:lnTo>
                  <a:pt x="966027" y="196839"/>
                </a:lnTo>
                <a:lnTo>
                  <a:pt x="966446" y="197462"/>
                </a:lnTo>
                <a:lnTo>
                  <a:pt x="966877" y="198085"/>
                </a:lnTo>
                <a:lnTo>
                  <a:pt x="967283" y="198696"/>
                </a:lnTo>
                <a:lnTo>
                  <a:pt x="967714" y="199332"/>
                </a:lnTo>
                <a:lnTo>
                  <a:pt x="968133" y="199955"/>
                </a:lnTo>
                <a:lnTo>
                  <a:pt x="968564" y="200565"/>
                </a:lnTo>
                <a:lnTo>
                  <a:pt x="968983" y="201201"/>
                </a:lnTo>
                <a:lnTo>
                  <a:pt x="969401" y="201824"/>
                </a:lnTo>
                <a:lnTo>
                  <a:pt x="969832" y="202447"/>
                </a:lnTo>
                <a:lnTo>
                  <a:pt x="970251" y="203070"/>
                </a:lnTo>
                <a:lnTo>
                  <a:pt x="970670" y="203706"/>
                </a:lnTo>
                <a:lnTo>
                  <a:pt x="971101" y="204342"/>
                </a:lnTo>
                <a:lnTo>
                  <a:pt x="971519" y="204977"/>
                </a:lnTo>
                <a:lnTo>
                  <a:pt x="971951" y="205600"/>
                </a:lnTo>
                <a:lnTo>
                  <a:pt x="972369" y="206236"/>
                </a:lnTo>
                <a:lnTo>
                  <a:pt x="972788" y="206872"/>
                </a:lnTo>
                <a:lnTo>
                  <a:pt x="973206" y="207495"/>
                </a:lnTo>
                <a:lnTo>
                  <a:pt x="973638" y="208131"/>
                </a:lnTo>
                <a:lnTo>
                  <a:pt x="974056" y="208767"/>
                </a:lnTo>
                <a:lnTo>
                  <a:pt x="974487" y="209415"/>
                </a:lnTo>
                <a:lnTo>
                  <a:pt x="974906" y="210051"/>
                </a:lnTo>
                <a:lnTo>
                  <a:pt x="975325" y="210687"/>
                </a:lnTo>
                <a:lnTo>
                  <a:pt x="975743" y="211323"/>
                </a:lnTo>
                <a:lnTo>
                  <a:pt x="976174" y="211958"/>
                </a:lnTo>
                <a:lnTo>
                  <a:pt x="976593" y="212607"/>
                </a:lnTo>
                <a:lnTo>
                  <a:pt x="977024" y="213243"/>
                </a:lnTo>
                <a:lnTo>
                  <a:pt x="977443" y="213891"/>
                </a:lnTo>
                <a:lnTo>
                  <a:pt x="977861" y="214540"/>
                </a:lnTo>
                <a:lnTo>
                  <a:pt x="978293" y="215175"/>
                </a:lnTo>
                <a:lnTo>
                  <a:pt x="978711" y="215824"/>
                </a:lnTo>
                <a:lnTo>
                  <a:pt x="979130" y="216472"/>
                </a:lnTo>
                <a:lnTo>
                  <a:pt x="979561" y="217121"/>
                </a:lnTo>
                <a:lnTo>
                  <a:pt x="979980" y="217769"/>
                </a:lnTo>
                <a:lnTo>
                  <a:pt x="980411" y="218405"/>
                </a:lnTo>
                <a:lnTo>
                  <a:pt x="980817" y="219066"/>
                </a:lnTo>
                <a:lnTo>
                  <a:pt x="981248" y="219715"/>
                </a:lnTo>
                <a:lnTo>
                  <a:pt x="981667" y="220363"/>
                </a:lnTo>
                <a:lnTo>
                  <a:pt x="982098" y="221012"/>
                </a:lnTo>
                <a:lnTo>
                  <a:pt x="982517" y="221673"/>
                </a:lnTo>
                <a:lnTo>
                  <a:pt x="982935" y="222322"/>
                </a:lnTo>
                <a:lnTo>
                  <a:pt x="983366" y="222983"/>
                </a:lnTo>
                <a:lnTo>
                  <a:pt x="983785" y="223631"/>
                </a:lnTo>
                <a:lnTo>
                  <a:pt x="984204" y="224293"/>
                </a:lnTo>
                <a:lnTo>
                  <a:pt x="984635" y="224954"/>
                </a:lnTo>
                <a:lnTo>
                  <a:pt x="985053" y="225602"/>
                </a:lnTo>
                <a:lnTo>
                  <a:pt x="985485" y="226264"/>
                </a:lnTo>
                <a:lnTo>
                  <a:pt x="985903" y="226925"/>
                </a:lnTo>
                <a:lnTo>
                  <a:pt x="986322" y="227599"/>
                </a:lnTo>
                <a:lnTo>
                  <a:pt x="986740" y="228247"/>
                </a:lnTo>
                <a:lnTo>
                  <a:pt x="987172" y="228908"/>
                </a:lnTo>
                <a:lnTo>
                  <a:pt x="987590" y="229582"/>
                </a:lnTo>
                <a:lnTo>
                  <a:pt x="988022" y="230244"/>
                </a:lnTo>
                <a:lnTo>
                  <a:pt x="988440" y="230905"/>
                </a:lnTo>
                <a:lnTo>
                  <a:pt x="988859" y="231566"/>
                </a:lnTo>
                <a:lnTo>
                  <a:pt x="989277" y="232240"/>
                </a:lnTo>
                <a:lnTo>
                  <a:pt x="989709" y="232901"/>
                </a:lnTo>
                <a:lnTo>
                  <a:pt x="990127" y="233575"/>
                </a:lnTo>
                <a:lnTo>
                  <a:pt x="990558" y="234249"/>
                </a:lnTo>
                <a:lnTo>
                  <a:pt x="990977" y="234910"/>
                </a:lnTo>
                <a:lnTo>
                  <a:pt x="991396" y="235584"/>
                </a:lnTo>
                <a:lnTo>
                  <a:pt x="991827" y="236258"/>
                </a:lnTo>
                <a:lnTo>
                  <a:pt x="992245" y="236932"/>
                </a:lnTo>
                <a:lnTo>
                  <a:pt x="992677" y="237606"/>
                </a:lnTo>
                <a:lnTo>
                  <a:pt x="993095" y="238280"/>
                </a:lnTo>
                <a:lnTo>
                  <a:pt x="993514" y="238954"/>
                </a:lnTo>
                <a:lnTo>
                  <a:pt x="993945" y="239628"/>
                </a:lnTo>
                <a:lnTo>
                  <a:pt x="994364" y="240314"/>
                </a:lnTo>
                <a:lnTo>
                  <a:pt x="994782" y="240988"/>
                </a:lnTo>
                <a:lnTo>
                  <a:pt x="995214" y="241662"/>
                </a:lnTo>
                <a:lnTo>
                  <a:pt x="995632" y="242336"/>
                </a:lnTo>
                <a:lnTo>
                  <a:pt x="996063" y="243036"/>
                </a:lnTo>
                <a:lnTo>
                  <a:pt x="996469" y="243710"/>
                </a:lnTo>
                <a:lnTo>
                  <a:pt x="996901" y="244396"/>
                </a:lnTo>
                <a:lnTo>
                  <a:pt x="997319" y="245070"/>
                </a:lnTo>
                <a:lnTo>
                  <a:pt x="997750" y="245757"/>
                </a:lnTo>
                <a:lnTo>
                  <a:pt x="998169" y="246443"/>
                </a:lnTo>
                <a:lnTo>
                  <a:pt x="998588" y="247130"/>
                </a:lnTo>
                <a:lnTo>
                  <a:pt x="999019" y="247817"/>
                </a:lnTo>
                <a:lnTo>
                  <a:pt x="999437" y="248503"/>
                </a:lnTo>
                <a:lnTo>
                  <a:pt x="999856" y="249190"/>
                </a:lnTo>
                <a:lnTo>
                  <a:pt x="1000287" y="249877"/>
                </a:lnTo>
                <a:lnTo>
                  <a:pt x="1000706" y="250563"/>
                </a:lnTo>
                <a:lnTo>
                  <a:pt x="1001137" y="251263"/>
                </a:lnTo>
                <a:lnTo>
                  <a:pt x="1001543" y="251949"/>
                </a:lnTo>
                <a:lnTo>
                  <a:pt x="1001974" y="252636"/>
                </a:lnTo>
                <a:lnTo>
                  <a:pt x="1002393" y="253335"/>
                </a:lnTo>
                <a:lnTo>
                  <a:pt x="1002824" y="254035"/>
                </a:lnTo>
                <a:lnTo>
                  <a:pt x="1003243" y="254721"/>
                </a:lnTo>
                <a:lnTo>
                  <a:pt x="1003661" y="255421"/>
                </a:lnTo>
                <a:lnTo>
                  <a:pt x="1004093" y="256107"/>
                </a:lnTo>
                <a:lnTo>
                  <a:pt x="1004511" y="256819"/>
                </a:lnTo>
                <a:lnTo>
                  <a:pt x="1004930" y="257519"/>
                </a:lnTo>
                <a:lnTo>
                  <a:pt x="1005361" y="258218"/>
                </a:lnTo>
                <a:lnTo>
                  <a:pt x="1005780" y="258918"/>
                </a:lnTo>
                <a:lnTo>
                  <a:pt x="1006211" y="259617"/>
                </a:lnTo>
                <a:lnTo>
                  <a:pt x="1006629" y="260316"/>
                </a:lnTo>
                <a:lnTo>
                  <a:pt x="1007048" y="261016"/>
                </a:lnTo>
                <a:lnTo>
                  <a:pt x="1007467" y="261728"/>
                </a:lnTo>
                <a:lnTo>
                  <a:pt x="1007898" y="262427"/>
                </a:lnTo>
                <a:lnTo>
                  <a:pt x="1008316" y="263126"/>
                </a:lnTo>
                <a:lnTo>
                  <a:pt x="1008748" y="263839"/>
                </a:lnTo>
                <a:lnTo>
                  <a:pt x="1009166" y="264538"/>
                </a:lnTo>
                <a:lnTo>
                  <a:pt x="1009585" y="265250"/>
                </a:lnTo>
                <a:lnTo>
                  <a:pt x="1010003" y="265962"/>
                </a:lnTo>
                <a:lnTo>
                  <a:pt x="1010435" y="266661"/>
                </a:lnTo>
                <a:lnTo>
                  <a:pt x="1010853" y="267374"/>
                </a:lnTo>
                <a:lnTo>
                  <a:pt x="1011284" y="268086"/>
                </a:lnTo>
                <a:lnTo>
                  <a:pt x="1011703" y="268798"/>
                </a:lnTo>
                <a:lnTo>
                  <a:pt x="1012122" y="269510"/>
                </a:lnTo>
                <a:lnTo>
                  <a:pt x="1012553" y="270222"/>
                </a:lnTo>
                <a:lnTo>
                  <a:pt x="1012971" y="270934"/>
                </a:lnTo>
                <a:lnTo>
                  <a:pt x="1013390" y="271646"/>
                </a:lnTo>
                <a:lnTo>
                  <a:pt x="1013821" y="272371"/>
                </a:lnTo>
                <a:lnTo>
                  <a:pt x="1014240" y="273083"/>
                </a:lnTo>
                <a:lnTo>
                  <a:pt x="1014671" y="273795"/>
                </a:lnTo>
                <a:lnTo>
                  <a:pt x="1015077" y="274520"/>
                </a:lnTo>
                <a:lnTo>
                  <a:pt x="1015508" y="275232"/>
                </a:lnTo>
                <a:lnTo>
                  <a:pt x="1015927" y="275957"/>
                </a:lnTo>
                <a:lnTo>
                  <a:pt x="1016358" y="276681"/>
                </a:lnTo>
                <a:lnTo>
                  <a:pt x="1016777" y="277394"/>
                </a:lnTo>
                <a:lnTo>
                  <a:pt x="1017195" y="278131"/>
                </a:lnTo>
                <a:lnTo>
                  <a:pt x="1017627" y="278843"/>
                </a:lnTo>
                <a:lnTo>
                  <a:pt x="1018045" y="279568"/>
                </a:lnTo>
                <a:lnTo>
                  <a:pt x="1018464" y="280293"/>
                </a:lnTo>
                <a:lnTo>
                  <a:pt x="1018895" y="281018"/>
                </a:lnTo>
                <a:lnTo>
                  <a:pt x="1019314" y="281742"/>
                </a:lnTo>
                <a:lnTo>
                  <a:pt x="1019745" y="282467"/>
                </a:lnTo>
                <a:lnTo>
                  <a:pt x="1020163" y="283205"/>
                </a:lnTo>
                <a:lnTo>
                  <a:pt x="1020582" y="283929"/>
                </a:lnTo>
                <a:lnTo>
                  <a:pt x="1021001" y="284654"/>
                </a:lnTo>
                <a:lnTo>
                  <a:pt x="1021432" y="285392"/>
                </a:lnTo>
                <a:lnTo>
                  <a:pt x="1021850" y="286117"/>
                </a:lnTo>
                <a:lnTo>
                  <a:pt x="1022282" y="286854"/>
                </a:lnTo>
                <a:lnTo>
                  <a:pt x="1022700" y="287579"/>
                </a:lnTo>
                <a:lnTo>
                  <a:pt x="1023119" y="288316"/>
                </a:lnTo>
                <a:lnTo>
                  <a:pt x="1023537" y="289054"/>
                </a:lnTo>
                <a:lnTo>
                  <a:pt x="1023969" y="289791"/>
                </a:lnTo>
                <a:lnTo>
                  <a:pt x="1024387" y="290529"/>
                </a:lnTo>
                <a:lnTo>
                  <a:pt x="1024819" y="291266"/>
                </a:lnTo>
                <a:lnTo>
                  <a:pt x="1025237" y="291991"/>
                </a:lnTo>
                <a:lnTo>
                  <a:pt x="1025656" y="292741"/>
                </a:lnTo>
                <a:lnTo>
                  <a:pt x="1026087" y="293479"/>
                </a:lnTo>
                <a:lnTo>
                  <a:pt x="1026506" y="294204"/>
                </a:lnTo>
                <a:lnTo>
                  <a:pt x="1026924" y="294954"/>
                </a:lnTo>
                <a:lnTo>
                  <a:pt x="1027355" y="295704"/>
                </a:lnTo>
                <a:lnTo>
                  <a:pt x="1027774" y="296442"/>
                </a:lnTo>
                <a:lnTo>
                  <a:pt x="1028205" y="297179"/>
                </a:lnTo>
                <a:lnTo>
                  <a:pt x="1028624" y="297929"/>
                </a:lnTo>
                <a:lnTo>
                  <a:pt x="1029042" y="298680"/>
                </a:lnTo>
                <a:lnTo>
                  <a:pt x="1029474" y="299417"/>
                </a:lnTo>
                <a:lnTo>
                  <a:pt x="1029892" y="300167"/>
                </a:lnTo>
                <a:lnTo>
                  <a:pt x="1030324" y="300905"/>
                </a:lnTo>
                <a:lnTo>
                  <a:pt x="1030729" y="301655"/>
                </a:lnTo>
                <a:lnTo>
                  <a:pt x="1031161" y="302405"/>
                </a:lnTo>
                <a:lnTo>
                  <a:pt x="1031579" y="303156"/>
                </a:lnTo>
                <a:lnTo>
                  <a:pt x="1032011" y="303906"/>
                </a:lnTo>
                <a:lnTo>
                  <a:pt x="1032429" y="304656"/>
                </a:lnTo>
                <a:lnTo>
                  <a:pt x="1032848" y="305406"/>
                </a:lnTo>
                <a:lnTo>
                  <a:pt x="1033279" y="306157"/>
                </a:lnTo>
                <a:lnTo>
                  <a:pt x="1033698" y="306920"/>
                </a:lnTo>
                <a:lnTo>
                  <a:pt x="1034116" y="307670"/>
                </a:lnTo>
                <a:lnTo>
                  <a:pt x="1034547" y="308433"/>
                </a:lnTo>
                <a:lnTo>
                  <a:pt x="1034966" y="309183"/>
                </a:lnTo>
                <a:lnTo>
                  <a:pt x="1035397" y="309946"/>
                </a:lnTo>
                <a:lnTo>
                  <a:pt x="1035803" y="310696"/>
                </a:lnTo>
                <a:lnTo>
                  <a:pt x="1036234" y="311459"/>
                </a:lnTo>
                <a:lnTo>
                  <a:pt x="1036653" y="312209"/>
                </a:lnTo>
                <a:lnTo>
                  <a:pt x="1037084" y="312972"/>
                </a:lnTo>
                <a:lnTo>
                  <a:pt x="1037503" y="313735"/>
                </a:lnTo>
                <a:lnTo>
                  <a:pt x="1037921" y="314498"/>
                </a:lnTo>
                <a:lnTo>
                  <a:pt x="1038353" y="315261"/>
                </a:lnTo>
                <a:lnTo>
                  <a:pt x="1038771" y="316024"/>
                </a:lnTo>
                <a:lnTo>
                  <a:pt x="1039190" y="316787"/>
                </a:lnTo>
                <a:lnTo>
                  <a:pt x="1039621" y="317550"/>
                </a:lnTo>
                <a:lnTo>
                  <a:pt x="1040040" y="318313"/>
                </a:lnTo>
                <a:lnTo>
                  <a:pt x="1040471" y="319076"/>
                </a:lnTo>
                <a:lnTo>
                  <a:pt x="1040890" y="319851"/>
                </a:lnTo>
                <a:lnTo>
                  <a:pt x="1041308" y="320614"/>
                </a:lnTo>
                <a:lnTo>
                  <a:pt x="1041727" y="321377"/>
                </a:lnTo>
                <a:lnTo>
                  <a:pt x="1042158" y="322140"/>
                </a:lnTo>
                <a:lnTo>
                  <a:pt x="1042577" y="322916"/>
                </a:lnTo>
                <a:lnTo>
                  <a:pt x="1043008" y="323692"/>
                </a:lnTo>
                <a:lnTo>
                  <a:pt x="1043426" y="324455"/>
                </a:lnTo>
                <a:lnTo>
                  <a:pt x="1043845" y="325230"/>
                </a:lnTo>
                <a:lnTo>
                  <a:pt x="1044264" y="326006"/>
                </a:lnTo>
                <a:lnTo>
                  <a:pt x="1044695" y="326782"/>
                </a:lnTo>
                <a:lnTo>
                  <a:pt x="1045113" y="327557"/>
                </a:lnTo>
                <a:lnTo>
                  <a:pt x="1045545" y="328320"/>
                </a:lnTo>
                <a:lnTo>
                  <a:pt x="1045963" y="329108"/>
                </a:lnTo>
                <a:lnTo>
                  <a:pt x="1046382" y="329884"/>
                </a:lnTo>
                <a:lnTo>
                  <a:pt x="1046813" y="330660"/>
                </a:lnTo>
                <a:lnTo>
                  <a:pt x="1047232" y="331435"/>
                </a:lnTo>
                <a:lnTo>
                  <a:pt x="1047650" y="332211"/>
                </a:lnTo>
                <a:lnTo>
                  <a:pt x="1048082" y="333000"/>
                </a:lnTo>
                <a:lnTo>
                  <a:pt x="1048500" y="333788"/>
                </a:lnTo>
                <a:lnTo>
                  <a:pt x="1048931" y="334564"/>
                </a:lnTo>
                <a:lnTo>
                  <a:pt x="1049337" y="335339"/>
                </a:lnTo>
                <a:lnTo>
                  <a:pt x="1049769" y="336128"/>
                </a:lnTo>
                <a:lnTo>
                  <a:pt x="1050187" y="336916"/>
                </a:lnTo>
                <a:lnTo>
                  <a:pt x="1050618" y="337692"/>
                </a:lnTo>
                <a:lnTo>
                  <a:pt x="1051037" y="338480"/>
                </a:lnTo>
                <a:lnTo>
                  <a:pt x="1051456" y="339268"/>
                </a:lnTo>
                <a:lnTo>
                  <a:pt x="1051887" y="340057"/>
                </a:lnTo>
                <a:lnTo>
                  <a:pt x="1052305" y="340832"/>
                </a:lnTo>
                <a:lnTo>
                  <a:pt x="1052724" y="341621"/>
                </a:lnTo>
                <a:lnTo>
                  <a:pt x="1053155" y="342409"/>
                </a:lnTo>
                <a:lnTo>
                  <a:pt x="1053574" y="343210"/>
                </a:lnTo>
                <a:lnTo>
                  <a:pt x="1054005" y="343986"/>
                </a:lnTo>
                <a:lnTo>
                  <a:pt x="1054424" y="344787"/>
                </a:lnTo>
                <a:lnTo>
                  <a:pt x="1054842" y="345588"/>
                </a:lnTo>
                <a:lnTo>
                  <a:pt x="1055261" y="346364"/>
                </a:lnTo>
                <a:lnTo>
                  <a:pt x="1055692" y="347165"/>
                </a:lnTo>
                <a:lnTo>
                  <a:pt x="1056111" y="347966"/>
                </a:lnTo>
                <a:lnTo>
                  <a:pt x="1056542" y="348754"/>
                </a:lnTo>
                <a:lnTo>
                  <a:pt x="1056948" y="349555"/>
                </a:lnTo>
                <a:lnTo>
                  <a:pt x="1057379" y="350344"/>
                </a:lnTo>
                <a:lnTo>
                  <a:pt x="1057798" y="351145"/>
                </a:lnTo>
                <a:lnTo>
                  <a:pt x="1058229" y="351946"/>
                </a:lnTo>
                <a:lnTo>
                  <a:pt x="1058647" y="352734"/>
                </a:lnTo>
                <a:lnTo>
                  <a:pt x="1059079" y="353535"/>
                </a:lnTo>
                <a:lnTo>
                  <a:pt x="1059497" y="354349"/>
                </a:lnTo>
                <a:lnTo>
                  <a:pt x="1059916" y="355138"/>
                </a:lnTo>
                <a:lnTo>
                  <a:pt x="1060334" y="355951"/>
                </a:lnTo>
                <a:lnTo>
                  <a:pt x="1060766" y="356753"/>
                </a:lnTo>
                <a:lnTo>
                  <a:pt x="1061184" y="357554"/>
                </a:lnTo>
                <a:lnTo>
                  <a:pt x="1061616" y="358355"/>
                </a:lnTo>
                <a:lnTo>
                  <a:pt x="1062021" y="359156"/>
                </a:lnTo>
                <a:lnTo>
                  <a:pt x="1062453" y="359970"/>
                </a:lnTo>
                <a:lnTo>
                  <a:pt x="1062871" y="360771"/>
                </a:lnTo>
                <a:lnTo>
                  <a:pt x="1063303" y="361585"/>
                </a:lnTo>
                <a:lnTo>
                  <a:pt x="1063721" y="362386"/>
                </a:lnTo>
                <a:lnTo>
                  <a:pt x="1064140" y="363199"/>
                </a:lnTo>
                <a:lnTo>
                  <a:pt x="1064571" y="364013"/>
                </a:lnTo>
                <a:lnTo>
                  <a:pt x="1064990" y="364814"/>
                </a:lnTo>
                <a:lnTo>
                  <a:pt x="1065408" y="365628"/>
                </a:lnTo>
                <a:lnTo>
                  <a:pt x="1065839" y="366429"/>
                </a:lnTo>
                <a:lnTo>
                  <a:pt x="1066258" y="367243"/>
                </a:lnTo>
                <a:lnTo>
                  <a:pt x="1066689" y="368057"/>
                </a:lnTo>
                <a:lnTo>
                  <a:pt x="1067108" y="368871"/>
                </a:lnTo>
                <a:lnTo>
                  <a:pt x="1067526" y="369684"/>
                </a:lnTo>
                <a:lnTo>
                  <a:pt x="1067958" y="370511"/>
                </a:lnTo>
                <a:lnTo>
                  <a:pt x="1068376" y="371312"/>
                </a:lnTo>
                <a:lnTo>
                  <a:pt x="1068808" y="372139"/>
                </a:lnTo>
                <a:lnTo>
                  <a:pt x="1069226" y="372952"/>
                </a:lnTo>
                <a:lnTo>
                  <a:pt x="1069645" y="373766"/>
                </a:lnTo>
                <a:lnTo>
                  <a:pt x="1070063" y="374593"/>
                </a:lnTo>
                <a:lnTo>
                  <a:pt x="1070495" y="375419"/>
                </a:lnTo>
                <a:lnTo>
                  <a:pt x="1070913" y="376233"/>
                </a:lnTo>
                <a:lnTo>
                  <a:pt x="1071344" y="377060"/>
                </a:lnTo>
                <a:lnTo>
                  <a:pt x="1071763" y="377873"/>
                </a:lnTo>
                <a:lnTo>
                  <a:pt x="1072182" y="378700"/>
                </a:lnTo>
                <a:lnTo>
                  <a:pt x="1072600" y="379526"/>
                </a:lnTo>
                <a:lnTo>
                  <a:pt x="1073031" y="380340"/>
                </a:lnTo>
                <a:lnTo>
                  <a:pt x="1073450" y="381179"/>
                </a:lnTo>
                <a:lnTo>
                  <a:pt x="1073881" y="381993"/>
                </a:lnTo>
                <a:lnTo>
                  <a:pt x="1074300" y="382820"/>
                </a:lnTo>
                <a:lnTo>
                  <a:pt x="1074718" y="383646"/>
                </a:lnTo>
                <a:lnTo>
                  <a:pt x="1075150" y="384473"/>
                </a:lnTo>
                <a:lnTo>
                  <a:pt x="1075568" y="385312"/>
                </a:lnTo>
                <a:lnTo>
                  <a:pt x="1075987" y="386126"/>
                </a:lnTo>
                <a:lnTo>
                  <a:pt x="1076418" y="386965"/>
                </a:lnTo>
                <a:lnTo>
                  <a:pt x="1076837" y="387792"/>
                </a:lnTo>
                <a:lnTo>
                  <a:pt x="1077268" y="388618"/>
                </a:lnTo>
                <a:lnTo>
                  <a:pt x="1077674" y="389457"/>
                </a:lnTo>
                <a:lnTo>
                  <a:pt x="1078105" y="390284"/>
                </a:lnTo>
                <a:lnTo>
                  <a:pt x="1078524" y="391110"/>
                </a:lnTo>
                <a:lnTo>
                  <a:pt x="1078955" y="391962"/>
                </a:lnTo>
                <a:lnTo>
                  <a:pt x="1079374" y="392789"/>
                </a:lnTo>
                <a:lnTo>
                  <a:pt x="1079792" y="393628"/>
                </a:lnTo>
                <a:lnTo>
                  <a:pt x="1080223" y="394467"/>
                </a:lnTo>
                <a:lnTo>
                  <a:pt x="1080642" y="395294"/>
                </a:lnTo>
                <a:lnTo>
                  <a:pt x="1081061" y="396133"/>
                </a:lnTo>
                <a:lnTo>
                  <a:pt x="1081492" y="396972"/>
                </a:lnTo>
                <a:lnTo>
                  <a:pt x="1081910" y="397812"/>
                </a:lnTo>
                <a:lnTo>
                  <a:pt x="1082342" y="398651"/>
                </a:lnTo>
                <a:lnTo>
                  <a:pt x="1082760" y="399490"/>
                </a:lnTo>
                <a:lnTo>
                  <a:pt x="1083179" y="400329"/>
                </a:lnTo>
                <a:lnTo>
                  <a:pt x="1083597" y="401181"/>
                </a:lnTo>
                <a:lnTo>
                  <a:pt x="1084029" y="402021"/>
                </a:lnTo>
                <a:lnTo>
                  <a:pt x="1084447" y="402860"/>
                </a:lnTo>
                <a:lnTo>
                  <a:pt x="1084879" y="403712"/>
                </a:lnTo>
                <a:lnTo>
                  <a:pt x="1085297" y="404551"/>
                </a:lnTo>
                <a:lnTo>
                  <a:pt x="1085716" y="405390"/>
                </a:lnTo>
                <a:lnTo>
                  <a:pt x="1086134" y="406242"/>
                </a:lnTo>
                <a:lnTo>
                  <a:pt x="1086566" y="407094"/>
                </a:lnTo>
                <a:lnTo>
                  <a:pt x="1086984" y="407933"/>
                </a:lnTo>
                <a:lnTo>
                  <a:pt x="1087415" y="408785"/>
                </a:lnTo>
                <a:lnTo>
                  <a:pt x="1087834" y="409637"/>
                </a:lnTo>
                <a:lnTo>
                  <a:pt x="1088253" y="410489"/>
                </a:lnTo>
                <a:lnTo>
                  <a:pt x="1088684" y="411329"/>
                </a:lnTo>
                <a:lnTo>
                  <a:pt x="1089102" y="412180"/>
                </a:lnTo>
                <a:lnTo>
                  <a:pt x="1089521" y="413032"/>
                </a:lnTo>
                <a:lnTo>
                  <a:pt x="1089952" y="413897"/>
                </a:lnTo>
                <a:lnTo>
                  <a:pt x="1090371" y="414736"/>
                </a:lnTo>
                <a:lnTo>
                  <a:pt x="1090802" y="415588"/>
                </a:lnTo>
                <a:lnTo>
                  <a:pt x="1091208" y="416440"/>
                </a:lnTo>
                <a:lnTo>
                  <a:pt x="1091639" y="417305"/>
                </a:lnTo>
                <a:lnTo>
                  <a:pt x="1092058" y="418157"/>
                </a:lnTo>
                <a:lnTo>
                  <a:pt x="1092489" y="419022"/>
                </a:lnTo>
                <a:lnTo>
                  <a:pt x="1092908" y="419874"/>
                </a:lnTo>
                <a:lnTo>
                  <a:pt x="1093326" y="420725"/>
                </a:lnTo>
                <a:lnTo>
                  <a:pt x="1093757" y="421590"/>
                </a:lnTo>
                <a:lnTo>
                  <a:pt x="1094176" y="422442"/>
                </a:lnTo>
                <a:lnTo>
                  <a:pt x="1094595" y="423307"/>
                </a:lnTo>
                <a:lnTo>
                  <a:pt x="1095026" y="424171"/>
                </a:lnTo>
                <a:lnTo>
                  <a:pt x="1095444" y="425023"/>
                </a:lnTo>
                <a:lnTo>
                  <a:pt x="1095876" y="425888"/>
                </a:lnTo>
                <a:lnTo>
                  <a:pt x="1096282" y="426753"/>
                </a:lnTo>
                <a:lnTo>
                  <a:pt x="1096713" y="427617"/>
                </a:lnTo>
                <a:lnTo>
                  <a:pt x="1097132" y="428482"/>
                </a:lnTo>
                <a:lnTo>
                  <a:pt x="1097563" y="429347"/>
                </a:lnTo>
                <a:lnTo>
                  <a:pt x="1097981" y="430211"/>
                </a:lnTo>
                <a:lnTo>
                  <a:pt x="1098413" y="431076"/>
                </a:lnTo>
                <a:lnTo>
                  <a:pt x="1098831" y="431953"/>
                </a:lnTo>
                <a:lnTo>
                  <a:pt x="1099250" y="432818"/>
                </a:lnTo>
                <a:lnTo>
                  <a:pt x="1099668" y="433683"/>
                </a:lnTo>
                <a:lnTo>
                  <a:pt x="1100100" y="434547"/>
                </a:lnTo>
                <a:lnTo>
                  <a:pt x="1100518" y="435412"/>
                </a:lnTo>
                <a:lnTo>
                  <a:pt x="1100949" y="436290"/>
                </a:lnTo>
                <a:lnTo>
                  <a:pt x="1101368" y="437154"/>
                </a:lnTo>
                <a:lnTo>
                  <a:pt x="1101787" y="438032"/>
                </a:lnTo>
                <a:lnTo>
                  <a:pt x="1102205" y="438896"/>
                </a:lnTo>
                <a:lnTo>
                  <a:pt x="1102636" y="439774"/>
                </a:lnTo>
                <a:lnTo>
                  <a:pt x="1103055" y="440651"/>
                </a:lnTo>
                <a:lnTo>
                  <a:pt x="1103486" y="441516"/>
                </a:lnTo>
                <a:lnTo>
                  <a:pt x="1103905" y="442393"/>
                </a:lnTo>
                <a:lnTo>
                  <a:pt x="1104323" y="443270"/>
                </a:lnTo>
                <a:lnTo>
                  <a:pt x="1104742" y="444148"/>
                </a:lnTo>
                <a:lnTo>
                  <a:pt x="1106860" y="448535"/>
                </a:lnTo>
                <a:lnTo>
                  <a:pt x="1107292" y="449412"/>
                </a:lnTo>
                <a:lnTo>
                  <a:pt x="1107710" y="450302"/>
                </a:lnTo>
                <a:lnTo>
                  <a:pt x="1108141" y="451180"/>
                </a:lnTo>
                <a:lnTo>
                  <a:pt x="1108560" y="452057"/>
                </a:lnTo>
                <a:lnTo>
                  <a:pt x="1108979" y="452947"/>
                </a:lnTo>
                <a:lnTo>
                  <a:pt x="1109410" y="453837"/>
                </a:lnTo>
                <a:lnTo>
                  <a:pt x="1109828" y="454715"/>
                </a:lnTo>
                <a:lnTo>
                  <a:pt x="1110247" y="455592"/>
                </a:lnTo>
                <a:lnTo>
                  <a:pt x="1110678" y="456482"/>
                </a:lnTo>
                <a:lnTo>
                  <a:pt x="1111097" y="457372"/>
                </a:lnTo>
                <a:lnTo>
                  <a:pt x="1111528" y="458262"/>
                </a:lnTo>
                <a:lnTo>
                  <a:pt x="1111934" y="459140"/>
                </a:lnTo>
                <a:lnTo>
                  <a:pt x="1112365" y="460043"/>
                </a:lnTo>
                <a:lnTo>
                  <a:pt x="1112784" y="460920"/>
                </a:lnTo>
                <a:lnTo>
                  <a:pt x="1113215" y="461810"/>
                </a:lnTo>
                <a:lnTo>
                  <a:pt x="1113634" y="462700"/>
                </a:lnTo>
                <a:lnTo>
                  <a:pt x="1114052" y="463590"/>
                </a:lnTo>
                <a:lnTo>
                  <a:pt x="1114484" y="464480"/>
                </a:lnTo>
                <a:lnTo>
                  <a:pt x="1114902" y="465370"/>
                </a:lnTo>
                <a:lnTo>
                  <a:pt x="1115321" y="466273"/>
                </a:lnTo>
                <a:lnTo>
                  <a:pt x="1115752" y="467163"/>
                </a:lnTo>
                <a:lnTo>
                  <a:pt x="1116171" y="468053"/>
                </a:lnTo>
                <a:lnTo>
                  <a:pt x="1116602" y="468956"/>
                </a:lnTo>
                <a:lnTo>
                  <a:pt x="1117020" y="469846"/>
                </a:lnTo>
                <a:lnTo>
                  <a:pt x="1117439" y="470736"/>
                </a:lnTo>
                <a:lnTo>
                  <a:pt x="1117858" y="471639"/>
                </a:lnTo>
                <a:lnTo>
                  <a:pt x="1118289" y="472529"/>
                </a:lnTo>
                <a:lnTo>
                  <a:pt x="1118707" y="473432"/>
                </a:lnTo>
                <a:lnTo>
                  <a:pt x="1119139" y="474335"/>
                </a:lnTo>
                <a:lnTo>
                  <a:pt x="1119557" y="475225"/>
                </a:lnTo>
                <a:lnTo>
                  <a:pt x="1119976" y="476128"/>
                </a:lnTo>
                <a:lnTo>
                  <a:pt x="1120394" y="477031"/>
                </a:lnTo>
                <a:lnTo>
                  <a:pt x="1120826" y="477921"/>
                </a:lnTo>
                <a:lnTo>
                  <a:pt x="1121244" y="478836"/>
                </a:lnTo>
                <a:lnTo>
                  <a:pt x="1121676" y="479739"/>
                </a:lnTo>
                <a:lnTo>
                  <a:pt x="1122094" y="480642"/>
                </a:lnTo>
                <a:lnTo>
                  <a:pt x="1122513" y="481545"/>
                </a:lnTo>
                <a:lnTo>
                  <a:pt x="1122944" y="482448"/>
                </a:lnTo>
                <a:lnTo>
                  <a:pt x="1123363" y="483351"/>
                </a:lnTo>
                <a:lnTo>
                  <a:pt x="1123781" y="484253"/>
                </a:lnTo>
                <a:lnTo>
                  <a:pt x="1124212" y="485156"/>
                </a:lnTo>
                <a:lnTo>
                  <a:pt x="1124631" y="486072"/>
                </a:lnTo>
                <a:lnTo>
                  <a:pt x="1125062" y="486975"/>
                </a:lnTo>
                <a:lnTo>
                  <a:pt x="1125468" y="487877"/>
                </a:lnTo>
                <a:lnTo>
                  <a:pt x="1125899" y="488793"/>
                </a:lnTo>
                <a:lnTo>
                  <a:pt x="1126318" y="489696"/>
                </a:lnTo>
                <a:lnTo>
                  <a:pt x="1126749" y="490611"/>
                </a:lnTo>
                <a:lnTo>
                  <a:pt x="1127168" y="491527"/>
                </a:lnTo>
                <a:lnTo>
                  <a:pt x="1127586" y="492430"/>
                </a:lnTo>
                <a:lnTo>
                  <a:pt x="1128018" y="493345"/>
                </a:lnTo>
                <a:lnTo>
                  <a:pt x="1128436" y="494261"/>
                </a:lnTo>
                <a:lnTo>
                  <a:pt x="1128855" y="495163"/>
                </a:lnTo>
                <a:lnTo>
                  <a:pt x="1129286" y="496079"/>
                </a:lnTo>
                <a:lnTo>
                  <a:pt x="1129705" y="496995"/>
                </a:lnTo>
                <a:lnTo>
                  <a:pt x="1130136" y="497910"/>
                </a:lnTo>
                <a:lnTo>
                  <a:pt x="1130555" y="498826"/>
                </a:lnTo>
                <a:lnTo>
                  <a:pt x="1130973" y="499741"/>
                </a:lnTo>
                <a:lnTo>
                  <a:pt x="1131392" y="500657"/>
                </a:lnTo>
                <a:lnTo>
                  <a:pt x="1131823" y="501572"/>
                </a:lnTo>
                <a:lnTo>
                  <a:pt x="1132242" y="502488"/>
                </a:lnTo>
                <a:lnTo>
                  <a:pt x="1132673" y="503416"/>
                </a:lnTo>
                <a:lnTo>
                  <a:pt x="1133091" y="504332"/>
                </a:lnTo>
                <a:lnTo>
                  <a:pt x="1133510" y="505247"/>
                </a:lnTo>
                <a:lnTo>
                  <a:pt x="1133929" y="506175"/>
                </a:lnTo>
                <a:lnTo>
                  <a:pt x="1134360" y="507091"/>
                </a:lnTo>
                <a:lnTo>
                  <a:pt x="1134778" y="508019"/>
                </a:lnTo>
                <a:lnTo>
                  <a:pt x="1135210" y="508947"/>
                </a:lnTo>
                <a:lnTo>
                  <a:pt x="1135628" y="509850"/>
                </a:lnTo>
                <a:lnTo>
                  <a:pt x="1136047" y="510778"/>
                </a:lnTo>
                <a:lnTo>
                  <a:pt x="1136465" y="511707"/>
                </a:lnTo>
                <a:lnTo>
                  <a:pt x="1136897" y="512635"/>
                </a:lnTo>
                <a:lnTo>
                  <a:pt x="1137315" y="513550"/>
                </a:lnTo>
                <a:lnTo>
                  <a:pt x="1137746" y="514479"/>
                </a:lnTo>
                <a:lnTo>
                  <a:pt x="1138165" y="515407"/>
                </a:lnTo>
                <a:lnTo>
                  <a:pt x="1138584" y="516335"/>
                </a:lnTo>
                <a:lnTo>
                  <a:pt x="1139002" y="517263"/>
                </a:lnTo>
                <a:lnTo>
                  <a:pt x="1139433" y="518192"/>
                </a:lnTo>
                <a:lnTo>
                  <a:pt x="1139852" y="519120"/>
                </a:lnTo>
                <a:lnTo>
                  <a:pt x="1140283" y="520048"/>
                </a:lnTo>
                <a:lnTo>
                  <a:pt x="1140702" y="520976"/>
                </a:lnTo>
                <a:lnTo>
                  <a:pt x="1141120" y="521905"/>
                </a:lnTo>
                <a:lnTo>
                  <a:pt x="1141552" y="522846"/>
                </a:lnTo>
                <a:lnTo>
                  <a:pt x="1141970" y="523774"/>
                </a:lnTo>
                <a:lnTo>
                  <a:pt x="1142402" y="524715"/>
                </a:lnTo>
                <a:lnTo>
                  <a:pt x="1142820" y="525643"/>
                </a:lnTo>
                <a:lnTo>
                  <a:pt x="1143239" y="526571"/>
                </a:lnTo>
                <a:lnTo>
                  <a:pt x="1143670" y="527512"/>
                </a:lnTo>
                <a:lnTo>
                  <a:pt x="1144089" y="528441"/>
                </a:lnTo>
                <a:lnTo>
                  <a:pt x="1144507" y="529382"/>
                </a:lnTo>
                <a:lnTo>
                  <a:pt x="1144938" y="530310"/>
                </a:lnTo>
                <a:lnTo>
                  <a:pt x="1145357" y="531251"/>
                </a:lnTo>
                <a:lnTo>
                  <a:pt x="1145788" y="532179"/>
                </a:lnTo>
                <a:lnTo>
                  <a:pt x="1146194" y="533133"/>
                </a:lnTo>
                <a:lnTo>
                  <a:pt x="1146625" y="534061"/>
                </a:lnTo>
                <a:lnTo>
                  <a:pt x="1147044" y="535002"/>
                </a:lnTo>
                <a:lnTo>
                  <a:pt x="1147475" y="535943"/>
                </a:lnTo>
                <a:lnTo>
                  <a:pt x="1147894" y="536884"/>
                </a:lnTo>
                <a:lnTo>
                  <a:pt x="1148312" y="537825"/>
                </a:lnTo>
                <a:lnTo>
                  <a:pt x="1148744" y="538766"/>
                </a:lnTo>
                <a:lnTo>
                  <a:pt x="1149162" y="539707"/>
                </a:lnTo>
                <a:lnTo>
                  <a:pt x="1149581" y="540648"/>
                </a:lnTo>
                <a:lnTo>
                  <a:pt x="1150012" y="541589"/>
                </a:lnTo>
                <a:lnTo>
                  <a:pt x="1150431" y="542542"/>
                </a:lnTo>
                <a:lnTo>
                  <a:pt x="1150862" y="543471"/>
                </a:lnTo>
                <a:lnTo>
                  <a:pt x="1151281" y="544424"/>
                </a:lnTo>
                <a:lnTo>
                  <a:pt x="1151699" y="545365"/>
                </a:lnTo>
                <a:lnTo>
                  <a:pt x="1152118" y="546319"/>
                </a:lnTo>
                <a:lnTo>
                  <a:pt x="1152549" y="547260"/>
                </a:lnTo>
                <a:lnTo>
                  <a:pt x="1152968" y="548214"/>
                </a:lnTo>
                <a:lnTo>
                  <a:pt x="1153399" y="549167"/>
                </a:lnTo>
                <a:lnTo>
                  <a:pt x="1153817" y="550108"/>
                </a:lnTo>
                <a:lnTo>
                  <a:pt x="1154236" y="551062"/>
                </a:lnTo>
                <a:lnTo>
                  <a:pt x="1154655" y="552003"/>
                </a:lnTo>
                <a:lnTo>
                  <a:pt x="1155086" y="552957"/>
                </a:lnTo>
                <a:lnTo>
                  <a:pt x="1155504" y="553897"/>
                </a:lnTo>
                <a:lnTo>
                  <a:pt x="1155936" y="554851"/>
                </a:lnTo>
                <a:lnTo>
                  <a:pt x="1156354" y="555805"/>
                </a:lnTo>
                <a:lnTo>
                  <a:pt x="1156773" y="556759"/>
                </a:lnTo>
                <a:lnTo>
                  <a:pt x="1157204" y="557712"/>
                </a:lnTo>
                <a:lnTo>
                  <a:pt x="1157623" y="558666"/>
                </a:lnTo>
                <a:lnTo>
                  <a:pt x="1158041" y="559620"/>
                </a:lnTo>
                <a:lnTo>
                  <a:pt x="1158473" y="560573"/>
                </a:lnTo>
                <a:lnTo>
                  <a:pt x="1158891" y="561527"/>
                </a:lnTo>
                <a:lnTo>
                  <a:pt x="1159322" y="562481"/>
                </a:lnTo>
                <a:lnTo>
                  <a:pt x="1159728" y="563447"/>
                </a:lnTo>
                <a:lnTo>
                  <a:pt x="1160160" y="564401"/>
                </a:lnTo>
                <a:lnTo>
                  <a:pt x="1160578" y="565354"/>
                </a:lnTo>
                <a:lnTo>
                  <a:pt x="1161009" y="566321"/>
                </a:lnTo>
                <a:lnTo>
                  <a:pt x="1161428" y="567274"/>
                </a:lnTo>
                <a:lnTo>
                  <a:pt x="1161847" y="568241"/>
                </a:lnTo>
                <a:lnTo>
                  <a:pt x="1162278" y="569195"/>
                </a:lnTo>
                <a:lnTo>
                  <a:pt x="1162696" y="570148"/>
                </a:lnTo>
                <a:lnTo>
                  <a:pt x="1163115" y="571115"/>
                </a:lnTo>
                <a:lnTo>
                  <a:pt x="1163546" y="572068"/>
                </a:lnTo>
                <a:lnTo>
                  <a:pt x="1163965" y="573035"/>
                </a:lnTo>
                <a:lnTo>
                  <a:pt x="1164396" y="574001"/>
                </a:lnTo>
                <a:lnTo>
                  <a:pt x="1164815" y="574955"/>
                </a:lnTo>
                <a:lnTo>
                  <a:pt x="1165233" y="575921"/>
                </a:lnTo>
                <a:lnTo>
                  <a:pt x="1165652" y="576888"/>
                </a:lnTo>
                <a:lnTo>
                  <a:pt x="1166083" y="577854"/>
                </a:lnTo>
                <a:lnTo>
                  <a:pt x="1166502" y="578808"/>
                </a:lnTo>
                <a:lnTo>
                  <a:pt x="1166933" y="579787"/>
                </a:lnTo>
                <a:lnTo>
                  <a:pt x="1167352" y="580753"/>
                </a:lnTo>
                <a:lnTo>
                  <a:pt x="1167770" y="581720"/>
                </a:lnTo>
                <a:lnTo>
                  <a:pt x="1168189" y="582673"/>
                </a:lnTo>
                <a:lnTo>
                  <a:pt x="1168620" y="583652"/>
                </a:lnTo>
                <a:lnTo>
                  <a:pt x="1169039" y="584619"/>
                </a:lnTo>
                <a:lnTo>
                  <a:pt x="1169470" y="585585"/>
                </a:lnTo>
                <a:lnTo>
                  <a:pt x="1169888" y="586552"/>
                </a:lnTo>
                <a:lnTo>
                  <a:pt x="1170307" y="587518"/>
                </a:lnTo>
                <a:lnTo>
                  <a:pt x="1170726" y="588497"/>
                </a:lnTo>
                <a:lnTo>
                  <a:pt x="1171157" y="589463"/>
                </a:lnTo>
                <a:lnTo>
                  <a:pt x="1171575" y="590443"/>
                </a:lnTo>
                <a:lnTo>
                  <a:pt x="1172007" y="591409"/>
                </a:lnTo>
                <a:lnTo>
                  <a:pt x="1172425" y="592375"/>
                </a:lnTo>
                <a:lnTo>
                  <a:pt x="1172856" y="593354"/>
                </a:lnTo>
                <a:lnTo>
                  <a:pt x="1173262" y="594334"/>
                </a:lnTo>
                <a:lnTo>
                  <a:pt x="1173694" y="595313"/>
                </a:lnTo>
                <a:lnTo>
                  <a:pt x="1174112" y="596279"/>
                </a:lnTo>
                <a:lnTo>
                  <a:pt x="1174543" y="597258"/>
                </a:lnTo>
                <a:lnTo>
                  <a:pt x="1174962" y="598225"/>
                </a:lnTo>
                <a:lnTo>
                  <a:pt x="1175381" y="599216"/>
                </a:lnTo>
                <a:lnTo>
                  <a:pt x="1175799" y="600196"/>
                </a:lnTo>
                <a:lnTo>
                  <a:pt x="1176231" y="601162"/>
                </a:lnTo>
                <a:lnTo>
                  <a:pt x="1176649" y="602141"/>
                </a:lnTo>
                <a:lnTo>
                  <a:pt x="1177080" y="603120"/>
                </a:lnTo>
                <a:lnTo>
                  <a:pt x="1177499" y="604099"/>
                </a:lnTo>
                <a:lnTo>
                  <a:pt x="1177930" y="605078"/>
                </a:lnTo>
                <a:lnTo>
                  <a:pt x="1178336" y="606057"/>
                </a:lnTo>
                <a:lnTo>
                  <a:pt x="1178767" y="607037"/>
                </a:lnTo>
                <a:lnTo>
                  <a:pt x="1179186" y="608016"/>
                </a:lnTo>
                <a:lnTo>
                  <a:pt x="1179617" y="609008"/>
                </a:lnTo>
                <a:lnTo>
                  <a:pt x="1180036" y="609987"/>
                </a:lnTo>
                <a:lnTo>
                  <a:pt x="1180454" y="610966"/>
                </a:lnTo>
                <a:lnTo>
                  <a:pt x="1180873" y="611958"/>
                </a:lnTo>
                <a:lnTo>
                  <a:pt x="1181304" y="612924"/>
                </a:lnTo>
                <a:lnTo>
                  <a:pt x="1181735" y="613916"/>
                </a:lnTo>
                <a:lnTo>
                  <a:pt x="1182154" y="614895"/>
                </a:lnTo>
                <a:lnTo>
                  <a:pt x="1182573" y="615887"/>
                </a:lnTo>
                <a:lnTo>
                  <a:pt x="1182991" y="616879"/>
                </a:lnTo>
                <a:lnTo>
                  <a:pt x="1183422" y="617858"/>
                </a:lnTo>
                <a:lnTo>
                  <a:pt x="1183841" y="618837"/>
                </a:lnTo>
                <a:lnTo>
                  <a:pt x="1184272" y="619829"/>
                </a:lnTo>
                <a:lnTo>
                  <a:pt x="1184691" y="620820"/>
                </a:lnTo>
                <a:lnTo>
                  <a:pt x="1185122" y="621800"/>
                </a:lnTo>
                <a:lnTo>
                  <a:pt x="1185541" y="622791"/>
                </a:lnTo>
                <a:lnTo>
                  <a:pt x="1185959" y="623783"/>
                </a:lnTo>
                <a:lnTo>
                  <a:pt x="1186378" y="624775"/>
                </a:lnTo>
                <a:lnTo>
                  <a:pt x="1186809" y="625767"/>
                </a:lnTo>
                <a:lnTo>
                  <a:pt x="1187228" y="626759"/>
                </a:lnTo>
                <a:lnTo>
                  <a:pt x="1187659" y="627751"/>
                </a:lnTo>
                <a:lnTo>
                  <a:pt x="1188065" y="628742"/>
                </a:lnTo>
                <a:lnTo>
                  <a:pt x="1188496" y="629734"/>
                </a:lnTo>
                <a:lnTo>
                  <a:pt x="1188915" y="630726"/>
                </a:lnTo>
                <a:lnTo>
                  <a:pt x="1189346" y="631718"/>
                </a:lnTo>
                <a:lnTo>
                  <a:pt x="1189765" y="632710"/>
                </a:lnTo>
                <a:lnTo>
                  <a:pt x="1190183" y="633702"/>
                </a:lnTo>
                <a:lnTo>
                  <a:pt x="1190614" y="634706"/>
                </a:lnTo>
                <a:lnTo>
                  <a:pt x="1191033" y="635698"/>
                </a:lnTo>
                <a:lnTo>
                  <a:pt x="1191452" y="636690"/>
                </a:lnTo>
                <a:lnTo>
                  <a:pt x="1191883" y="637694"/>
                </a:lnTo>
                <a:lnTo>
                  <a:pt x="1192301" y="638686"/>
                </a:lnTo>
                <a:lnTo>
                  <a:pt x="1192733" y="639691"/>
                </a:lnTo>
                <a:lnTo>
                  <a:pt x="1193151" y="640682"/>
                </a:lnTo>
                <a:lnTo>
                  <a:pt x="1193570" y="641687"/>
                </a:lnTo>
                <a:lnTo>
                  <a:pt x="1193988" y="642679"/>
                </a:lnTo>
                <a:lnTo>
                  <a:pt x="1194420" y="643683"/>
                </a:lnTo>
                <a:lnTo>
                  <a:pt x="1194838" y="644675"/>
                </a:lnTo>
                <a:lnTo>
                  <a:pt x="1195270" y="645680"/>
                </a:lnTo>
                <a:lnTo>
                  <a:pt x="1195688" y="646684"/>
                </a:lnTo>
                <a:lnTo>
                  <a:pt x="1196107" y="647689"/>
                </a:lnTo>
                <a:lnTo>
                  <a:pt x="1196525" y="648693"/>
                </a:lnTo>
                <a:lnTo>
                  <a:pt x="1196957" y="649685"/>
                </a:lnTo>
                <a:lnTo>
                  <a:pt x="1197375" y="650690"/>
                </a:lnTo>
                <a:lnTo>
                  <a:pt x="1197806" y="651694"/>
                </a:lnTo>
                <a:lnTo>
                  <a:pt x="1198225" y="652699"/>
                </a:lnTo>
                <a:lnTo>
                  <a:pt x="1198644" y="653703"/>
                </a:lnTo>
                <a:lnTo>
                  <a:pt x="1199075" y="654708"/>
                </a:lnTo>
                <a:lnTo>
                  <a:pt x="1199493" y="655712"/>
                </a:lnTo>
                <a:lnTo>
                  <a:pt x="1199912" y="656717"/>
                </a:lnTo>
                <a:lnTo>
                  <a:pt x="1200343" y="657722"/>
                </a:lnTo>
                <a:lnTo>
                  <a:pt x="1200762" y="658739"/>
                </a:lnTo>
                <a:lnTo>
                  <a:pt x="1201193" y="659731"/>
                </a:lnTo>
                <a:lnTo>
                  <a:pt x="1201599" y="660748"/>
                </a:lnTo>
                <a:lnTo>
                  <a:pt x="1202030" y="661752"/>
                </a:lnTo>
                <a:lnTo>
                  <a:pt x="1202449" y="662757"/>
                </a:lnTo>
                <a:lnTo>
                  <a:pt x="1202880" y="663774"/>
                </a:lnTo>
                <a:lnTo>
                  <a:pt x="1203299" y="664779"/>
                </a:lnTo>
                <a:lnTo>
                  <a:pt x="1203717" y="665796"/>
                </a:lnTo>
                <a:lnTo>
                  <a:pt x="1204149" y="666801"/>
                </a:lnTo>
                <a:lnTo>
                  <a:pt x="1204567" y="667805"/>
                </a:lnTo>
                <a:lnTo>
                  <a:pt x="1204986" y="668822"/>
                </a:lnTo>
                <a:lnTo>
                  <a:pt x="1205417" y="669827"/>
                </a:lnTo>
                <a:lnTo>
                  <a:pt x="1205836" y="670844"/>
                </a:lnTo>
                <a:lnTo>
                  <a:pt x="1206267" y="671849"/>
                </a:lnTo>
                <a:lnTo>
                  <a:pt x="1206673" y="672866"/>
                </a:lnTo>
                <a:lnTo>
                  <a:pt x="1207104" y="673883"/>
                </a:lnTo>
                <a:lnTo>
                  <a:pt x="1207523" y="674901"/>
                </a:lnTo>
                <a:lnTo>
                  <a:pt x="1207954" y="675918"/>
                </a:lnTo>
                <a:lnTo>
                  <a:pt x="1208372" y="676935"/>
                </a:lnTo>
                <a:lnTo>
                  <a:pt x="1208791" y="677940"/>
                </a:lnTo>
                <a:lnTo>
                  <a:pt x="1209222" y="678957"/>
                </a:lnTo>
                <a:lnTo>
                  <a:pt x="1209641" y="679974"/>
                </a:lnTo>
                <a:lnTo>
                  <a:pt x="1210059" y="680991"/>
                </a:lnTo>
                <a:lnTo>
                  <a:pt x="1210491" y="682021"/>
                </a:lnTo>
                <a:lnTo>
                  <a:pt x="1210909" y="683026"/>
                </a:lnTo>
                <a:lnTo>
                  <a:pt x="1211341" y="684043"/>
                </a:lnTo>
                <a:lnTo>
                  <a:pt x="1211759" y="685060"/>
                </a:lnTo>
                <a:lnTo>
                  <a:pt x="1212178" y="686090"/>
                </a:lnTo>
                <a:lnTo>
                  <a:pt x="1212596" y="687108"/>
                </a:lnTo>
                <a:lnTo>
                  <a:pt x="1213028" y="688125"/>
                </a:lnTo>
                <a:lnTo>
                  <a:pt x="1213446" y="689142"/>
                </a:lnTo>
                <a:lnTo>
                  <a:pt x="1213877" y="690172"/>
                </a:lnTo>
                <a:lnTo>
                  <a:pt x="1214296" y="691189"/>
                </a:lnTo>
                <a:lnTo>
                  <a:pt x="1214715" y="692219"/>
                </a:lnTo>
                <a:lnTo>
                  <a:pt x="1215133" y="693237"/>
                </a:lnTo>
                <a:lnTo>
                  <a:pt x="1215564" y="694254"/>
                </a:lnTo>
                <a:lnTo>
                  <a:pt x="1215983" y="695271"/>
                </a:lnTo>
                <a:lnTo>
                  <a:pt x="1216414" y="696301"/>
                </a:lnTo>
                <a:lnTo>
                  <a:pt x="1216833" y="697318"/>
                </a:lnTo>
                <a:lnTo>
                  <a:pt x="1217251" y="698348"/>
                </a:lnTo>
                <a:lnTo>
                  <a:pt x="1217683" y="699378"/>
                </a:lnTo>
                <a:lnTo>
                  <a:pt x="1218101" y="700396"/>
                </a:lnTo>
                <a:lnTo>
                  <a:pt x="1218520" y="701426"/>
                </a:lnTo>
                <a:lnTo>
                  <a:pt x="1218951" y="702456"/>
                </a:lnTo>
                <a:lnTo>
                  <a:pt x="1219370" y="703486"/>
                </a:lnTo>
                <a:lnTo>
                  <a:pt x="1219801" y="704503"/>
                </a:lnTo>
                <a:lnTo>
                  <a:pt x="1220219" y="705533"/>
                </a:lnTo>
                <a:lnTo>
                  <a:pt x="1220638" y="706563"/>
                </a:lnTo>
                <a:lnTo>
                  <a:pt x="1221069" y="707593"/>
                </a:lnTo>
                <a:lnTo>
                  <a:pt x="1221488" y="708623"/>
                </a:lnTo>
                <a:lnTo>
                  <a:pt x="1221919" y="709653"/>
                </a:lnTo>
                <a:lnTo>
                  <a:pt x="1222325" y="710683"/>
                </a:lnTo>
                <a:lnTo>
                  <a:pt x="1222756" y="711700"/>
                </a:lnTo>
                <a:lnTo>
                  <a:pt x="1223175" y="712743"/>
                </a:lnTo>
                <a:lnTo>
                  <a:pt x="1223606" y="713773"/>
                </a:lnTo>
                <a:lnTo>
                  <a:pt x="1224025" y="714803"/>
                </a:lnTo>
                <a:lnTo>
                  <a:pt x="1224443" y="715833"/>
                </a:lnTo>
                <a:lnTo>
                  <a:pt x="1224875" y="716863"/>
                </a:lnTo>
                <a:lnTo>
                  <a:pt x="1225293" y="717905"/>
                </a:lnTo>
                <a:lnTo>
                  <a:pt x="1225712" y="718935"/>
                </a:lnTo>
                <a:lnTo>
                  <a:pt x="1226143" y="719965"/>
                </a:lnTo>
                <a:lnTo>
                  <a:pt x="1226562" y="721008"/>
                </a:lnTo>
                <a:lnTo>
                  <a:pt x="1226993" y="722038"/>
                </a:lnTo>
                <a:lnTo>
                  <a:pt x="1227411" y="723081"/>
                </a:lnTo>
                <a:lnTo>
                  <a:pt x="1227830" y="724110"/>
                </a:lnTo>
                <a:lnTo>
                  <a:pt x="1228249" y="725140"/>
                </a:lnTo>
                <a:lnTo>
                  <a:pt x="1228680" y="726183"/>
                </a:lnTo>
                <a:lnTo>
                  <a:pt x="1229098" y="727213"/>
                </a:lnTo>
                <a:lnTo>
                  <a:pt x="1229530" y="728256"/>
                </a:lnTo>
                <a:lnTo>
                  <a:pt x="1229948" y="729299"/>
                </a:lnTo>
                <a:lnTo>
                  <a:pt x="1230367" y="730328"/>
                </a:lnTo>
                <a:lnTo>
                  <a:pt x="1230785" y="731358"/>
                </a:lnTo>
                <a:lnTo>
                  <a:pt x="1231217" y="732401"/>
                </a:lnTo>
                <a:lnTo>
                  <a:pt x="1231635" y="733444"/>
                </a:lnTo>
                <a:lnTo>
                  <a:pt x="1232067" y="734487"/>
                </a:lnTo>
                <a:lnTo>
                  <a:pt x="1232485" y="735529"/>
                </a:lnTo>
                <a:lnTo>
                  <a:pt x="1232904" y="736559"/>
                </a:lnTo>
                <a:lnTo>
                  <a:pt x="1233335" y="737602"/>
                </a:lnTo>
                <a:lnTo>
                  <a:pt x="1233754" y="738645"/>
                </a:lnTo>
                <a:lnTo>
                  <a:pt x="1234172" y="739687"/>
                </a:lnTo>
                <a:lnTo>
                  <a:pt x="1234603" y="740730"/>
                </a:lnTo>
                <a:lnTo>
                  <a:pt x="1235022" y="741773"/>
                </a:lnTo>
                <a:lnTo>
                  <a:pt x="1235453" y="742815"/>
                </a:lnTo>
                <a:lnTo>
                  <a:pt x="1235859" y="743858"/>
                </a:lnTo>
                <a:lnTo>
                  <a:pt x="1236290" y="744901"/>
                </a:lnTo>
                <a:lnTo>
                  <a:pt x="1236709" y="745943"/>
                </a:lnTo>
                <a:lnTo>
                  <a:pt x="1237140" y="746986"/>
                </a:lnTo>
                <a:lnTo>
                  <a:pt x="1237559" y="748029"/>
                </a:lnTo>
                <a:lnTo>
                  <a:pt x="1237977" y="749072"/>
                </a:lnTo>
                <a:lnTo>
                  <a:pt x="1238409" y="750127"/>
                </a:lnTo>
                <a:lnTo>
                  <a:pt x="1238827" y="751170"/>
                </a:lnTo>
                <a:lnTo>
                  <a:pt x="1239246" y="752212"/>
                </a:lnTo>
                <a:lnTo>
                  <a:pt x="1239677" y="753268"/>
                </a:lnTo>
                <a:lnTo>
                  <a:pt x="1240096" y="754310"/>
                </a:lnTo>
                <a:lnTo>
                  <a:pt x="1240527" y="755353"/>
                </a:lnTo>
                <a:lnTo>
                  <a:pt x="1240933" y="756408"/>
                </a:lnTo>
                <a:lnTo>
                  <a:pt x="1241364" y="757451"/>
                </a:lnTo>
                <a:lnTo>
                  <a:pt x="1241783" y="758507"/>
                </a:lnTo>
                <a:lnTo>
                  <a:pt x="1242214" y="759549"/>
                </a:lnTo>
                <a:lnTo>
                  <a:pt x="1242633" y="760592"/>
                </a:lnTo>
                <a:lnTo>
                  <a:pt x="1243051" y="761647"/>
                </a:lnTo>
                <a:lnTo>
                  <a:pt x="1243482" y="762703"/>
                </a:lnTo>
                <a:lnTo>
                  <a:pt x="1243901" y="763745"/>
                </a:lnTo>
                <a:lnTo>
                  <a:pt x="1244320" y="764801"/>
                </a:lnTo>
                <a:lnTo>
                  <a:pt x="1244751" y="765856"/>
                </a:lnTo>
                <a:lnTo>
                  <a:pt x="1245169" y="766912"/>
                </a:lnTo>
                <a:lnTo>
                  <a:pt x="1245601" y="767954"/>
                </a:lnTo>
                <a:lnTo>
                  <a:pt x="1246019" y="769010"/>
                </a:lnTo>
                <a:lnTo>
                  <a:pt x="1246438" y="770065"/>
                </a:lnTo>
                <a:lnTo>
                  <a:pt x="1246856" y="771121"/>
                </a:lnTo>
                <a:lnTo>
                  <a:pt x="1247288" y="772176"/>
                </a:lnTo>
                <a:lnTo>
                  <a:pt x="1247706" y="773231"/>
                </a:lnTo>
                <a:lnTo>
                  <a:pt x="1248138" y="774274"/>
                </a:lnTo>
                <a:lnTo>
                  <a:pt x="1248556" y="775330"/>
                </a:lnTo>
                <a:lnTo>
                  <a:pt x="1248975" y="776385"/>
                </a:lnTo>
                <a:lnTo>
                  <a:pt x="1249393" y="777440"/>
                </a:lnTo>
                <a:lnTo>
                  <a:pt x="1249825" y="778508"/>
                </a:lnTo>
                <a:lnTo>
                  <a:pt x="1250243" y="779551"/>
                </a:lnTo>
                <a:lnTo>
                  <a:pt x="1250674" y="780619"/>
                </a:lnTo>
                <a:lnTo>
                  <a:pt x="1251093" y="781662"/>
                </a:lnTo>
                <a:lnTo>
                  <a:pt x="1251512" y="782730"/>
                </a:lnTo>
                <a:lnTo>
                  <a:pt x="1251943" y="783786"/>
                </a:lnTo>
                <a:lnTo>
                  <a:pt x="1252361" y="784841"/>
                </a:lnTo>
                <a:lnTo>
                  <a:pt x="1252780" y="785896"/>
                </a:lnTo>
                <a:lnTo>
                  <a:pt x="1253211" y="786964"/>
                </a:lnTo>
                <a:lnTo>
                  <a:pt x="1253630" y="788020"/>
                </a:lnTo>
                <a:lnTo>
                  <a:pt x="1254061" y="789075"/>
                </a:lnTo>
                <a:lnTo>
                  <a:pt x="1254467" y="790143"/>
                </a:lnTo>
                <a:lnTo>
                  <a:pt x="1254898" y="791199"/>
                </a:lnTo>
                <a:lnTo>
                  <a:pt x="1255317" y="792267"/>
                </a:lnTo>
                <a:lnTo>
                  <a:pt x="1255748" y="793322"/>
                </a:lnTo>
                <a:lnTo>
                  <a:pt x="1256179" y="794390"/>
                </a:lnTo>
                <a:lnTo>
                  <a:pt x="1256585" y="795446"/>
                </a:lnTo>
                <a:lnTo>
                  <a:pt x="1257017" y="796514"/>
                </a:lnTo>
                <a:lnTo>
                  <a:pt x="1257435" y="797569"/>
                </a:lnTo>
                <a:lnTo>
                  <a:pt x="1257866" y="798637"/>
                </a:lnTo>
                <a:lnTo>
                  <a:pt x="1258285" y="799693"/>
                </a:lnTo>
                <a:lnTo>
                  <a:pt x="1258704" y="800761"/>
                </a:lnTo>
                <a:lnTo>
                  <a:pt x="1259135" y="801829"/>
                </a:lnTo>
                <a:lnTo>
                  <a:pt x="1259553" y="802885"/>
                </a:lnTo>
                <a:lnTo>
                  <a:pt x="1259972" y="803953"/>
                </a:lnTo>
                <a:lnTo>
                  <a:pt x="1260403" y="805021"/>
                </a:lnTo>
                <a:lnTo>
                  <a:pt x="1260822" y="806076"/>
                </a:lnTo>
                <a:lnTo>
                  <a:pt x="1261253" y="807144"/>
                </a:lnTo>
                <a:lnTo>
                  <a:pt x="1261672" y="808212"/>
                </a:lnTo>
                <a:lnTo>
                  <a:pt x="1262090" y="809281"/>
                </a:lnTo>
                <a:lnTo>
                  <a:pt x="1262509" y="810336"/>
                </a:lnTo>
                <a:lnTo>
                  <a:pt x="1262940" y="811417"/>
                </a:lnTo>
                <a:lnTo>
                  <a:pt x="1263359" y="812485"/>
                </a:lnTo>
                <a:lnTo>
                  <a:pt x="1263790" y="813540"/>
                </a:lnTo>
                <a:lnTo>
                  <a:pt x="1264208" y="814608"/>
                </a:lnTo>
                <a:lnTo>
                  <a:pt x="1264627" y="815677"/>
                </a:lnTo>
                <a:lnTo>
                  <a:pt x="1265046" y="816745"/>
                </a:lnTo>
                <a:lnTo>
                  <a:pt x="1265477" y="817826"/>
                </a:lnTo>
                <a:lnTo>
                  <a:pt x="1265895" y="818894"/>
                </a:lnTo>
                <a:lnTo>
                  <a:pt x="1266327" y="819962"/>
                </a:lnTo>
                <a:lnTo>
                  <a:pt x="1266745" y="821030"/>
                </a:lnTo>
                <a:lnTo>
                  <a:pt x="1267164" y="822098"/>
                </a:lnTo>
                <a:lnTo>
                  <a:pt x="1267595" y="823166"/>
                </a:lnTo>
                <a:lnTo>
                  <a:pt x="1268014" y="824234"/>
                </a:lnTo>
                <a:lnTo>
                  <a:pt x="1268432" y="825315"/>
                </a:lnTo>
                <a:lnTo>
                  <a:pt x="1268864" y="826383"/>
                </a:lnTo>
                <a:lnTo>
                  <a:pt x="1269282" y="827451"/>
                </a:lnTo>
                <a:lnTo>
                  <a:pt x="1269713" y="828532"/>
                </a:lnTo>
                <a:lnTo>
                  <a:pt x="1270119" y="829600"/>
                </a:lnTo>
                <a:lnTo>
                  <a:pt x="1270551" y="830668"/>
                </a:lnTo>
                <a:lnTo>
                  <a:pt x="1270969" y="831749"/>
                </a:lnTo>
                <a:lnTo>
                  <a:pt x="1271400" y="832817"/>
                </a:lnTo>
                <a:lnTo>
                  <a:pt x="1271819" y="833898"/>
                </a:lnTo>
                <a:lnTo>
                  <a:pt x="1272238" y="834966"/>
                </a:lnTo>
                <a:lnTo>
                  <a:pt x="1272669" y="836035"/>
                </a:lnTo>
                <a:lnTo>
                  <a:pt x="1273087" y="837115"/>
                </a:lnTo>
                <a:lnTo>
                  <a:pt x="1273506" y="838196"/>
                </a:lnTo>
                <a:lnTo>
                  <a:pt x="1273937" y="839277"/>
                </a:lnTo>
                <a:lnTo>
                  <a:pt x="1274356" y="840332"/>
                </a:lnTo>
                <a:lnTo>
                  <a:pt x="1274787" y="841413"/>
                </a:lnTo>
                <a:lnTo>
                  <a:pt x="1275193" y="842494"/>
                </a:lnTo>
                <a:lnTo>
                  <a:pt x="1275624" y="843575"/>
                </a:lnTo>
                <a:lnTo>
                  <a:pt x="1276043" y="844656"/>
                </a:lnTo>
                <a:lnTo>
                  <a:pt x="1276474" y="845724"/>
                </a:lnTo>
                <a:lnTo>
                  <a:pt x="1276893" y="846805"/>
                </a:lnTo>
                <a:lnTo>
                  <a:pt x="1277311" y="847873"/>
                </a:lnTo>
                <a:lnTo>
                  <a:pt x="1277743" y="848966"/>
                </a:lnTo>
                <a:lnTo>
                  <a:pt x="1278161" y="850047"/>
                </a:lnTo>
                <a:lnTo>
                  <a:pt x="1278580" y="851115"/>
                </a:lnTo>
                <a:lnTo>
                  <a:pt x="1279011" y="852196"/>
                </a:lnTo>
                <a:lnTo>
                  <a:pt x="1279430" y="853277"/>
                </a:lnTo>
                <a:lnTo>
                  <a:pt x="1279861" y="854358"/>
                </a:lnTo>
                <a:lnTo>
                  <a:pt x="1280279" y="855439"/>
                </a:lnTo>
                <a:lnTo>
                  <a:pt x="1280698" y="856520"/>
                </a:lnTo>
                <a:lnTo>
                  <a:pt x="1281117" y="857600"/>
                </a:lnTo>
                <a:lnTo>
                  <a:pt x="1281548" y="858681"/>
                </a:lnTo>
                <a:lnTo>
                  <a:pt x="1281966" y="859762"/>
                </a:lnTo>
                <a:lnTo>
                  <a:pt x="1282398" y="860843"/>
                </a:lnTo>
                <a:lnTo>
                  <a:pt x="1282816" y="861924"/>
                </a:lnTo>
                <a:lnTo>
                  <a:pt x="1283235" y="863005"/>
                </a:lnTo>
                <a:lnTo>
                  <a:pt x="1283653" y="864085"/>
                </a:lnTo>
                <a:lnTo>
                  <a:pt x="1284085" y="865179"/>
                </a:lnTo>
                <a:lnTo>
                  <a:pt x="1284503" y="866260"/>
                </a:lnTo>
                <a:lnTo>
                  <a:pt x="1284935" y="867341"/>
                </a:lnTo>
                <a:lnTo>
                  <a:pt x="1285353" y="868422"/>
                </a:lnTo>
                <a:lnTo>
                  <a:pt x="1285772" y="869502"/>
                </a:lnTo>
                <a:lnTo>
                  <a:pt x="1286203" y="870596"/>
                </a:lnTo>
                <a:lnTo>
                  <a:pt x="1286622" y="871677"/>
                </a:lnTo>
                <a:lnTo>
                  <a:pt x="1287040" y="872758"/>
                </a:lnTo>
                <a:lnTo>
                  <a:pt x="1287471" y="873838"/>
                </a:lnTo>
                <a:lnTo>
                  <a:pt x="1287890" y="874932"/>
                </a:lnTo>
                <a:lnTo>
                  <a:pt x="1288321" y="876013"/>
                </a:lnTo>
                <a:lnTo>
                  <a:pt x="1288727" y="877106"/>
                </a:lnTo>
                <a:lnTo>
                  <a:pt x="1289158" y="878187"/>
                </a:lnTo>
                <a:lnTo>
                  <a:pt x="1289577" y="879281"/>
                </a:lnTo>
                <a:lnTo>
                  <a:pt x="1290008" y="880362"/>
                </a:lnTo>
                <a:lnTo>
                  <a:pt x="1290427" y="881455"/>
                </a:lnTo>
                <a:lnTo>
                  <a:pt x="1290845" y="882536"/>
                </a:lnTo>
                <a:lnTo>
                  <a:pt x="1291277" y="883617"/>
                </a:lnTo>
                <a:lnTo>
                  <a:pt x="1291695" y="884710"/>
                </a:lnTo>
                <a:lnTo>
                  <a:pt x="1292114" y="885804"/>
                </a:lnTo>
                <a:lnTo>
                  <a:pt x="1292545" y="886898"/>
                </a:lnTo>
                <a:lnTo>
                  <a:pt x="1292964" y="887978"/>
                </a:lnTo>
                <a:lnTo>
                  <a:pt x="1293395" y="889072"/>
                </a:lnTo>
                <a:lnTo>
                  <a:pt x="1293814" y="890153"/>
                </a:lnTo>
                <a:lnTo>
                  <a:pt x="1294232" y="891246"/>
                </a:lnTo>
                <a:lnTo>
                  <a:pt x="1294651" y="892340"/>
                </a:lnTo>
                <a:lnTo>
                  <a:pt x="1295082" y="893421"/>
                </a:lnTo>
                <a:lnTo>
                  <a:pt x="1295501" y="894514"/>
                </a:lnTo>
                <a:lnTo>
                  <a:pt x="1295932" y="895608"/>
                </a:lnTo>
                <a:lnTo>
                  <a:pt x="1296350" y="896701"/>
                </a:lnTo>
                <a:lnTo>
                  <a:pt x="1296769" y="897795"/>
                </a:lnTo>
                <a:lnTo>
                  <a:pt x="1297200" y="898876"/>
                </a:lnTo>
                <a:lnTo>
                  <a:pt x="1297619" y="899969"/>
                </a:lnTo>
                <a:lnTo>
                  <a:pt x="1298050" y="901063"/>
                </a:lnTo>
                <a:lnTo>
                  <a:pt x="1298469" y="902156"/>
                </a:lnTo>
                <a:lnTo>
                  <a:pt x="1298887" y="903250"/>
                </a:lnTo>
                <a:lnTo>
                  <a:pt x="1299306" y="904344"/>
                </a:lnTo>
                <a:lnTo>
                  <a:pt x="1299737" y="905437"/>
                </a:lnTo>
                <a:lnTo>
                  <a:pt x="1300156" y="906531"/>
                </a:lnTo>
                <a:lnTo>
                  <a:pt x="1300574" y="907624"/>
                </a:lnTo>
                <a:lnTo>
                  <a:pt x="1301005" y="908718"/>
                </a:lnTo>
                <a:lnTo>
                  <a:pt x="1301424" y="909811"/>
                </a:lnTo>
                <a:lnTo>
                  <a:pt x="1301843" y="910905"/>
                </a:lnTo>
                <a:lnTo>
                  <a:pt x="1302274" y="911998"/>
                </a:lnTo>
                <a:lnTo>
                  <a:pt x="1302692" y="913092"/>
                </a:lnTo>
                <a:lnTo>
                  <a:pt x="1303124" y="914186"/>
                </a:lnTo>
                <a:lnTo>
                  <a:pt x="1303542" y="915279"/>
                </a:lnTo>
                <a:lnTo>
                  <a:pt x="1303961" y="916385"/>
                </a:lnTo>
                <a:lnTo>
                  <a:pt x="1304380" y="917479"/>
                </a:lnTo>
                <a:lnTo>
                  <a:pt x="1304811" y="918572"/>
                </a:lnTo>
                <a:lnTo>
                  <a:pt x="1305229" y="919666"/>
                </a:lnTo>
                <a:lnTo>
                  <a:pt x="1305661" y="920760"/>
                </a:lnTo>
                <a:lnTo>
                  <a:pt x="1306079" y="921866"/>
                </a:lnTo>
                <a:lnTo>
                  <a:pt x="1306498" y="922947"/>
                </a:lnTo>
                <a:lnTo>
                  <a:pt x="1306916" y="924053"/>
                </a:lnTo>
                <a:lnTo>
                  <a:pt x="1307348" y="925159"/>
                </a:lnTo>
                <a:lnTo>
                  <a:pt x="1307766" y="926253"/>
                </a:lnTo>
                <a:lnTo>
                  <a:pt x="1308197" y="927346"/>
                </a:lnTo>
                <a:lnTo>
                  <a:pt x="1308616" y="928453"/>
                </a:lnTo>
                <a:lnTo>
                  <a:pt x="1309035" y="929546"/>
                </a:lnTo>
                <a:lnTo>
                  <a:pt x="1309453" y="930652"/>
                </a:lnTo>
                <a:lnTo>
                  <a:pt x="1309884" y="931733"/>
                </a:lnTo>
                <a:lnTo>
                  <a:pt x="1310303" y="932840"/>
                </a:lnTo>
                <a:lnTo>
                  <a:pt x="1310734" y="933946"/>
                </a:lnTo>
                <a:lnTo>
                  <a:pt x="1311153" y="935039"/>
                </a:lnTo>
                <a:lnTo>
                  <a:pt x="1311584" y="936133"/>
                </a:lnTo>
                <a:lnTo>
                  <a:pt x="1311990" y="937239"/>
                </a:lnTo>
                <a:lnTo>
                  <a:pt x="1312421" y="938345"/>
                </a:lnTo>
                <a:lnTo>
                  <a:pt x="1312840" y="939439"/>
                </a:lnTo>
                <a:lnTo>
                  <a:pt x="1313271" y="940545"/>
                </a:lnTo>
                <a:lnTo>
                  <a:pt x="1313690" y="941652"/>
                </a:lnTo>
                <a:lnTo>
                  <a:pt x="1314108" y="942745"/>
                </a:lnTo>
                <a:lnTo>
                  <a:pt x="1314540" y="943851"/>
                </a:lnTo>
                <a:lnTo>
                  <a:pt x="1314958" y="944945"/>
                </a:lnTo>
                <a:lnTo>
                  <a:pt x="1315377" y="946051"/>
                </a:lnTo>
                <a:lnTo>
                  <a:pt x="1315808" y="947157"/>
                </a:lnTo>
                <a:lnTo>
                  <a:pt x="1316227" y="948251"/>
                </a:lnTo>
                <a:lnTo>
                  <a:pt x="1316658" y="949357"/>
                </a:lnTo>
                <a:lnTo>
                  <a:pt x="1317064" y="950464"/>
                </a:lnTo>
                <a:lnTo>
                  <a:pt x="1317495" y="951557"/>
                </a:lnTo>
                <a:lnTo>
                  <a:pt x="1317914" y="952663"/>
                </a:lnTo>
                <a:lnTo>
                  <a:pt x="1318345" y="953770"/>
                </a:lnTo>
                <a:lnTo>
                  <a:pt x="1318763" y="954876"/>
                </a:lnTo>
                <a:lnTo>
                  <a:pt x="1319182" y="955982"/>
                </a:lnTo>
                <a:lnTo>
                  <a:pt x="1319613" y="957076"/>
                </a:lnTo>
                <a:lnTo>
                  <a:pt x="1320032" y="958182"/>
                </a:lnTo>
                <a:lnTo>
                  <a:pt x="1320450" y="959288"/>
                </a:lnTo>
                <a:lnTo>
                  <a:pt x="1320882" y="960395"/>
                </a:lnTo>
                <a:lnTo>
                  <a:pt x="1321300" y="961501"/>
                </a:lnTo>
                <a:lnTo>
                  <a:pt x="1321732" y="962607"/>
                </a:lnTo>
                <a:lnTo>
                  <a:pt x="1322150" y="963701"/>
                </a:lnTo>
                <a:lnTo>
                  <a:pt x="1322569" y="964820"/>
                </a:lnTo>
                <a:lnTo>
                  <a:pt x="1322987" y="965926"/>
                </a:lnTo>
                <a:lnTo>
                  <a:pt x="1323419" y="967032"/>
                </a:lnTo>
                <a:lnTo>
                  <a:pt x="1323837" y="968138"/>
                </a:lnTo>
                <a:lnTo>
                  <a:pt x="1324268" y="969245"/>
                </a:lnTo>
                <a:lnTo>
                  <a:pt x="1324687" y="970351"/>
                </a:lnTo>
                <a:lnTo>
                  <a:pt x="1325106" y="971457"/>
                </a:lnTo>
                <a:lnTo>
                  <a:pt x="1325524" y="972564"/>
                </a:lnTo>
                <a:lnTo>
                  <a:pt x="1325955" y="973670"/>
                </a:lnTo>
                <a:lnTo>
                  <a:pt x="1326374" y="974776"/>
                </a:lnTo>
                <a:lnTo>
                  <a:pt x="1326805" y="975882"/>
                </a:lnTo>
                <a:lnTo>
                  <a:pt x="1327224" y="976989"/>
                </a:lnTo>
                <a:lnTo>
                  <a:pt x="1327642" y="978095"/>
                </a:lnTo>
                <a:lnTo>
                  <a:pt x="1328074" y="979214"/>
                </a:lnTo>
                <a:lnTo>
                  <a:pt x="1328492" y="980320"/>
                </a:lnTo>
                <a:lnTo>
                  <a:pt x="1328911" y="981426"/>
                </a:lnTo>
                <a:lnTo>
                  <a:pt x="1329342" y="982533"/>
                </a:lnTo>
                <a:lnTo>
                  <a:pt x="1329761" y="983639"/>
                </a:lnTo>
                <a:lnTo>
                  <a:pt x="1330192" y="984758"/>
                </a:lnTo>
                <a:lnTo>
                  <a:pt x="1330598" y="985864"/>
                </a:lnTo>
                <a:lnTo>
                  <a:pt x="1331029" y="986970"/>
                </a:lnTo>
                <a:lnTo>
                  <a:pt x="1331448" y="988077"/>
                </a:lnTo>
                <a:lnTo>
                  <a:pt x="1331879" y="989196"/>
                </a:lnTo>
                <a:lnTo>
                  <a:pt x="1332298" y="990302"/>
                </a:lnTo>
                <a:lnTo>
                  <a:pt x="1332716" y="991408"/>
                </a:lnTo>
                <a:lnTo>
                  <a:pt x="1333147" y="992515"/>
                </a:lnTo>
                <a:lnTo>
                  <a:pt x="1333566" y="993633"/>
                </a:lnTo>
                <a:lnTo>
                  <a:pt x="1333997" y="994740"/>
                </a:lnTo>
                <a:lnTo>
                  <a:pt x="1334416" y="995859"/>
                </a:lnTo>
                <a:lnTo>
                  <a:pt x="1334834" y="996965"/>
                </a:lnTo>
                <a:lnTo>
                  <a:pt x="1335266" y="998071"/>
                </a:lnTo>
                <a:lnTo>
                  <a:pt x="1335684" y="999178"/>
                </a:lnTo>
                <a:lnTo>
                  <a:pt x="1336103" y="1000297"/>
                </a:lnTo>
                <a:lnTo>
                  <a:pt x="1336534" y="1001403"/>
                </a:lnTo>
                <a:lnTo>
                  <a:pt x="1336953" y="1002522"/>
                </a:lnTo>
                <a:lnTo>
                  <a:pt x="1337384" y="1003628"/>
                </a:lnTo>
                <a:lnTo>
                  <a:pt x="1337803" y="1004747"/>
                </a:lnTo>
                <a:lnTo>
                  <a:pt x="1338221" y="1005866"/>
                </a:lnTo>
                <a:lnTo>
                  <a:pt x="1338640" y="1006972"/>
                </a:lnTo>
                <a:lnTo>
                  <a:pt x="1339071" y="1008079"/>
                </a:lnTo>
                <a:lnTo>
                  <a:pt x="1339490" y="1009198"/>
                </a:lnTo>
                <a:lnTo>
                  <a:pt x="1339921" y="1010304"/>
                </a:lnTo>
                <a:lnTo>
                  <a:pt x="1340339" y="1011423"/>
                </a:lnTo>
                <a:lnTo>
                  <a:pt x="1340758" y="1012542"/>
                </a:lnTo>
                <a:lnTo>
                  <a:pt x="1341177" y="1013648"/>
                </a:lnTo>
                <a:lnTo>
                  <a:pt x="1341608" y="1014767"/>
                </a:lnTo>
                <a:lnTo>
                  <a:pt x="1342026" y="1015873"/>
                </a:lnTo>
                <a:lnTo>
                  <a:pt x="1342458" y="1016992"/>
                </a:lnTo>
                <a:lnTo>
                  <a:pt x="1342876" y="1018099"/>
                </a:lnTo>
                <a:lnTo>
                  <a:pt x="1343295" y="1019218"/>
                </a:lnTo>
                <a:lnTo>
                  <a:pt x="1343726" y="1020337"/>
                </a:lnTo>
                <a:lnTo>
                  <a:pt x="1344145" y="1021456"/>
                </a:lnTo>
                <a:lnTo>
                  <a:pt x="1344563" y="1022575"/>
                </a:lnTo>
                <a:lnTo>
                  <a:pt x="1344994" y="1023681"/>
                </a:lnTo>
                <a:lnTo>
                  <a:pt x="1345413" y="1024800"/>
                </a:lnTo>
                <a:lnTo>
                  <a:pt x="1345844" y="1025906"/>
                </a:lnTo>
                <a:lnTo>
                  <a:pt x="1346250" y="1027025"/>
                </a:lnTo>
                <a:lnTo>
                  <a:pt x="1346681" y="1028144"/>
                </a:lnTo>
                <a:lnTo>
                  <a:pt x="1347100" y="1029250"/>
                </a:lnTo>
                <a:lnTo>
                  <a:pt x="1347531" y="1030369"/>
                </a:lnTo>
                <a:lnTo>
                  <a:pt x="1347950" y="1031488"/>
                </a:lnTo>
                <a:lnTo>
                  <a:pt x="1348368" y="1032607"/>
                </a:lnTo>
                <a:lnTo>
                  <a:pt x="1348800" y="1033726"/>
                </a:lnTo>
                <a:lnTo>
                  <a:pt x="1349218" y="1034845"/>
                </a:lnTo>
                <a:lnTo>
                  <a:pt x="1349637" y="1035964"/>
                </a:lnTo>
                <a:lnTo>
                  <a:pt x="1350068" y="1037070"/>
                </a:lnTo>
                <a:lnTo>
                  <a:pt x="1350487" y="1038189"/>
                </a:lnTo>
                <a:lnTo>
                  <a:pt x="1350918" y="1039296"/>
                </a:lnTo>
                <a:lnTo>
                  <a:pt x="1351324" y="1040427"/>
                </a:lnTo>
                <a:lnTo>
                  <a:pt x="1351755" y="1041534"/>
                </a:lnTo>
                <a:lnTo>
                  <a:pt x="1352174" y="1042653"/>
                </a:lnTo>
                <a:lnTo>
                  <a:pt x="1352605" y="1043784"/>
                </a:lnTo>
                <a:lnTo>
                  <a:pt x="1353024" y="1044891"/>
                </a:lnTo>
                <a:lnTo>
                  <a:pt x="1353442" y="1046010"/>
                </a:lnTo>
                <a:lnTo>
                  <a:pt x="1353873" y="1047141"/>
                </a:lnTo>
                <a:lnTo>
                  <a:pt x="1354292" y="1048248"/>
                </a:lnTo>
                <a:lnTo>
                  <a:pt x="1354711" y="1049367"/>
                </a:lnTo>
                <a:lnTo>
                  <a:pt x="1355142" y="1050486"/>
                </a:lnTo>
                <a:lnTo>
                  <a:pt x="1355560" y="1051605"/>
                </a:lnTo>
                <a:lnTo>
                  <a:pt x="1355992" y="1052724"/>
                </a:lnTo>
                <a:lnTo>
                  <a:pt x="1356410" y="1053843"/>
                </a:lnTo>
                <a:lnTo>
                  <a:pt x="1356829" y="1054962"/>
                </a:lnTo>
                <a:lnTo>
                  <a:pt x="1357247" y="1056081"/>
                </a:lnTo>
                <a:lnTo>
                  <a:pt x="1357679" y="1057200"/>
                </a:lnTo>
                <a:lnTo>
                  <a:pt x="1358097" y="1058319"/>
                </a:lnTo>
                <a:lnTo>
                  <a:pt x="1358529" y="1059437"/>
                </a:lnTo>
                <a:lnTo>
                  <a:pt x="1358947" y="1060556"/>
                </a:lnTo>
                <a:lnTo>
                  <a:pt x="1359366" y="1061675"/>
                </a:lnTo>
                <a:lnTo>
                  <a:pt x="1359784" y="1062794"/>
                </a:lnTo>
                <a:lnTo>
                  <a:pt x="1360216" y="1063913"/>
                </a:lnTo>
                <a:lnTo>
                  <a:pt x="1360634" y="1065045"/>
                </a:lnTo>
                <a:lnTo>
                  <a:pt x="1361065" y="1066151"/>
                </a:lnTo>
                <a:lnTo>
                  <a:pt x="1361484" y="1067270"/>
                </a:lnTo>
                <a:lnTo>
                  <a:pt x="1361903" y="1068402"/>
                </a:lnTo>
                <a:lnTo>
                  <a:pt x="1362334" y="1069508"/>
                </a:lnTo>
                <a:lnTo>
                  <a:pt x="1362752" y="1070640"/>
                </a:lnTo>
                <a:lnTo>
                  <a:pt x="1363171" y="1071759"/>
                </a:lnTo>
                <a:lnTo>
                  <a:pt x="1363602" y="1072878"/>
                </a:lnTo>
                <a:lnTo>
                  <a:pt x="1364021" y="1073997"/>
                </a:lnTo>
                <a:lnTo>
                  <a:pt x="1364452" y="1075129"/>
                </a:lnTo>
                <a:lnTo>
                  <a:pt x="1364858" y="1076248"/>
                </a:lnTo>
                <a:lnTo>
                  <a:pt x="1365289" y="1077367"/>
                </a:lnTo>
                <a:lnTo>
                  <a:pt x="1365708" y="1078486"/>
                </a:lnTo>
                <a:lnTo>
                  <a:pt x="1366139" y="1079605"/>
                </a:lnTo>
                <a:lnTo>
                  <a:pt x="1366558" y="1080736"/>
                </a:lnTo>
                <a:lnTo>
                  <a:pt x="1366976" y="1081855"/>
                </a:lnTo>
                <a:lnTo>
                  <a:pt x="1367408" y="1082974"/>
                </a:lnTo>
                <a:lnTo>
                  <a:pt x="1367826" y="1084093"/>
                </a:lnTo>
                <a:lnTo>
                  <a:pt x="1368245" y="1085212"/>
                </a:lnTo>
                <a:lnTo>
                  <a:pt x="1368676" y="1086331"/>
                </a:lnTo>
                <a:lnTo>
                  <a:pt x="1369095" y="1087463"/>
                </a:lnTo>
                <a:lnTo>
                  <a:pt x="1369526" y="1088582"/>
                </a:lnTo>
                <a:lnTo>
                  <a:pt x="1369944" y="1089701"/>
                </a:lnTo>
                <a:lnTo>
                  <a:pt x="1370363" y="1090820"/>
                </a:lnTo>
                <a:lnTo>
                  <a:pt x="1370782" y="1091952"/>
                </a:lnTo>
                <a:lnTo>
                  <a:pt x="1371213" y="1093071"/>
                </a:lnTo>
                <a:lnTo>
                  <a:pt x="1371631" y="1094190"/>
                </a:lnTo>
                <a:lnTo>
                  <a:pt x="1372063" y="1095321"/>
                </a:lnTo>
                <a:lnTo>
                  <a:pt x="1372481" y="1096440"/>
                </a:lnTo>
                <a:lnTo>
                  <a:pt x="1372900" y="1097559"/>
                </a:lnTo>
                <a:lnTo>
                  <a:pt x="1373331" y="1098691"/>
                </a:lnTo>
                <a:lnTo>
                  <a:pt x="1373750" y="1099810"/>
                </a:lnTo>
                <a:lnTo>
                  <a:pt x="1374181" y="1100942"/>
                </a:lnTo>
                <a:lnTo>
                  <a:pt x="1374600" y="1102061"/>
                </a:lnTo>
                <a:lnTo>
                  <a:pt x="1375018" y="1103180"/>
                </a:lnTo>
                <a:lnTo>
                  <a:pt x="1375437" y="1104299"/>
                </a:lnTo>
                <a:lnTo>
                  <a:pt x="1375868" y="1105430"/>
                </a:lnTo>
                <a:lnTo>
                  <a:pt x="1376287" y="1106549"/>
                </a:lnTo>
                <a:lnTo>
                  <a:pt x="1376718" y="1107668"/>
                </a:lnTo>
                <a:lnTo>
                  <a:pt x="1377136" y="1108800"/>
                </a:lnTo>
                <a:lnTo>
                  <a:pt x="1377555" y="1109932"/>
                </a:lnTo>
                <a:lnTo>
                  <a:pt x="1377986" y="1111051"/>
                </a:lnTo>
                <a:lnTo>
                  <a:pt x="1378405" y="1112170"/>
                </a:lnTo>
                <a:lnTo>
                  <a:pt x="1378823" y="1113289"/>
                </a:lnTo>
                <a:lnTo>
                  <a:pt x="1379255" y="1114420"/>
                </a:lnTo>
                <a:lnTo>
                  <a:pt x="1379673" y="1115539"/>
                </a:lnTo>
                <a:lnTo>
                  <a:pt x="1380104" y="1116671"/>
                </a:lnTo>
                <a:lnTo>
                  <a:pt x="1380510" y="1117790"/>
                </a:lnTo>
                <a:lnTo>
                  <a:pt x="1380942" y="1118909"/>
                </a:lnTo>
                <a:lnTo>
                  <a:pt x="1381360" y="1120041"/>
                </a:lnTo>
                <a:lnTo>
                  <a:pt x="1381791" y="1121160"/>
                </a:lnTo>
                <a:lnTo>
                  <a:pt x="1382210" y="1122291"/>
                </a:lnTo>
                <a:lnTo>
                  <a:pt x="1382629" y="1123410"/>
                </a:lnTo>
                <a:lnTo>
                  <a:pt x="1383060" y="1124542"/>
                </a:lnTo>
                <a:lnTo>
                  <a:pt x="1383478" y="1125661"/>
                </a:lnTo>
                <a:lnTo>
                  <a:pt x="1383897" y="1126793"/>
                </a:lnTo>
                <a:lnTo>
                  <a:pt x="1384328" y="1127912"/>
                </a:lnTo>
                <a:lnTo>
                  <a:pt x="1384747" y="1129043"/>
                </a:lnTo>
                <a:lnTo>
                  <a:pt x="1385178" y="1130162"/>
                </a:lnTo>
                <a:lnTo>
                  <a:pt x="1385584" y="1131294"/>
                </a:lnTo>
                <a:lnTo>
                  <a:pt x="1386015" y="1132413"/>
                </a:lnTo>
                <a:lnTo>
                  <a:pt x="1386434" y="1133532"/>
                </a:lnTo>
                <a:lnTo>
                  <a:pt x="1386865" y="1134664"/>
                </a:lnTo>
                <a:lnTo>
                  <a:pt x="1387284" y="1135796"/>
                </a:lnTo>
                <a:lnTo>
                  <a:pt x="1387702" y="1136915"/>
                </a:lnTo>
                <a:lnTo>
                  <a:pt x="1388134" y="1138046"/>
                </a:lnTo>
                <a:lnTo>
                  <a:pt x="1388552" y="1139165"/>
                </a:lnTo>
                <a:lnTo>
                  <a:pt x="1388971" y="1140297"/>
                </a:lnTo>
                <a:lnTo>
                  <a:pt x="1389402" y="1141429"/>
                </a:lnTo>
                <a:lnTo>
                  <a:pt x="1389821" y="1142548"/>
                </a:lnTo>
                <a:lnTo>
                  <a:pt x="1390252" y="1143679"/>
                </a:lnTo>
                <a:lnTo>
                  <a:pt x="1390670" y="1144798"/>
                </a:lnTo>
                <a:lnTo>
                  <a:pt x="1391089" y="1145917"/>
                </a:lnTo>
                <a:lnTo>
                  <a:pt x="1391508" y="1147049"/>
                </a:lnTo>
                <a:lnTo>
                  <a:pt x="1391939" y="1148181"/>
                </a:lnTo>
                <a:lnTo>
                  <a:pt x="1392357" y="1149300"/>
                </a:lnTo>
                <a:lnTo>
                  <a:pt x="1392789" y="1150431"/>
                </a:lnTo>
                <a:lnTo>
                  <a:pt x="1393207" y="1151550"/>
                </a:lnTo>
                <a:lnTo>
                  <a:pt x="1393626" y="1152682"/>
                </a:lnTo>
                <a:lnTo>
                  <a:pt x="1394044" y="1153801"/>
                </a:lnTo>
                <a:lnTo>
                  <a:pt x="1394476" y="1154933"/>
                </a:lnTo>
                <a:lnTo>
                  <a:pt x="1394894" y="1156052"/>
                </a:lnTo>
                <a:lnTo>
                  <a:pt x="1395326" y="1157183"/>
                </a:lnTo>
                <a:lnTo>
                  <a:pt x="1395744" y="1158315"/>
                </a:lnTo>
                <a:lnTo>
                  <a:pt x="1396163" y="1159434"/>
                </a:lnTo>
                <a:lnTo>
                  <a:pt x="1396594" y="1160566"/>
                </a:lnTo>
                <a:lnTo>
                  <a:pt x="1397013" y="1161685"/>
                </a:lnTo>
                <a:lnTo>
                  <a:pt x="1397431" y="1162817"/>
                </a:lnTo>
                <a:lnTo>
                  <a:pt x="1397862" y="1163936"/>
                </a:lnTo>
                <a:lnTo>
                  <a:pt x="1398281" y="1165067"/>
                </a:lnTo>
                <a:lnTo>
                  <a:pt x="1398712" y="1166199"/>
                </a:lnTo>
                <a:lnTo>
                  <a:pt x="1399118" y="1167318"/>
                </a:lnTo>
                <a:lnTo>
                  <a:pt x="1399549" y="1168450"/>
                </a:lnTo>
                <a:lnTo>
                  <a:pt x="1399968" y="1169569"/>
                </a:lnTo>
                <a:lnTo>
                  <a:pt x="1400399" y="1170700"/>
                </a:lnTo>
                <a:lnTo>
                  <a:pt x="1400818" y="1171819"/>
                </a:lnTo>
                <a:lnTo>
                  <a:pt x="1401236" y="1172951"/>
                </a:lnTo>
                <a:lnTo>
                  <a:pt x="1401668" y="1174070"/>
                </a:lnTo>
                <a:lnTo>
                  <a:pt x="1402086" y="1175202"/>
                </a:lnTo>
                <a:lnTo>
                  <a:pt x="1402505" y="1176333"/>
                </a:lnTo>
                <a:lnTo>
                  <a:pt x="1402936" y="1177465"/>
                </a:lnTo>
                <a:lnTo>
                  <a:pt x="1403355" y="1178584"/>
                </a:lnTo>
                <a:lnTo>
                  <a:pt x="1403786" y="1179716"/>
                </a:lnTo>
                <a:lnTo>
                  <a:pt x="1404205" y="1180835"/>
                </a:lnTo>
                <a:lnTo>
                  <a:pt x="1404623" y="1181966"/>
                </a:lnTo>
                <a:lnTo>
                  <a:pt x="1405042" y="1183085"/>
                </a:lnTo>
                <a:lnTo>
                  <a:pt x="1405473" y="1184217"/>
                </a:lnTo>
                <a:lnTo>
                  <a:pt x="1405892" y="1185349"/>
                </a:lnTo>
                <a:lnTo>
                  <a:pt x="1406323" y="1186468"/>
                </a:lnTo>
                <a:lnTo>
                  <a:pt x="1406741" y="1187600"/>
                </a:lnTo>
                <a:lnTo>
                  <a:pt x="1407160" y="1188731"/>
                </a:lnTo>
                <a:lnTo>
                  <a:pt x="1407579" y="1189850"/>
                </a:lnTo>
                <a:lnTo>
                  <a:pt x="1408010" y="1190982"/>
                </a:lnTo>
                <a:lnTo>
                  <a:pt x="1408428" y="1192101"/>
                </a:lnTo>
                <a:lnTo>
                  <a:pt x="1408860" y="1193233"/>
                </a:lnTo>
                <a:lnTo>
                  <a:pt x="1409278" y="1194352"/>
                </a:lnTo>
                <a:lnTo>
                  <a:pt x="1409697" y="1195483"/>
                </a:lnTo>
                <a:lnTo>
                  <a:pt x="1410128" y="1196615"/>
                </a:lnTo>
                <a:lnTo>
                  <a:pt x="1410547" y="1197747"/>
                </a:lnTo>
                <a:lnTo>
                  <a:pt x="1410978" y="1198878"/>
                </a:lnTo>
                <a:lnTo>
                  <a:pt x="1411397" y="1199997"/>
                </a:lnTo>
                <a:lnTo>
                  <a:pt x="1411815" y="1201129"/>
                </a:lnTo>
                <a:lnTo>
                  <a:pt x="1412246" y="1202248"/>
                </a:lnTo>
                <a:lnTo>
                  <a:pt x="1412665" y="1203380"/>
                </a:lnTo>
                <a:lnTo>
                  <a:pt x="1413084" y="1204499"/>
                </a:lnTo>
                <a:lnTo>
                  <a:pt x="1413515" y="1205630"/>
                </a:lnTo>
                <a:lnTo>
                  <a:pt x="1413921" y="1206762"/>
                </a:lnTo>
                <a:lnTo>
                  <a:pt x="1414365" y="1207894"/>
                </a:lnTo>
                <a:lnTo>
                  <a:pt x="1414771" y="1209013"/>
                </a:lnTo>
                <a:lnTo>
                  <a:pt x="1415202" y="1210145"/>
                </a:lnTo>
                <a:lnTo>
                  <a:pt x="1415620" y="1211264"/>
                </a:lnTo>
                <a:lnTo>
                  <a:pt x="1416052" y="1212395"/>
                </a:lnTo>
                <a:lnTo>
                  <a:pt x="1416470" y="1213514"/>
                </a:lnTo>
                <a:lnTo>
                  <a:pt x="1416889" y="1214646"/>
                </a:lnTo>
                <a:lnTo>
                  <a:pt x="1417307" y="1215778"/>
                </a:lnTo>
                <a:lnTo>
                  <a:pt x="1417739" y="1216897"/>
                </a:lnTo>
                <a:lnTo>
                  <a:pt x="1418157" y="1218028"/>
                </a:lnTo>
                <a:lnTo>
                  <a:pt x="1418589" y="1219160"/>
                </a:lnTo>
                <a:lnTo>
                  <a:pt x="1419007" y="1220279"/>
                </a:lnTo>
                <a:lnTo>
                  <a:pt x="1419438" y="1221411"/>
                </a:lnTo>
                <a:lnTo>
                  <a:pt x="1419844" y="1222530"/>
                </a:lnTo>
                <a:lnTo>
                  <a:pt x="1420276" y="1223661"/>
                </a:lnTo>
                <a:lnTo>
                  <a:pt x="1420694" y="1224780"/>
                </a:lnTo>
                <a:lnTo>
                  <a:pt x="1421125" y="1225912"/>
                </a:lnTo>
                <a:lnTo>
                  <a:pt x="1421544" y="1227044"/>
                </a:lnTo>
                <a:lnTo>
                  <a:pt x="1421963" y="1228163"/>
                </a:lnTo>
                <a:lnTo>
                  <a:pt x="1422381" y="1229294"/>
                </a:lnTo>
                <a:lnTo>
                  <a:pt x="1422812" y="1230413"/>
                </a:lnTo>
                <a:lnTo>
                  <a:pt x="1423231" y="1231545"/>
                </a:lnTo>
                <a:lnTo>
                  <a:pt x="1423662" y="1232664"/>
                </a:lnTo>
                <a:lnTo>
                  <a:pt x="1424081" y="1233796"/>
                </a:lnTo>
                <a:lnTo>
                  <a:pt x="1424499" y="1234928"/>
                </a:lnTo>
                <a:lnTo>
                  <a:pt x="1424931" y="1236047"/>
                </a:lnTo>
                <a:lnTo>
                  <a:pt x="1425349" y="1237178"/>
                </a:lnTo>
                <a:lnTo>
                  <a:pt x="1425768" y="1238297"/>
                </a:lnTo>
                <a:lnTo>
                  <a:pt x="1426199" y="1239429"/>
                </a:lnTo>
                <a:lnTo>
                  <a:pt x="1426618" y="1240548"/>
                </a:lnTo>
                <a:lnTo>
                  <a:pt x="1427049" y="1241680"/>
                </a:lnTo>
                <a:lnTo>
                  <a:pt x="1427455" y="1242799"/>
                </a:lnTo>
                <a:lnTo>
                  <a:pt x="1427886" y="1243930"/>
                </a:lnTo>
                <a:lnTo>
                  <a:pt x="1428305" y="1245062"/>
                </a:lnTo>
                <a:lnTo>
                  <a:pt x="1428736" y="1246181"/>
                </a:lnTo>
                <a:lnTo>
                  <a:pt x="1429154" y="1247300"/>
                </a:lnTo>
                <a:lnTo>
                  <a:pt x="1429573" y="1248432"/>
                </a:lnTo>
                <a:lnTo>
                  <a:pt x="1430004" y="1249551"/>
                </a:lnTo>
                <a:lnTo>
                  <a:pt x="1430423" y="1250682"/>
                </a:lnTo>
                <a:lnTo>
                  <a:pt x="1430841" y="1251814"/>
                </a:lnTo>
                <a:lnTo>
                  <a:pt x="1431273" y="1252933"/>
                </a:lnTo>
                <a:lnTo>
                  <a:pt x="1431691" y="1254065"/>
                </a:lnTo>
                <a:lnTo>
                  <a:pt x="1432123" y="1255184"/>
                </a:lnTo>
                <a:lnTo>
                  <a:pt x="1432541" y="1256303"/>
                </a:lnTo>
                <a:lnTo>
                  <a:pt x="1432960" y="1257434"/>
                </a:lnTo>
                <a:lnTo>
                  <a:pt x="1433378" y="1258566"/>
                </a:lnTo>
                <a:lnTo>
                  <a:pt x="1433810" y="1259685"/>
                </a:lnTo>
                <a:lnTo>
                  <a:pt x="1434228" y="1260804"/>
                </a:lnTo>
                <a:lnTo>
                  <a:pt x="1434659" y="1261936"/>
                </a:lnTo>
                <a:lnTo>
                  <a:pt x="1435078" y="1263067"/>
                </a:lnTo>
                <a:lnTo>
                  <a:pt x="1435497" y="1264186"/>
                </a:lnTo>
                <a:lnTo>
                  <a:pt x="1435915" y="1265318"/>
                </a:lnTo>
                <a:lnTo>
                  <a:pt x="1436346" y="1266437"/>
                </a:lnTo>
                <a:lnTo>
                  <a:pt x="1436765" y="1267569"/>
                </a:lnTo>
                <a:lnTo>
                  <a:pt x="1437196" y="1268688"/>
                </a:lnTo>
                <a:lnTo>
                  <a:pt x="1437615" y="1269820"/>
                </a:lnTo>
                <a:lnTo>
                  <a:pt x="1438033" y="1270939"/>
                </a:lnTo>
                <a:lnTo>
                  <a:pt x="1438465" y="1272058"/>
                </a:lnTo>
                <a:lnTo>
                  <a:pt x="1438883" y="1273189"/>
                </a:lnTo>
                <a:lnTo>
                  <a:pt x="1439302" y="1274308"/>
                </a:lnTo>
                <a:lnTo>
                  <a:pt x="1439733" y="1275440"/>
                </a:lnTo>
                <a:lnTo>
                  <a:pt x="1440152" y="1276559"/>
                </a:lnTo>
                <a:lnTo>
                  <a:pt x="1440583" y="1277691"/>
                </a:lnTo>
                <a:lnTo>
                  <a:pt x="1440989" y="1278810"/>
                </a:lnTo>
                <a:lnTo>
                  <a:pt x="1441420" y="1279929"/>
                </a:lnTo>
                <a:lnTo>
                  <a:pt x="1441839" y="1281048"/>
                </a:lnTo>
                <a:lnTo>
                  <a:pt x="1442270" y="1282179"/>
                </a:lnTo>
                <a:lnTo>
                  <a:pt x="1442689" y="1283311"/>
                </a:lnTo>
                <a:lnTo>
                  <a:pt x="1443107" y="1284430"/>
                </a:lnTo>
                <a:lnTo>
                  <a:pt x="1443538" y="1285549"/>
                </a:lnTo>
                <a:lnTo>
                  <a:pt x="1443957" y="1286668"/>
                </a:lnTo>
                <a:lnTo>
                  <a:pt x="1444376" y="1287800"/>
                </a:lnTo>
                <a:lnTo>
                  <a:pt x="1444807" y="1288919"/>
                </a:lnTo>
                <a:lnTo>
                  <a:pt x="1445225" y="1290038"/>
                </a:lnTo>
                <a:lnTo>
                  <a:pt x="1445657" y="1291169"/>
                </a:lnTo>
                <a:lnTo>
                  <a:pt x="1446063" y="1292288"/>
                </a:lnTo>
                <a:lnTo>
                  <a:pt x="1446494" y="1293407"/>
                </a:lnTo>
                <a:lnTo>
                  <a:pt x="1446912" y="1294539"/>
                </a:lnTo>
                <a:lnTo>
                  <a:pt x="1447344" y="1295658"/>
                </a:lnTo>
                <a:lnTo>
                  <a:pt x="1447775" y="1296777"/>
                </a:lnTo>
                <a:lnTo>
                  <a:pt x="1448181" y="1297909"/>
                </a:lnTo>
                <a:lnTo>
                  <a:pt x="1448612" y="1299028"/>
                </a:lnTo>
                <a:lnTo>
                  <a:pt x="1449031" y="1300147"/>
                </a:lnTo>
                <a:lnTo>
                  <a:pt x="1449462" y="1301278"/>
                </a:lnTo>
                <a:lnTo>
                  <a:pt x="1449881" y="1302397"/>
                </a:lnTo>
                <a:lnTo>
                  <a:pt x="1450312" y="1303516"/>
                </a:lnTo>
                <a:lnTo>
                  <a:pt x="1450730" y="1304648"/>
                </a:lnTo>
                <a:lnTo>
                  <a:pt x="1451149" y="1305767"/>
                </a:lnTo>
                <a:lnTo>
                  <a:pt x="1451568" y="1306886"/>
                </a:lnTo>
                <a:lnTo>
                  <a:pt x="1451999" y="1308005"/>
                </a:lnTo>
                <a:lnTo>
                  <a:pt x="1452417" y="1309124"/>
                </a:lnTo>
                <a:lnTo>
                  <a:pt x="1452849" y="1310243"/>
                </a:lnTo>
                <a:lnTo>
                  <a:pt x="1453267" y="1311375"/>
                </a:lnTo>
                <a:lnTo>
                  <a:pt x="1453686" y="1312494"/>
                </a:lnTo>
                <a:lnTo>
                  <a:pt x="1454104" y="1313613"/>
                </a:lnTo>
                <a:lnTo>
                  <a:pt x="1454536" y="1314732"/>
                </a:lnTo>
                <a:lnTo>
                  <a:pt x="1454954" y="1315851"/>
                </a:lnTo>
                <a:lnTo>
                  <a:pt x="1455386" y="1316982"/>
                </a:lnTo>
                <a:lnTo>
                  <a:pt x="1455804" y="1318101"/>
                </a:lnTo>
                <a:lnTo>
                  <a:pt x="1456223" y="1319220"/>
                </a:lnTo>
                <a:lnTo>
                  <a:pt x="1456641" y="1320339"/>
                </a:lnTo>
                <a:lnTo>
                  <a:pt x="1457073" y="1321458"/>
                </a:lnTo>
                <a:lnTo>
                  <a:pt x="1457491" y="1322577"/>
                </a:lnTo>
                <a:lnTo>
                  <a:pt x="1457922" y="1323696"/>
                </a:lnTo>
                <a:lnTo>
                  <a:pt x="1458341" y="1324828"/>
                </a:lnTo>
                <a:lnTo>
                  <a:pt x="1458760" y="1325934"/>
                </a:lnTo>
                <a:lnTo>
                  <a:pt x="1459191" y="1327066"/>
                </a:lnTo>
                <a:lnTo>
                  <a:pt x="1459609" y="1328185"/>
                </a:lnTo>
                <a:lnTo>
                  <a:pt x="1460028" y="1329304"/>
                </a:lnTo>
                <a:lnTo>
                  <a:pt x="1460459" y="1330423"/>
                </a:lnTo>
                <a:lnTo>
                  <a:pt x="1460878" y="1331542"/>
                </a:lnTo>
                <a:lnTo>
                  <a:pt x="1461309" y="1332661"/>
                </a:lnTo>
                <a:lnTo>
                  <a:pt x="1461715" y="1333780"/>
                </a:lnTo>
                <a:lnTo>
                  <a:pt x="1462146" y="1334899"/>
                </a:lnTo>
                <a:lnTo>
                  <a:pt x="1462565" y="1336018"/>
                </a:lnTo>
                <a:lnTo>
                  <a:pt x="1462996" y="1337137"/>
                </a:lnTo>
                <a:lnTo>
                  <a:pt x="1463415" y="1338256"/>
                </a:lnTo>
                <a:lnTo>
                  <a:pt x="1463833" y="1339375"/>
                </a:lnTo>
                <a:lnTo>
                  <a:pt x="1464264" y="1340494"/>
                </a:lnTo>
                <a:lnTo>
                  <a:pt x="1464683" y="1341613"/>
                </a:lnTo>
                <a:lnTo>
                  <a:pt x="1465102" y="1342732"/>
                </a:lnTo>
                <a:lnTo>
                  <a:pt x="1465533" y="1343838"/>
                </a:lnTo>
                <a:lnTo>
                  <a:pt x="1465952" y="1344970"/>
                </a:lnTo>
                <a:lnTo>
                  <a:pt x="1466383" y="1346076"/>
                </a:lnTo>
                <a:lnTo>
                  <a:pt x="1466801" y="1347195"/>
                </a:lnTo>
                <a:lnTo>
                  <a:pt x="1467220" y="1348314"/>
                </a:lnTo>
                <a:lnTo>
                  <a:pt x="1467639" y="1349433"/>
                </a:lnTo>
                <a:lnTo>
                  <a:pt x="1468070" y="1350552"/>
                </a:lnTo>
                <a:lnTo>
                  <a:pt x="1468488" y="1351671"/>
                </a:lnTo>
                <a:lnTo>
                  <a:pt x="1468920" y="1352790"/>
                </a:lnTo>
                <a:lnTo>
                  <a:pt x="1469338" y="1353909"/>
                </a:lnTo>
                <a:lnTo>
                  <a:pt x="1469757" y="1355015"/>
                </a:lnTo>
                <a:lnTo>
                  <a:pt x="1470175" y="1356134"/>
                </a:lnTo>
                <a:lnTo>
                  <a:pt x="1470607" y="1357253"/>
                </a:lnTo>
                <a:lnTo>
                  <a:pt x="1471025" y="1358372"/>
                </a:lnTo>
                <a:lnTo>
                  <a:pt x="1471456" y="1359491"/>
                </a:lnTo>
                <a:lnTo>
                  <a:pt x="1471875" y="1360597"/>
                </a:lnTo>
                <a:lnTo>
                  <a:pt x="1472294" y="1361716"/>
                </a:lnTo>
                <a:lnTo>
                  <a:pt x="1472725" y="1362835"/>
                </a:lnTo>
                <a:lnTo>
                  <a:pt x="1473143" y="1363954"/>
                </a:lnTo>
                <a:lnTo>
                  <a:pt x="1473562" y="1365060"/>
                </a:lnTo>
                <a:lnTo>
                  <a:pt x="1473993" y="1366179"/>
                </a:lnTo>
                <a:lnTo>
                  <a:pt x="1474412" y="1367298"/>
                </a:lnTo>
                <a:lnTo>
                  <a:pt x="1474843" y="1368405"/>
                </a:lnTo>
                <a:lnTo>
                  <a:pt x="1475249" y="1369524"/>
                </a:lnTo>
                <a:lnTo>
                  <a:pt x="1475680" y="1370643"/>
                </a:lnTo>
                <a:lnTo>
                  <a:pt x="1476099" y="1371762"/>
                </a:lnTo>
                <a:lnTo>
                  <a:pt x="1476530" y="1372868"/>
                </a:lnTo>
                <a:lnTo>
                  <a:pt x="1476949" y="1373987"/>
                </a:lnTo>
                <a:lnTo>
                  <a:pt x="1477367" y="1375106"/>
                </a:lnTo>
                <a:lnTo>
                  <a:pt x="1477799" y="1376212"/>
                </a:lnTo>
                <a:lnTo>
                  <a:pt x="1478217" y="1377331"/>
                </a:lnTo>
                <a:lnTo>
                  <a:pt x="1478636" y="1378437"/>
                </a:lnTo>
                <a:lnTo>
                  <a:pt x="1479067" y="1379556"/>
                </a:lnTo>
                <a:lnTo>
                  <a:pt x="1479486" y="1380675"/>
                </a:lnTo>
                <a:lnTo>
                  <a:pt x="1479917" y="1381782"/>
                </a:lnTo>
                <a:lnTo>
                  <a:pt x="1480323" y="1382901"/>
                </a:lnTo>
                <a:lnTo>
                  <a:pt x="1480754" y="1384007"/>
                </a:lnTo>
                <a:lnTo>
                  <a:pt x="1481173" y="1385113"/>
                </a:lnTo>
                <a:lnTo>
                  <a:pt x="1481604" y="1386232"/>
                </a:lnTo>
                <a:lnTo>
                  <a:pt x="1482022" y="1387351"/>
                </a:lnTo>
                <a:lnTo>
                  <a:pt x="1482454" y="1388457"/>
                </a:lnTo>
                <a:lnTo>
                  <a:pt x="1482872" y="1389564"/>
                </a:lnTo>
                <a:lnTo>
                  <a:pt x="1483291" y="1390683"/>
                </a:lnTo>
                <a:lnTo>
                  <a:pt x="1483709" y="1391802"/>
                </a:lnTo>
                <a:lnTo>
                  <a:pt x="1484141" y="1392908"/>
                </a:lnTo>
                <a:lnTo>
                  <a:pt x="1484559" y="1394014"/>
                </a:lnTo>
                <a:lnTo>
                  <a:pt x="1484991" y="1395121"/>
                </a:lnTo>
                <a:lnTo>
                  <a:pt x="1485409" y="1396240"/>
                </a:lnTo>
                <a:lnTo>
                  <a:pt x="1485828" y="1397346"/>
                </a:lnTo>
                <a:lnTo>
                  <a:pt x="1486259" y="1398452"/>
                </a:lnTo>
                <a:lnTo>
                  <a:pt x="1486678" y="1399571"/>
                </a:lnTo>
                <a:lnTo>
                  <a:pt x="1487109" y="1400677"/>
                </a:lnTo>
                <a:lnTo>
                  <a:pt x="1487527" y="1401784"/>
                </a:lnTo>
                <a:lnTo>
                  <a:pt x="1487946" y="1402903"/>
                </a:lnTo>
                <a:lnTo>
                  <a:pt x="1488365" y="1404009"/>
                </a:lnTo>
                <a:lnTo>
                  <a:pt x="1488796" y="1405115"/>
                </a:lnTo>
                <a:lnTo>
                  <a:pt x="1489214" y="1406221"/>
                </a:lnTo>
                <a:lnTo>
                  <a:pt x="1489646" y="1407340"/>
                </a:lnTo>
                <a:lnTo>
                  <a:pt x="1490064" y="1408447"/>
                </a:lnTo>
                <a:lnTo>
                  <a:pt x="1490483" y="1409553"/>
                </a:lnTo>
                <a:lnTo>
                  <a:pt x="1490901" y="1410659"/>
                </a:lnTo>
                <a:lnTo>
                  <a:pt x="1491333" y="1411765"/>
                </a:lnTo>
                <a:lnTo>
                  <a:pt x="1491751" y="1412872"/>
                </a:lnTo>
                <a:lnTo>
                  <a:pt x="1492183" y="1413991"/>
                </a:lnTo>
                <a:lnTo>
                  <a:pt x="1492601" y="1415097"/>
                </a:lnTo>
                <a:lnTo>
                  <a:pt x="1493020" y="1416203"/>
                </a:lnTo>
                <a:lnTo>
                  <a:pt x="1493451" y="1417310"/>
                </a:lnTo>
                <a:lnTo>
                  <a:pt x="1493870" y="1418416"/>
                </a:lnTo>
                <a:lnTo>
                  <a:pt x="1494288" y="1419522"/>
                </a:lnTo>
                <a:lnTo>
                  <a:pt x="1494719" y="1420628"/>
                </a:lnTo>
                <a:lnTo>
                  <a:pt x="1495138" y="1421735"/>
                </a:lnTo>
                <a:lnTo>
                  <a:pt x="1495569" y="1422841"/>
                </a:lnTo>
                <a:lnTo>
                  <a:pt x="1495975" y="1423947"/>
                </a:lnTo>
                <a:lnTo>
                  <a:pt x="1496406" y="1425053"/>
                </a:lnTo>
                <a:lnTo>
                  <a:pt x="1496825" y="1426160"/>
                </a:lnTo>
                <a:lnTo>
                  <a:pt x="1497256" y="1427266"/>
                </a:lnTo>
                <a:lnTo>
                  <a:pt x="1497675" y="1428372"/>
                </a:lnTo>
                <a:lnTo>
                  <a:pt x="1498093" y="1429478"/>
                </a:lnTo>
                <a:lnTo>
                  <a:pt x="1498525" y="1430585"/>
                </a:lnTo>
                <a:lnTo>
                  <a:pt x="1498943" y="1431678"/>
                </a:lnTo>
                <a:lnTo>
                  <a:pt x="1499362" y="1432797"/>
                </a:lnTo>
                <a:lnTo>
                  <a:pt x="1499793" y="1433904"/>
                </a:lnTo>
                <a:lnTo>
                  <a:pt x="1500212" y="1434997"/>
                </a:lnTo>
                <a:lnTo>
                  <a:pt x="1500643" y="1436103"/>
                </a:lnTo>
                <a:lnTo>
                  <a:pt x="1501062" y="1437210"/>
                </a:lnTo>
                <a:lnTo>
                  <a:pt x="1501480" y="1438303"/>
                </a:lnTo>
                <a:lnTo>
                  <a:pt x="1501899" y="1439422"/>
                </a:lnTo>
                <a:lnTo>
                  <a:pt x="1502330" y="1440516"/>
                </a:lnTo>
                <a:lnTo>
                  <a:pt x="1502749" y="1441622"/>
                </a:lnTo>
                <a:lnTo>
                  <a:pt x="1503180" y="1442716"/>
                </a:lnTo>
                <a:lnTo>
                  <a:pt x="1503598" y="1443822"/>
                </a:lnTo>
                <a:lnTo>
                  <a:pt x="1504017" y="1444928"/>
                </a:lnTo>
                <a:lnTo>
                  <a:pt x="1504436" y="1446034"/>
                </a:lnTo>
                <a:lnTo>
                  <a:pt x="1504867" y="1447128"/>
                </a:lnTo>
                <a:lnTo>
                  <a:pt x="1505285" y="1448234"/>
                </a:lnTo>
                <a:lnTo>
                  <a:pt x="1505717" y="1449328"/>
                </a:lnTo>
                <a:lnTo>
                  <a:pt x="1506135" y="1450434"/>
                </a:lnTo>
                <a:lnTo>
                  <a:pt x="1506554" y="1451540"/>
                </a:lnTo>
                <a:lnTo>
                  <a:pt x="1506985" y="1452634"/>
                </a:lnTo>
                <a:lnTo>
                  <a:pt x="1507404" y="1453740"/>
                </a:lnTo>
                <a:lnTo>
                  <a:pt x="1507822" y="1454834"/>
                </a:lnTo>
                <a:lnTo>
                  <a:pt x="1508253" y="1455940"/>
                </a:lnTo>
                <a:lnTo>
                  <a:pt x="1508672" y="1457034"/>
                </a:lnTo>
                <a:lnTo>
                  <a:pt x="1509103" y="1458140"/>
                </a:lnTo>
                <a:lnTo>
                  <a:pt x="1509509" y="1459246"/>
                </a:lnTo>
                <a:lnTo>
                  <a:pt x="1509940" y="1460327"/>
                </a:lnTo>
                <a:lnTo>
                  <a:pt x="1510359" y="1461433"/>
                </a:lnTo>
                <a:lnTo>
                  <a:pt x="1510790" y="1462527"/>
                </a:lnTo>
                <a:lnTo>
                  <a:pt x="1511209" y="1463633"/>
                </a:lnTo>
                <a:lnTo>
                  <a:pt x="1511627" y="1464727"/>
                </a:lnTo>
                <a:lnTo>
                  <a:pt x="1512059" y="1465820"/>
                </a:lnTo>
                <a:lnTo>
                  <a:pt x="1512477" y="1466926"/>
                </a:lnTo>
                <a:lnTo>
                  <a:pt x="1512896" y="1468020"/>
                </a:lnTo>
                <a:lnTo>
                  <a:pt x="1513327" y="1469113"/>
                </a:lnTo>
                <a:lnTo>
                  <a:pt x="1513746" y="1470220"/>
                </a:lnTo>
                <a:lnTo>
                  <a:pt x="1514177" y="1471301"/>
                </a:lnTo>
                <a:lnTo>
                  <a:pt x="1514596" y="1472407"/>
                </a:lnTo>
                <a:lnTo>
                  <a:pt x="1515014" y="1473500"/>
                </a:lnTo>
                <a:lnTo>
                  <a:pt x="1515433" y="1474594"/>
                </a:lnTo>
                <a:lnTo>
                  <a:pt x="1515864" y="1475688"/>
                </a:lnTo>
                <a:lnTo>
                  <a:pt x="1516283" y="1476794"/>
                </a:lnTo>
                <a:lnTo>
                  <a:pt x="1516714" y="1477887"/>
                </a:lnTo>
                <a:lnTo>
                  <a:pt x="1517132" y="1478981"/>
                </a:lnTo>
                <a:lnTo>
                  <a:pt x="1517551" y="1480074"/>
                </a:lnTo>
                <a:lnTo>
                  <a:pt x="1517970" y="1481168"/>
                </a:lnTo>
                <a:lnTo>
                  <a:pt x="1518401" y="1482262"/>
                </a:lnTo>
                <a:lnTo>
                  <a:pt x="1518819" y="1483355"/>
                </a:lnTo>
                <a:lnTo>
                  <a:pt x="1519251" y="1484449"/>
                </a:lnTo>
                <a:lnTo>
                  <a:pt x="1519669" y="1485542"/>
                </a:lnTo>
                <a:lnTo>
                  <a:pt x="1520088" y="1486636"/>
                </a:lnTo>
                <a:lnTo>
                  <a:pt x="1520506" y="1487729"/>
                </a:lnTo>
                <a:lnTo>
                  <a:pt x="1520938" y="1488823"/>
                </a:lnTo>
                <a:lnTo>
                  <a:pt x="1521356" y="1489916"/>
                </a:lnTo>
                <a:lnTo>
                  <a:pt x="1521788" y="1491010"/>
                </a:lnTo>
                <a:lnTo>
                  <a:pt x="1522206" y="1492104"/>
                </a:lnTo>
                <a:lnTo>
                  <a:pt x="1522625" y="1493184"/>
                </a:lnTo>
                <a:lnTo>
                  <a:pt x="1523043" y="1494278"/>
                </a:lnTo>
                <a:lnTo>
                  <a:pt x="1523475" y="1495371"/>
                </a:lnTo>
                <a:lnTo>
                  <a:pt x="1523893" y="1496465"/>
                </a:lnTo>
                <a:lnTo>
                  <a:pt x="1524324" y="1497559"/>
                </a:lnTo>
                <a:lnTo>
                  <a:pt x="1524743" y="1498639"/>
                </a:lnTo>
                <a:lnTo>
                  <a:pt x="1525162" y="1499733"/>
                </a:lnTo>
                <a:lnTo>
                  <a:pt x="1525593" y="1500827"/>
                </a:lnTo>
                <a:lnTo>
                  <a:pt x="1526011" y="1501907"/>
                </a:lnTo>
                <a:lnTo>
                  <a:pt x="1526443" y="1503001"/>
                </a:lnTo>
                <a:lnTo>
                  <a:pt x="1526861" y="1504082"/>
                </a:lnTo>
                <a:lnTo>
                  <a:pt x="1527280" y="1505175"/>
                </a:lnTo>
                <a:lnTo>
                  <a:pt x="1527711" y="1506269"/>
                </a:lnTo>
                <a:lnTo>
                  <a:pt x="1528130" y="1507362"/>
                </a:lnTo>
                <a:lnTo>
                  <a:pt x="1528548" y="1508443"/>
                </a:lnTo>
                <a:lnTo>
                  <a:pt x="1528980" y="1509524"/>
                </a:lnTo>
                <a:lnTo>
                  <a:pt x="1529398" y="1510618"/>
                </a:lnTo>
                <a:lnTo>
                  <a:pt x="1529829" y="1511699"/>
                </a:lnTo>
                <a:lnTo>
                  <a:pt x="1530235" y="1512792"/>
                </a:lnTo>
                <a:lnTo>
                  <a:pt x="1530667" y="1513873"/>
                </a:lnTo>
                <a:lnTo>
                  <a:pt x="1531085" y="1514966"/>
                </a:lnTo>
                <a:lnTo>
                  <a:pt x="1531516" y="1516047"/>
                </a:lnTo>
                <a:lnTo>
                  <a:pt x="1531935" y="1517128"/>
                </a:lnTo>
                <a:lnTo>
                  <a:pt x="1532354" y="1518222"/>
                </a:lnTo>
                <a:lnTo>
                  <a:pt x="1532785" y="1519303"/>
                </a:lnTo>
                <a:lnTo>
                  <a:pt x="1533203" y="1520383"/>
                </a:lnTo>
                <a:lnTo>
                  <a:pt x="1533622" y="1521464"/>
                </a:lnTo>
                <a:lnTo>
                  <a:pt x="1534053" y="1522558"/>
                </a:lnTo>
                <a:lnTo>
                  <a:pt x="1534472" y="1523639"/>
                </a:lnTo>
                <a:lnTo>
                  <a:pt x="1534890" y="1524719"/>
                </a:lnTo>
                <a:lnTo>
                  <a:pt x="1535322" y="1525800"/>
                </a:lnTo>
                <a:lnTo>
                  <a:pt x="1535740" y="1526881"/>
                </a:lnTo>
                <a:lnTo>
                  <a:pt x="1536159" y="1527975"/>
                </a:lnTo>
                <a:lnTo>
                  <a:pt x="1536590" y="1529056"/>
                </a:lnTo>
                <a:lnTo>
                  <a:pt x="1537009" y="1530136"/>
                </a:lnTo>
                <a:lnTo>
                  <a:pt x="1537440" y="1531217"/>
                </a:lnTo>
                <a:lnTo>
                  <a:pt x="1537846" y="1532298"/>
                </a:lnTo>
                <a:lnTo>
                  <a:pt x="1538277" y="1533379"/>
                </a:lnTo>
                <a:lnTo>
                  <a:pt x="1538696" y="1534460"/>
                </a:lnTo>
                <a:lnTo>
                  <a:pt x="1539127" y="1535541"/>
                </a:lnTo>
                <a:lnTo>
                  <a:pt x="1539546" y="1536621"/>
                </a:lnTo>
                <a:lnTo>
                  <a:pt x="1539964" y="1537702"/>
                </a:lnTo>
                <a:lnTo>
                  <a:pt x="1540395" y="1538783"/>
                </a:lnTo>
                <a:lnTo>
                  <a:pt x="1540814" y="1539864"/>
                </a:lnTo>
                <a:lnTo>
                  <a:pt x="1541233" y="1540932"/>
                </a:lnTo>
                <a:lnTo>
                  <a:pt x="1541664" y="1542013"/>
                </a:lnTo>
                <a:lnTo>
                  <a:pt x="1542082" y="1543094"/>
                </a:lnTo>
                <a:lnTo>
                  <a:pt x="1542514" y="1544175"/>
                </a:lnTo>
                <a:lnTo>
                  <a:pt x="1542932" y="1545255"/>
                </a:lnTo>
                <a:lnTo>
                  <a:pt x="1543351" y="1546323"/>
                </a:lnTo>
                <a:lnTo>
                  <a:pt x="1543769" y="1547404"/>
                </a:lnTo>
                <a:lnTo>
                  <a:pt x="1544201" y="1548485"/>
                </a:lnTo>
                <a:lnTo>
                  <a:pt x="1544619" y="1549553"/>
                </a:lnTo>
                <a:lnTo>
                  <a:pt x="1545051" y="1550634"/>
                </a:lnTo>
                <a:lnTo>
                  <a:pt x="1545469" y="1551702"/>
                </a:lnTo>
                <a:lnTo>
                  <a:pt x="1545888" y="1552783"/>
                </a:lnTo>
                <a:lnTo>
                  <a:pt x="1546306" y="1553864"/>
                </a:lnTo>
                <a:lnTo>
                  <a:pt x="1546738" y="1554932"/>
                </a:lnTo>
                <a:lnTo>
                  <a:pt x="1547156" y="1556013"/>
                </a:lnTo>
                <a:lnTo>
                  <a:pt x="1547587" y="1557081"/>
                </a:lnTo>
                <a:lnTo>
                  <a:pt x="1548006" y="1558162"/>
                </a:lnTo>
                <a:lnTo>
                  <a:pt x="1548425" y="1559230"/>
                </a:lnTo>
                <a:lnTo>
                  <a:pt x="1548856" y="1560311"/>
                </a:lnTo>
                <a:lnTo>
                  <a:pt x="1549274" y="1561379"/>
                </a:lnTo>
                <a:lnTo>
                  <a:pt x="1549693" y="1562447"/>
                </a:lnTo>
                <a:lnTo>
                  <a:pt x="1550124" y="1563528"/>
                </a:lnTo>
                <a:lnTo>
                  <a:pt x="1550543" y="1564596"/>
                </a:lnTo>
                <a:lnTo>
                  <a:pt x="1550974" y="1565664"/>
                </a:lnTo>
                <a:lnTo>
                  <a:pt x="1551380" y="1566732"/>
                </a:lnTo>
                <a:lnTo>
                  <a:pt x="1551811" y="1567813"/>
                </a:lnTo>
                <a:lnTo>
                  <a:pt x="1552230" y="1568881"/>
                </a:lnTo>
                <a:lnTo>
                  <a:pt x="1552661" y="1569949"/>
                </a:lnTo>
                <a:lnTo>
                  <a:pt x="1553080" y="1571020"/>
                </a:lnTo>
                <a:lnTo>
                  <a:pt x="1553498" y="1572087"/>
                </a:lnTo>
                <a:lnTo>
                  <a:pt x="1553929" y="1573158"/>
                </a:lnTo>
                <a:lnTo>
                  <a:pt x="1554348" y="1574224"/>
                </a:lnTo>
                <a:lnTo>
                  <a:pt x="1554767" y="1575296"/>
                </a:lnTo>
                <a:lnTo>
                  <a:pt x="1555198" y="1576368"/>
                </a:lnTo>
                <a:lnTo>
                  <a:pt x="1555616" y="1577434"/>
                </a:lnTo>
                <a:lnTo>
                  <a:pt x="1556048" y="1578496"/>
                </a:lnTo>
                <a:lnTo>
                  <a:pt x="1556454" y="1579568"/>
                </a:lnTo>
                <a:lnTo>
                  <a:pt x="1556885" y="1580634"/>
                </a:lnTo>
                <a:lnTo>
                  <a:pt x="1557303" y="1581696"/>
                </a:lnTo>
                <a:lnTo>
                  <a:pt x="1557735" y="1582767"/>
                </a:lnTo>
                <a:lnTo>
                  <a:pt x="1558153" y="1583829"/>
                </a:lnTo>
                <a:lnTo>
                  <a:pt x="1558572" y="1584901"/>
                </a:lnTo>
                <a:lnTo>
                  <a:pt x="1559003" y="1585962"/>
                </a:lnTo>
                <a:lnTo>
                  <a:pt x="1559422" y="1587029"/>
                </a:lnTo>
                <a:lnTo>
                  <a:pt x="1559840" y="1588091"/>
                </a:lnTo>
                <a:lnTo>
                  <a:pt x="1560272" y="1589153"/>
                </a:lnTo>
                <a:lnTo>
                  <a:pt x="1560690" y="1590223"/>
                </a:lnTo>
                <a:lnTo>
                  <a:pt x="1561121" y="1591285"/>
                </a:lnTo>
                <a:lnTo>
                  <a:pt x="1561540" y="1592347"/>
                </a:lnTo>
                <a:lnTo>
                  <a:pt x="1561959" y="1593409"/>
                </a:lnTo>
                <a:lnTo>
                  <a:pt x="1562390" y="1594470"/>
                </a:lnTo>
                <a:lnTo>
                  <a:pt x="1562808" y="1595532"/>
                </a:lnTo>
                <a:lnTo>
                  <a:pt x="1563227" y="1596594"/>
                </a:lnTo>
                <a:lnTo>
                  <a:pt x="1563658" y="1597656"/>
                </a:lnTo>
                <a:lnTo>
                  <a:pt x="1564077" y="1598716"/>
                </a:lnTo>
                <a:lnTo>
                  <a:pt x="1564495" y="1599778"/>
                </a:lnTo>
                <a:lnTo>
                  <a:pt x="1564927" y="1600840"/>
                </a:lnTo>
                <a:lnTo>
                  <a:pt x="1565345" y="1601901"/>
                </a:lnTo>
                <a:lnTo>
                  <a:pt x="1565777" y="1602958"/>
                </a:lnTo>
                <a:lnTo>
                  <a:pt x="1566195" y="1604020"/>
                </a:lnTo>
                <a:lnTo>
                  <a:pt x="1566614" y="1605082"/>
                </a:lnTo>
                <a:lnTo>
                  <a:pt x="1567032" y="1606133"/>
                </a:lnTo>
                <a:lnTo>
                  <a:pt x="1567464" y="1607195"/>
                </a:lnTo>
                <a:lnTo>
                  <a:pt x="1567882" y="1608252"/>
                </a:lnTo>
                <a:lnTo>
                  <a:pt x="1568313" y="1609313"/>
                </a:lnTo>
                <a:lnTo>
                  <a:pt x="1568732" y="1610365"/>
                </a:lnTo>
                <a:lnTo>
                  <a:pt x="1569151" y="1611422"/>
                </a:lnTo>
                <a:lnTo>
                  <a:pt x="1569582" y="1612473"/>
                </a:lnTo>
                <a:lnTo>
                  <a:pt x="1570000" y="1613535"/>
                </a:lnTo>
                <a:lnTo>
                  <a:pt x="1570419" y="1614592"/>
                </a:lnTo>
                <a:lnTo>
                  <a:pt x="1570850" y="1615643"/>
                </a:lnTo>
                <a:lnTo>
                  <a:pt x="1571269" y="1616700"/>
                </a:lnTo>
                <a:lnTo>
                  <a:pt x="1571700" y="1617752"/>
                </a:lnTo>
                <a:lnTo>
                  <a:pt x="1572106" y="1618808"/>
                </a:lnTo>
                <a:lnTo>
                  <a:pt x="1572537" y="1619860"/>
                </a:lnTo>
                <a:lnTo>
                  <a:pt x="1572956" y="1620917"/>
                </a:lnTo>
                <a:lnTo>
                  <a:pt x="1573387" y="1621968"/>
                </a:lnTo>
                <a:lnTo>
                  <a:pt x="1573806" y="1623025"/>
                </a:lnTo>
                <a:lnTo>
                  <a:pt x="1574224" y="1624073"/>
                </a:lnTo>
                <a:lnTo>
                  <a:pt x="1574656" y="1625124"/>
                </a:lnTo>
                <a:lnTo>
                  <a:pt x="1575074" y="1626181"/>
                </a:lnTo>
                <a:lnTo>
                  <a:pt x="1575493" y="1627227"/>
                </a:lnTo>
                <a:lnTo>
                  <a:pt x="1575924" y="1628279"/>
                </a:lnTo>
                <a:lnTo>
                  <a:pt x="1576343" y="1629326"/>
                </a:lnTo>
                <a:lnTo>
                  <a:pt x="1576774" y="1630382"/>
                </a:lnTo>
                <a:lnTo>
                  <a:pt x="1577192" y="1631429"/>
                </a:lnTo>
                <a:lnTo>
                  <a:pt x="1577611" y="1632471"/>
                </a:lnTo>
                <a:lnTo>
                  <a:pt x="1578030" y="1633528"/>
                </a:lnTo>
                <a:lnTo>
                  <a:pt x="1578461" y="1634575"/>
                </a:lnTo>
                <a:lnTo>
                  <a:pt x="1578879" y="1635621"/>
                </a:lnTo>
                <a:lnTo>
                  <a:pt x="1579311" y="1636668"/>
                </a:lnTo>
                <a:lnTo>
                  <a:pt x="1579729" y="1637714"/>
                </a:lnTo>
                <a:lnTo>
                  <a:pt x="1580148" y="1638762"/>
                </a:lnTo>
                <a:lnTo>
                  <a:pt x="1580566" y="1639808"/>
                </a:lnTo>
                <a:lnTo>
                  <a:pt x="1580998" y="1640855"/>
                </a:lnTo>
                <a:lnTo>
                  <a:pt x="1581416" y="1641901"/>
                </a:lnTo>
                <a:lnTo>
                  <a:pt x="1581848" y="1642948"/>
                </a:lnTo>
                <a:lnTo>
                  <a:pt x="1582266" y="1643996"/>
                </a:lnTo>
                <a:lnTo>
                  <a:pt x="1582685" y="1645032"/>
                </a:lnTo>
                <a:lnTo>
                  <a:pt x="1583116" y="1646079"/>
                </a:lnTo>
                <a:lnTo>
                  <a:pt x="1583535" y="1647125"/>
                </a:lnTo>
                <a:lnTo>
                  <a:pt x="1583953" y="1648163"/>
                </a:lnTo>
                <a:lnTo>
                  <a:pt x="1584384" y="1649209"/>
                </a:lnTo>
                <a:lnTo>
                  <a:pt x="1584803" y="1650251"/>
                </a:lnTo>
                <a:lnTo>
                  <a:pt x="1585234" y="1651288"/>
                </a:lnTo>
                <a:lnTo>
                  <a:pt x="1585640" y="1652335"/>
                </a:lnTo>
                <a:lnTo>
                  <a:pt x="1586071" y="1653371"/>
                </a:lnTo>
                <a:lnTo>
                  <a:pt x="1586490" y="1654414"/>
                </a:lnTo>
                <a:lnTo>
                  <a:pt x="1586921" y="1655450"/>
                </a:lnTo>
                <a:lnTo>
                  <a:pt x="1587340" y="1656497"/>
                </a:lnTo>
                <a:lnTo>
                  <a:pt x="1587758" y="1657539"/>
                </a:lnTo>
                <a:lnTo>
                  <a:pt x="1588190" y="1658576"/>
                </a:lnTo>
                <a:lnTo>
                  <a:pt x="1588608" y="1659612"/>
                </a:lnTo>
                <a:lnTo>
                  <a:pt x="1589027" y="1660655"/>
                </a:lnTo>
                <a:lnTo>
                  <a:pt x="1589458" y="1661686"/>
                </a:lnTo>
                <a:lnTo>
                  <a:pt x="1589877" y="1662723"/>
                </a:lnTo>
                <a:lnTo>
                  <a:pt x="1590308" y="1663765"/>
                </a:lnTo>
                <a:lnTo>
                  <a:pt x="1590714" y="1664801"/>
                </a:lnTo>
                <a:lnTo>
                  <a:pt x="1591145" y="1665834"/>
                </a:lnTo>
                <a:lnTo>
                  <a:pt x="1591564" y="1666870"/>
                </a:lnTo>
                <a:lnTo>
                  <a:pt x="1591995" y="1667903"/>
                </a:lnTo>
                <a:lnTo>
                  <a:pt x="1592413" y="1668944"/>
                </a:lnTo>
                <a:lnTo>
                  <a:pt x="1592832" y="1669970"/>
                </a:lnTo>
                <a:lnTo>
                  <a:pt x="1593263" y="1671013"/>
                </a:lnTo>
                <a:lnTo>
                  <a:pt x="1593682" y="1672044"/>
                </a:lnTo>
                <a:lnTo>
                  <a:pt x="1594101" y="1673077"/>
                </a:lnTo>
                <a:lnTo>
                  <a:pt x="1594532" y="1674113"/>
                </a:lnTo>
                <a:lnTo>
                  <a:pt x="1594950" y="1675145"/>
                </a:lnTo>
                <a:lnTo>
                  <a:pt x="1595382" y="1676177"/>
                </a:lnTo>
                <a:lnTo>
                  <a:pt x="1595800" y="1677209"/>
                </a:lnTo>
                <a:lnTo>
                  <a:pt x="1596219" y="1678235"/>
                </a:lnTo>
                <a:lnTo>
                  <a:pt x="1596637" y="1679268"/>
                </a:lnTo>
                <a:lnTo>
                  <a:pt x="1597069" y="1680299"/>
                </a:lnTo>
                <a:lnTo>
                  <a:pt x="1597487" y="1681327"/>
                </a:lnTo>
                <a:lnTo>
                  <a:pt x="1597918" y="1682353"/>
                </a:lnTo>
                <a:lnTo>
                  <a:pt x="1598337" y="1683385"/>
                </a:lnTo>
                <a:lnTo>
                  <a:pt x="1598756" y="1684411"/>
                </a:lnTo>
                <a:lnTo>
                  <a:pt x="1599174" y="1685444"/>
                </a:lnTo>
                <a:lnTo>
                  <a:pt x="1599605" y="1686471"/>
                </a:lnTo>
                <a:lnTo>
                  <a:pt x="1600037" y="1687498"/>
                </a:lnTo>
                <a:lnTo>
                  <a:pt x="1600455" y="1688520"/>
                </a:lnTo>
                <a:lnTo>
                  <a:pt x="1600874" y="1689551"/>
                </a:lnTo>
                <a:lnTo>
                  <a:pt x="1601292" y="1690573"/>
                </a:lnTo>
                <a:lnTo>
                  <a:pt x="1601724" y="1691601"/>
                </a:lnTo>
                <a:lnTo>
                  <a:pt x="1602142" y="1692632"/>
                </a:lnTo>
                <a:lnTo>
                  <a:pt x="1602574" y="1693655"/>
                </a:lnTo>
                <a:lnTo>
                  <a:pt x="1602992" y="1694676"/>
                </a:lnTo>
                <a:lnTo>
                  <a:pt x="1603411" y="1695703"/>
                </a:lnTo>
                <a:lnTo>
                  <a:pt x="1603842" y="1696725"/>
                </a:lnTo>
                <a:lnTo>
                  <a:pt x="1604261" y="1697746"/>
                </a:lnTo>
                <a:lnTo>
                  <a:pt x="1604679" y="1698764"/>
                </a:lnTo>
                <a:lnTo>
                  <a:pt x="1605110" y="1699786"/>
                </a:lnTo>
                <a:lnTo>
                  <a:pt x="1605529" y="1700813"/>
                </a:lnTo>
                <a:lnTo>
                  <a:pt x="1605960" y="1701835"/>
                </a:lnTo>
                <a:lnTo>
                  <a:pt x="1606366" y="1702852"/>
                </a:lnTo>
                <a:lnTo>
                  <a:pt x="1606797" y="1703874"/>
                </a:lnTo>
                <a:lnTo>
                  <a:pt x="1607216" y="1704891"/>
                </a:lnTo>
                <a:lnTo>
                  <a:pt x="1607647" y="1705912"/>
                </a:lnTo>
                <a:lnTo>
                  <a:pt x="1608066" y="1706930"/>
                </a:lnTo>
                <a:lnTo>
                  <a:pt x="1608484" y="1707947"/>
                </a:lnTo>
                <a:lnTo>
                  <a:pt x="1608916" y="1708968"/>
                </a:lnTo>
                <a:lnTo>
                  <a:pt x="1609334" y="1709985"/>
                </a:lnTo>
                <a:lnTo>
                  <a:pt x="1609753" y="1711003"/>
                </a:lnTo>
                <a:lnTo>
                  <a:pt x="1610184" y="1712020"/>
                </a:lnTo>
                <a:lnTo>
                  <a:pt x="1610603" y="1713032"/>
                </a:lnTo>
                <a:lnTo>
                  <a:pt x="1611034" y="1714049"/>
                </a:lnTo>
                <a:lnTo>
                  <a:pt x="1611453" y="1715065"/>
                </a:lnTo>
                <a:lnTo>
                  <a:pt x="1611871" y="1716083"/>
                </a:lnTo>
                <a:lnTo>
                  <a:pt x="1612290" y="1717090"/>
                </a:lnTo>
                <a:lnTo>
                  <a:pt x="1612721" y="1718107"/>
                </a:lnTo>
                <a:lnTo>
                  <a:pt x="1613140" y="1719124"/>
                </a:lnTo>
                <a:lnTo>
                  <a:pt x="1613571" y="1720131"/>
                </a:lnTo>
                <a:lnTo>
                  <a:pt x="1613989" y="1721147"/>
                </a:lnTo>
                <a:lnTo>
                  <a:pt x="1614408" y="1722154"/>
                </a:lnTo>
                <a:lnTo>
                  <a:pt x="1614827" y="1723172"/>
                </a:lnTo>
                <a:lnTo>
                  <a:pt x="1615258" y="1724179"/>
                </a:lnTo>
                <a:lnTo>
                  <a:pt x="1615676" y="1725186"/>
                </a:lnTo>
                <a:lnTo>
                  <a:pt x="1616108" y="1726193"/>
                </a:lnTo>
                <a:lnTo>
                  <a:pt x="1616526" y="1727210"/>
                </a:lnTo>
                <a:lnTo>
                  <a:pt x="1616945" y="1728222"/>
                </a:lnTo>
                <a:lnTo>
                  <a:pt x="1617376" y="1729229"/>
                </a:lnTo>
                <a:lnTo>
                  <a:pt x="1617795" y="1730236"/>
                </a:lnTo>
                <a:lnTo>
                  <a:pt x="1618213" y="1731244"/>
                </a:lnTo>
                <a:lnTo>
                  <a:pt x="1618645" y="1732246"/>
                </a:lnTo>
                <a:lnTo>
                  <a:pt x="1619063" y="1733253"/>
                </a:lnTo>
                <a:lnTo>
                  <a:pt x="1619494" y="1734260"/>
                </a:lnTo>
                <a:lnTo>
                  <a:pt x="1619900" y="1735262"/>
                </a:lnTo>
                <a:lnTo>
                  <a:pt x="1620332" y="1736269"/>
                </a:lnTo>
                <a:lnTo>
                  <a:pt x="1620750" y="1737281"/>
                </a:lnTo>
                <a:lnTo>
                  <a:pt x="1621181" y="1738278"/>
                </a:lnTo>
                <a:lnTo>
                  <a:pt x="1621600" y="1739280"/>
                </a:lnTo>
                <a:lnTo>
                  <a:pt x="1622019" y="1740287"/>
                </a:lnTo>
                <a:lnTo>
                  <a:pt x="1622450" y="1741289"/>
                </a:lnTo>
                <a:lnTo>
                  <a:pt x="1622868" y="1742291"/>
                </a:lnTo>
                <a:lnTo>
                  <a:pt x="1623287" y="1743293"/>
                </a:lnTo>
                <a:lnTo>
                  <a:pt x="1623718" y="1744300"/>
                </a:lnTo>
                <a:lnTo>
                  <a:pt x="1624137" y="1745302"/>
                </a:lnTo>
                <a:lnTo>
                  <a:pt x="1624568" y="1746295"/>
                </a:lnTo>
                <a:lnTo>
                  <a:pt x="1624974" y="1747292"/>
                </a:lnTo>
                <a:lnTo>
                  <a:pt x="1625405" y="1748294"/>
                </a:lnTo>
                <a:lnTo>
                  <a:pt x="1625824" y="1749296"/>
                </a:lnTo>
                <a:lnTo>
                  <a:pt x="1626255" y="1750298"/>
                </a:lnTo>
                <a:lnTo>
                  <a:pt x="1626674" y="1751290"/>
                </a:lnTo>
                <a:lnTo>
                  <a:pt x="1627092" y="1752288"/>
                </a:lnTo>
                <a:lnTo>
                  <a:pt x="1627524" y="1753285"/>
                </a:lnTo>
                <a:lnTo>
                  <a:pt x="1627942" y="1754282"/>
                </a:lnTo>
                <a:lnTo>
                  <a:pt x="1628361" y="1755279"/>
                </a:lnTo>
                <a:lnTo>
                  <a:pt x="1628792" y="1756271"/>
                </a:lnTo>
                <a:lnTo>
                  <a:pt x="1629211" y="1757269"/>
                </a:lnTo>
                <a:lnTo>
                  <a:pt x="1629642" y="1758266"/>
                </a:lnTo>
                <a:lnTo>
                  <a:pt x="1630060" y="1759258"/>
                </a:lnTo>
                <a:lnTo>
                  <a:pt x="1630479" y="1760249"/>
                </a:lnTo>
                <a:lnTo>
                  <a:pt x="1630898" y="1761243"/>
                </a:lnTo>
                <a:lnTo>
                  <a:pt x="1631329" y="1762234"/>
                </a:lnTo>
                <a:lnTo>
                  <a:pt x="1631747" y="1763226"/>
                </a:lnTo>
                <a:lnTo>
                  <a:pt x="1632179" y="1764223"/>
                </a:lnTo>
                <a:lnTo>
                  <a:pt x="1632597" y="1765206"/>
                </a:lnTo>
                <a:lnTo>
                  <a:pt x="1633016" y="1766198"/>
                </a:lnTo>
                <a:lnTo>
                  <a:pt x="1633434" y="1767195"/>
                </a:lnTo>
                <a:lnTo>
                  <a:pt x="1633866" y="1768178"/>
                </a:lnTo>
                <a:lnTo>
                  <a:pt x="1634284" y="1769170"/>
                </a:lnTo>
                <a:lnTo>
                  <a:pt x="1634715" y="1770156"/>
                </a:lnTo>
                <a:lnTo>
                  <a:pt x="1635134" y="1771144"/>
                </a:lnTo>
                <a:lnTo>
                  <a:pt x="1635553" y="1772136"/>
                </a:lnTo>
                <a:lnTo>
                  <a:pt x="1635984" y="1773124"/>
                </a:lnTo>
                <a:lnTo>
                  <a:pt x="1636402" y="1774106"/>
                </a:lnTo>
                <a:lnTo>
                  <a:pt x="1636821" y="1775093"/>
                </a:lnTo>
                <a:lnTo>
                  <a:pt x="1637252" y="1776075"/>
                </a:lnTo>
                <a:lnTo>
                  <a:pt x="1637671" y="1777062"/>
                </a:lnTo>
                <a:lnTo>
                  <a:pt x="1638102" y="1778050"/>
                </a:lnTo>
                <a:lnTo>
                  <a:pt x="1638521" y="1779027"/>
                </a:lnTo>
                <a:lnTo>
                  <a:pt x="1638939" y="1780010"/>
                </a:lnTo>
                <a:lnTo>
                  <a:pt x="1639358" y="1780996"/>
                </a:lnTo>
                <a:lnTo>
                  <a:pt x="1639789" y="1781974"/>
                </a:lnTo>
                <a:lnTo>
                  <a:pt x="1640220" y="1782961"/>
                </a:lnTo>
                <a:lnTo>
                  <a:pt x="1640626" y="1783939"/>
                </a:lnTo>
                <a:lnTo>
                  <a:pt x="1641058" y="1784926"/>
                </a:lnTo>
                <a:lnTo>
                  <a:pt x="1641476" y="1785903"/>
                </a:lnTo>
                <a:lnTo>
                  <a:pt x="1641907" y="1786880"/>
                </a:lnTo>
                <a:lnTo>
                  <a:pt x="1642326" y="1787858"/>
                </a:lnTo>
                <a:lnTo>
                  <a:pt x="1642745" y="1788834"/>
                </a:lnTo>
                <a:lnTo>
                  <a:pt x="1643176" y="1789812"/>
                </a:lnTo>
                <a:lnTo>
                  <a:pt x="1643594" y="1790789"/>
                </a:lnTo>
                <a:lnTo>
                  <a:pt x="1644013" y="1791767"/>
                </a:lnTo>
                <a:lnTo>
                  <a:pt x="1644444" y="1792745"/>
                </a:lnTo>
                <a:lnTo>
                  <a:pt x="1644863" y="1793721"/>
                </a:lnTo>
                <a:lnTo>
                  <a:pt x="1645294" y="1794699"/>
                </a:lnTo>
                <a:lnTo>
                  <a:pt x="1645713" y="1795670"/>
                </a:lnTo>
                <a:lnTo>
                  <a:pt x="1646131" y="1796648"/>
                </a:lnTo>
                <a:lnTo>
                  <a:pt x="1646550" y="1797621"/>
                </a:lnTo>
                <a:lnTo>
                  <a:pt x="1646981" y="1798598"/>
                </a:lnTo>
                <a:lnTo>
                  <a:pt x="1647400" y="1799565"/>
                </a:lnTo>
                <a:lnTo>
                  <a:pt x="1647831" y="1800538"/>
                </a:lnTo>
                <a:lnTo>
                  <a:pt x="1648237" y="1801504"/>
                </a:lnTo>
                <a:lnTo>
                  <a:pt x="1648668" y="1802477"/>
                </a:lnTo>
                <a:lnTo>
                  <a:pt x="1649087" y="1803455"/>
                </a:lnTo>
                <a:lnTo>
                  <a:pt x="1649518" y="1804426"/>
                </a:lnTo>
                <a:lnTo>
                  <a:pt x="1649937" y="1805389"/>
                </a:lnTo>
                <a:lnTo>
                  <a:pt x="1650368" y="1806357"/>
                </a:lnTo>
                <a:lnTo>
                  <a:pt x="1650786" y="1807329"/>
                </a:lnTo>
                <a:lnTo>
                  <a:pt x="1651205" y="1808297"/>
                </a:lnTo>
                <a:lnTo>
                  <a:pt x="1651624" y="1809258"/>
                </a:lnTo>
                <a:lnTo>
                  <a:pt x="1652055" y="1810231"/>
                </a:lnTo>
                <a:lnTo>
                  <a:pt x="1652473" y="1811194"/>
                </a:lnTo>
                <a:lnTo>
                  <a:pt x="1652905" y="1812167"/>
                </a:lnTo>
                <a:lnTo>
                  <a:pt x="1653323" y="1813129"/>
                </a:lnTo>
                <a:lnTo>
                  <a:pt x="1653755" y="1814090"/>
                </a:lnTo>
                <a:lnTo>
                  <a:pt x="1654160" y="1815058"/>
                </a:lnTo>
                <a:lnTo>
                  <a:pt x="1654592" y="1816021"/>
                </a:lnTo>
                <a:lnTo>
                  <a:pt x="1655010" y="1816983"/>
                </a:lnTo>
                <a:lnTo>
                  <a:pt x="1655442" y="1817946"/>
                </a:lnTo>
                <a:lnTo>
                  <a:pt x="1655860" y="1818908"/>
                </a:lnTo>
                <a:lnTo>
                  <a:pt x="1656279" y="1819866"/>
                </a:lnTo>
                <a:lnTo>
                  <a:pt x="1656697" y="1820827"/>
                </a:lnTo>
                <a:lnTo>
                  <a:pt x="1657129" y="1821790"/>
                </a:lnTo>
                <a:lnTo>
                  <a:pt x="1657547" y="1822742"/>
                </a:lnTo>
                <a:lnTo>
                  <a:pt x="1657978" y="1823705"/>
                </a:lnTo>
                <a:lnTo>
                  <a:pt x="1658397" y="1824667"/>
                </a:lnTo>
                <a:lnTo>
                  <a:pt x="1658816" y="1825625"/>
                </a:lnTo>
                <a:lnTo>
                  <a:pt x="1659234" y="1826577"/>
                </a:lnTo>
                <a:lnTo>
                  <a:pt x="1659665" y="1827535"/>
                </a:lnTo>
                <a:lnTo>
                  <a:pt x="1660084" y="1828497"/>
                </a:lnTo>
                <a:lnTo>
                  <a:pt x="1660515" y="1829450"/>
                </a:lnTo>
                <a:lnTo>
                  <a:pt x="1660934" y="1830407"/>
                </a:lnTo>
                <a:lnTo>
                  <a:pt x="1661352" y="1831360"/>
                </a:lnTo>
                <a:lnTo>
                  <a:pt x="1661771" y="1832317"/>
                </a:lnTo>
                <a:lnTo>
                  <a:pt x="1662202" y="1833259"/>
                </a:lnTo>
                <a:lnTo>
                  <a:pt x="1662621" y="1834217"/>
                </a:lnTo>
                <a:lnTo>
                  <a:pt x="1663052" y="1835169"/>
                </a:lnTo>
                <a:lnTo>
                  <a:pt x="1663471" y="1836118"/>
                </a:lnTo>
                <a:lnTo>
                  <a:pt x="1663889" y="1837075"/>
                </a:lnTo>
                <a:lnTo>
                  <a:pt x="1664321" y="1838023"/>
                </a:lnTo>
                <a:lnTo>
                  <a:pt x="1664739" y="1838975"/>
                </a:lnTo>
                <a:lnTo>
                  <a:pt x="1665158" y="1839922"/>
                </a:lnTo>
                <a:lnTo>
                  <a:pt x="1665589" y="1840870"/>
                </a:lnTo>
                <a:lnTo>
                  <a:pt x="1666008" y="1841817"/>
                </a:lnTo>
                <a:lnTo>
                  <a:pt x="1666439" y="1842766"/>
                </a:lnTo>
                <a:lnTo>
                  <a:pt x="1666845" y="1843713"/>
                </a:lnTo>
                <a:lnTo>
                  <a:pt x="1667276" y="1844660"/>
                </a:lnTo>
                <a:lnTo>
                  <a:pt x="1667695" y="1845608"/>
                </a:lnTo>
                <a:lnTo>
                  <a:pt x="1668126" y="1846555"/>
                </a:lnTo>
                <a:lnTo>
                  <a:pt x="1668544" y="1847493"/>
                </a:lnTo>
                <a:lnTo>
                  <a:pt x="1668963" y="1848441"/>
                </a:lnTo>
                <a:lnTo>
                  <a:pt x="1669394" y="1849388"/>
                </a:lnTo>
                <a:lnTo>
                  <a:pt x="1669813" y="1850325"/>
                </a:lnTo>
                <a:lnTo>
                  <a:pt x="1670231" y="1851269"/>
                </a:lnTo>
                <a:lnTo>
                  <a:pt x="1670663" y="1852216"/>
                </a:lnTo>
                <a:lnTo>
                  <a:pt x="1671081" y="1853153"/>
                </a:lnTo>
                <a:lnTo>
                  <a:pt x="1671512" y="1854095"/>
                </a:lnTo>
                <a:lnTo>
                  <a:pt x="1671931" y="1855034"/>
                </a:lnTo>
                <a:lnTo>
                  <a:pt x="1672350" y="1855971"/>
                </a:lnTo>
                <a:lnTo>
                  <a:pt x="1672768" y="1856913"/>
                </a:lnTo>
                <a:lnTo>
                  <a:pt x="1673200" y="1857852"/>
                </a:lnTo>
                <a:lnTo>
                  <a:pt x="1673618" y="1858794"/>
                </a:lnTo>
                <a:lnTo>
                  <a:pt x="1674049" y="1859722"/>
                </a:lnTo>
                <a:lnTo>
                  <a:pt x="1674468" y="1860664"/>
                </a:lnTo>
                <a:lnTo>
                  <a:pt x="1674887" y="1861602"/>
                </a:lnTo>
                <a:lnTo>
                  <a:pt x="1675305" y="1862535"/>
                </a:lnTo>
                <a:lnTo>
                  <a:pt x="1675736" y="1863467"/>
                </a:lnTo>
                <a:lnTo>
                  <a:pt x="1676168" y="1864404"/>
                </a:lnTo>
                <a:lnTo>
                  <a:pt x="1676586" y="1865337"/>
                </a:lnTo>
                <a:lnTo>
                  <a:pt x="1677005" y="1866270"/>
                </a:lnTo>
                <a:lnTo>
                  <a:pt x="1677423" y="1867203"/>
                </a:lnTo>
                <a:lnTo>
                  <a:pt x="1677855" y="1868135"/>
                </a:lnTo>
                <a:lnTo>
                  <a:pt x="1678273" y="1869068"/>
                </a:lnTo>
                <a:lnTo>
                  <a:pt x="1678704" y="1869995"/>
                </a:lnTo>
                <a:lnTo>
                  <a:pt x="1679123" y="1870929"/>
                </a:lnTo>
                <a:lnTo>
                  <a:pt x="1679542" y="1871856"/>
                </a:lnTo>
                <a:lnTo>
                  <a:pt x="1679973" y="1872784"/>
                </a:lnTo>
                <a:lnTo>
                  <a:pt x="1680391" y="1873712"/>
                </a:lnTo>
                <a:lnTo>
                  <a:pt x="1680810" y="1874644"/>
                </a:lnTo>
                <a:lnTo>
                  <a:pt x="1681241" y="1875567"/>
                </a:lnTo>
                <a:lnTo>
                  <a:pt x="1681660" y="1876489"/>
                </a:lnTo>
                <a:lnTo>
                  <a:pt x="1682091" y="1877422"/>
                </a:lnTo>
                <a:lnTo>
                  <a:pt x="1682497" y="1878344"/>
                </a:lnTo>
                <a:lnTo>
                  <a:pt x="1682928" y="1879273"/>
                </a:lnTo>
                <a:lnTo>
                  <a:pt x="1683347" y="1880196"/>
                </a:lnTo>
                <a:lnTo>
                  <a:pt x="1683778" y="1881118"/>
                </a:lnTo>
                <a:lnTo>
                  <a:pt x="1684197" y="1882036"/>
                </a:lnTo>
                <a:lnTo>
                  <a:pt x="1684615" y="1882964"/>
                </a:lnTo>
                <a:lnTo>
                  <a:pt x="1685047" y="1883886"/>
                </a:lnTo>
                <a:lnTo>
                  <a:pt x="1685465" y="1884804"/>
                </a:lnTo>
                <a:lnTo>
                  <a:pt x="1685884" y="1885727"/>
                </a:lnTo>
                <a:lnTo>
                  <a:pt x="1686315" y="1886645"/>
                </a:lnTo>
                <a:lnTo>
                  <a:pt x="1686734" y="1887567"/>
                </a:lnTo>
                <a:lnTo>
                  <a:pt x="1687165" y="1888485"/>
                </a:lnTo>
                <a:lnTo>
                  <a:pt x="1687583" y="1889403"/>
                </a:lnTo>
                <a:lnTo>
                  <a:pt x="1688002" y="1890316"/>
                </a:lnTo>
                <a:lnTo>
                  <a:pt x="1688421" y="1891233"/>
                </a:lnTo>
                <a:lnTo>
                  <a:pt x="1688852" y="1892151"/>
                </a:lnTo>
                <a:lnTo>
                  <a:pt x="1689270" y="1893069"/>
                </a:lnTo>
                <a:lnTo>
                  <a:pt x="1689702" y="1893982"/>
                </a:lnTo>
                <a:lnTo>
                  <a:pt x="1690120" y="1894895"/>
                </a:lnTo>
                <a:lnTo>
                  <a:pt x="1690539" y="1895812"/>
                </a:lnTo>
                <a:lnTo>
                  <a:pt x="1690957" y="1896720"/>
                </a:lnTo>
                <a:lnTo>
                  <a:pt x="1691389" y="1897633"/>
                </a:lnTo>
                <a:lnTo>
                  <a:pt x="1691807" y="1898546"/>
                </a:lnTo>
                <a:lnTo>
                  <a:pt x="1692239" y="1899454"/>
                </a:lnTo>
                <a:lnTo>
                  <a:pt x="1692657" y="1900372"/>
                </a:lnTo>
                <a:lnTo>
                  <a:pt x="1693076" y="1901280"/>
                </a:lnTo>
                <a:lnTo>
                  <a:pt x="1693494" y="1902188"/>
                </a:lnTo>
                <a:lnTo>
                  <a:pt x="1693926" y="1903096"/>
                </a:lnTo>
                <a:lnTo>
                  <a:pt x="1694344" y="1903998"/>
                </a:lnTo>
                <a:lnTo>
                  <a:pt x="1694775" y="1904906"/>
                </a:lnTo>
                <a:lnTo>
                  <a:pt x="1695194" y="1905818"/>
                </a:lnTo>
                <a:lnTo>
                  <a:pt x="1695625" y="1906726"/>
                </a:lnTo>
                <a:lnTo>
                  <a:pt x="1696031" y="1907629"/>
                </a:lnTo>
                <a:lnTo>
                  <a:pt x="1696462" y="1908537"/>
                </a:lnTo>
                <a:lnTo>
                  <a:pt x="1696881" y="1909441"/>
                </a:lnTo>
                <a:lnTo>
                  <a:pt x="1697312" y="1910338"/>
                </a:lnTo>
                <a:lnTo>
                  <a:pt x="1697731" y="1911241"/>
                </a:lnTo>
                <a:lnTo>
                  <a:pt x="1698149" y="1912144"/>
                </a:lnTo>
                <a:lnTo>
                  <a:pt x="1698581" y="1913052"/>
                </a:lnTo>
                <a:lnTo>
                  <a:pt x="1698999" y="1913945"/>
                </a:lnTo>
                <a:lnTo>
                  <a:pt x="1699418" y="1914847"/>
                </a:lnTo>
                <a:lnTo>
                  <a:pt x="1699849" y="1915745"/>
                </a:lnTo>
                <a:lnTo>
                  <a:pt x="1700268" y="1916648"/>
                </a:lnTo>
                <a:lnTo>
                  <a:pt x="1700699" y="1917542"/>
                </a:lnTo>
                <a:lnTo>
                  <a:pt x="1701105" y="1918445"/>
                </a:lnTo>
                <a:lnTo>
                  <a:pt x="1701536" y="1919337"/>
                </a:lnTo>
                <a:lnTo>
                  <a:pt x="1701955" y="1920240"/>
                </a:lnTo>
                <a:lnTo>
                  <a:pt x="1702386" y="1921133"/>
                </a:lnTo>
                <a:lnTo>
                  <a:pt x="1702805" y="1922026"/>
                </a:lnTo>
                <a:lnTo>
                  <a:pt x="1703223" y="1922919"/>
                </a:lnTo>
                <a:lnTo>
                  <a:pt x="1703654" y="1923812"/>
                </a:lnTo>
                <a:lnTo>
                  <a:pt x="1704073" y="1924710"/>
                </a:lnTo>
                <a:lnTo>
                  <a:pt x="1704492" y="1925602"/>
                </a:lnTo>
                <a:lnTo>
                  <a:pt x="1704923" y="1926496"/>
                </a:lnTo>
                <a:lnTo>
                  <a:pt x="1705341" y="1927389"/>
                </a:lnTo>
                <a:lnTo>
                  <a:pt x="1705773" y="1928277"/>
                </a:lnTo>
                <a:lnTo>
                  <a:pt x="1706191" y="1929169"/>
                </a:lnTo>
                <a:lnTo>
                  <a:pt x="1706610" y="1930053"/>
                </a:lnTo>
                <a:lnTo>
                  <a:pt x="1707028" y="1930941"/>
                </a:lnTo>
                <a:lnTo>
                  <a:pt x="1707460" y="1931833"/>
                </a:lnTo>
                <a:lnTo>
                  <a:pt x="1707878" y="1932722"/>
                </a:lnTo>
                <a:lnTo>
                  <a:pt x="1708310" y="1933610"/>
                </a:lnTo>
                <a:lnTo>
                  <a:pt x="1708728" y="1934493"/>
                </a:lnTo>
                <a:lnTo>
                  <a:pt x="1709147" y="1935381"/>
                </a:lnTo>
                <a:lnTo>
                  <a:pt x="1709565" y="1936263"/>
                </a:lnTo>
                <a:lnTo>
                  <a:pt x="1709997" y="1937142"/>
                </a:lnTo>
                <a:lnTo>
                  <a:pt x="1710415" y="1938030"/>
                </a:lnTo>
                <a:lnTo>
                  <a:pt x="1710846" y="1938918"/>
                </a:lnTo>
                <a:lnTo>
                  <a:pt x="1711265" y="1939796"/>
                </a:lnTo>
                <a:lnTo>
                  <a:pt x="1711684" y="1940674"/>
                </a:lnTo>
                <a:lnTo>
                  <a:pt x="1712115" y="1941557"/>
                </a:lnTo>
                <a:lnTo>
                  <a:pt x="1712533" y="1942441"/>
                </a:lnTo>
                <a:lnTo>
                  <a:pt x="1712952" y="1943318"/>
                </a:lnTo>
                <a:lnTo>
                  <a:pt x="1713383" y="1944197"/>
                </a:lnTo>
                <a:lnTo>
                  <a:pt x="1713802" y="1945074"/>
                </a:lnTo>
                <a:lnTo>
                  <a:pt x="1714233" y="1945953"/>
                </a:lnTo>
                <a:lnTo>
                  <a:pt x="1714652" y="1946830"/>
                </a:lnTo>
                <a:lnTo>
                  <a:pt x="1715070" y="1947699"/>
                </a:lnTo>
                <a:lnTo>
                  <a:pt x="1715501" y="1948582"/>
                </a:lnTo>
                <a:lnTo>
                  <a:pt x="1715920" y="1949460"/>
                </a:lnTo>
                <a:lnTo>
                  <a:pt x="1716351" y="1950328"/>
                </a:lnTo>
                <a:lnTo>
                  <a:pt x="1716757" y="1951202"/>
                </a:lnTo>
                <a:lnTo>
                  <a:pt x="1717188" y="1952079"/>
                </a:lnTo>
                <a:lnTo>
                  <a:pt x="1717607" y="1952948"/>
                </a:lnTo>
                <a:lnTo>
                  <a:pt x="1718038" y="1953821"/>
                </a:lnTo>
                <a:lnTo>
                  <a:pt x="1718457" y="1954688"/>
                </a:lnTo>
                <a:lnTo>
                  <a:pt x="1718875" y="1955562"/>
                </a:lnTo>
                <a:lnTo>
                  <a:pt x="1719307" y="1956431"/>
                </a:lnTo>
                <a:lnTo>
                  <a:pt x="1719725" y="1957294"/>
                </a:lnTo>
                <a:lnTo>
                  <a:pt x="1720144" y="1958166"/>
                </a:lnTo>
                <a:lnTo>
                  <a:pt x="1720575" y="1959030"/>
                </a:lnTo>
                <a:lnTo>
                  <a:pt x="1720994" y="1959903"/>
                </a:lnTo>
                <a:lnTo>
                  <a:pt x="1721425" y="1960767"/>
                </a:lnTo>
                <a:lnTo>
                  <a:pt x="1721844" y="1961634"/>
                </a:lnTo>
                <a:lnTo>
                  <a:pt x="1722262" y="1962497"/>
                </a:lnTo>
                <a:lnTo>
                  <a:pt x="1722681" y="1963361"/>
                </a:lnTo>
                <a:lnTo>
                  <a:pt x="1723112" y="1964224"/>
                </a:lnTo>
                <a:lnTo>
                  <a:pt x="1723531" y="1965087"/>
                </a:lnTo>
                <a:lnTo>
                  <a:pt x="1723962" y="1965950"/>
                </a:lnTo>
                <a:lnTo>
                  <a:pt x="1724380" y="1966808"/>
                </a:lnTo>
                <a:lnTo>
                  <a:pt x="1724799" y="1967671"/>
                </a:lnTo>
                <a:lnTo>
                  <a:pt x="1725218" y="1968535"/>
                </a:lnTo>
                <a:lnTo>
                  <a:pt x="1725649" y="1969388"/>
                </a:lnTo>
                <a:lnTo>
                  <a:pt x="1726067" y="1970251"/>
                </a:lnTo>
                <a:lnTo>
                  <a:pt x="1726499" y="1971105"/>
                </a:lnTo>
                <a:lnTo>
                  <a:pt x="1726917" y="1971963"/>
                </a:lnTo>
                <a:lnTo>
                  <a:pt x="1727336" y="1972816"/>
                </a:lnTo>
                <a:lnTo>
                  <a:pt x="1727767" y="1973674"/>
                </a:lnTo>
                <a:lnTo>
                  <a:pt x="1728186" y="1974528"/>
                </a:lnTo>
                <a:lnTo>
                  <a:pt x="1728604" y="1975386"/>
                </a:lnTo>
                <a:lnTo>
                  <a:pt x="1729036" y="1976239"/>
                </a:lnTo>
                <a:lnTo>
                  <a:pt x="1729454" y="1977087"/>
                </a:lnTo>
                <a:lnTo>
                  <a:pt x="1729885" y="1977946"/>
                </a:lnTo>
                <a:lnTo>
                  <a:pt x="1730291" y="1978789"/>
                </a:lnTo>
                <a:lnTo>
                  <a:pt x="1730723" y="1979647"/>
                </a:lnTo>
                <a:lnTo>
                  <a:pt x="1731141" y="1980495"/>
                </a:lnTo>
                <a:lnTo>
                  <a:pt x="1731572" y="1981344"/>
                </a:lnTo>
                <a:lnTo>
                  <a:pt x="1731991" y="1982193"/>
                </a:lnTo>
                <a:lnTo>
                  <a:pt x="1732410" y="1983041"/>
                </a:lnTo>
                <a:lnTo>
                  <a:pt x="1732841" y="1983889"/>
                </a:lnTo>
                <a:lnTo>
                  <a:pt x="1733259" y="1984732"/>
                </a:lnTo>
                <a:lnTo>
                  <a:pt x="1733678" y="1985580"/>
                </a:lnTo>
                <a:lnTo>
                  <a:pt x="1734109" y="1986430"/>
                </a:lnTo>
                <a:lnTo>
                  <a:pt x="1734528" y="1987273"/>
                </a:lnTo>
                <a:lnTo>
                  <a:pt x="1734959" y="1988121"/>
                </a:lnTo>
                <a:lnTo>
                  <a:pt x="1735365" y="1988959"/>
                </a:lnTo>
                <a:lnTo>
                  <a:pt x="1735796" y="1989798"/>
                </a:lnTo>
                <a:lnTo>
                  <a:pt x="1736215" y="1990646"/>
                </a:lnTo>
                <a:lnTo>
                  <a:pt x="1736646" y="1991489"/>
                </a:lnTo>
                <a:lnTo>
                  <a:pt x="1737065" y="1992327"/>
                </a:lnTo>
                <a:lnTo>
                  <a:pt x="1737483" y="1993166"/>
                </a:lnTo>
                <a:lnTo>
                  <a:pt x="1737915" y="1993999"/>
                </a:lnTo>
                <a:lnTo>
                  <a:pt x="1738333" y="1994842"/>
                </a:lnTo>
                <a:lnTo>
                  <a:pt x="1738752" y="1995682"/>
                </a:lnTo>
                <a:lnTo>
                  <a:pt x="1739183" y="1996514"/>
                </a:lnTo>
                <a:lnTo>
                  <a:pt x="1739602" y="1997352"/>
                </a:lnTo>
                <a:lnTo>
                  <a:pt x="1740033" y="1998187"/>
                </a:lnTo>
                <a:lnTo>
                  <a:pt x="1740451" y="1999019"/>
                </a:lnTo>
                <a:lnTo>
                  <a:pt x="1740870" y="1999859"/>
                </a:lnTo>
                <a:lnTo>
                  <a:pt x="1741289" y="2000692"/>
                </a:lnTo>
                <a:lnTo>
                  <a:pt x="1741720" y="2001526"/>
                </a:lnTo>
                <a:lnTo>
                  <a:pt x="1742138" y="2002359"/>
                </a:lnTo>
                <a:lnTo>
                  <a:pt x="1742570" y="2003183"/>
                </a:lnTo>
                <a:lnTo>
                  <a:pt x="1742988" y="2004015"/>
                </a:lnTo>
                <a:lnTo>
                  <a:pt x="1743407" y="2004848"/>
                </a:lnTo>
                <a:lnTo>
                  <a:pt x="1743825" y="2005672"/>
                </a:lnTo>
                <a:lnTo>
                  <a:pt x="1744257" y="2006506"/>
                </a:lnTo>
                <a:lnTo>
                  <a:pt x="1744675" y="2007329"/>
                </a:lnTo>
                <a:lnTo>
                  <a:pt x="1745107" y="2008158"/>
                </a:lnTo>
                <a:lnTo>
                  <a:pt x="1745525" y="2008981"/>
                </a:lnTo>
                <a:lnTo>
                  <a:pt x="1745944" y="2009805"/>
                </a:lnTo>
                <a:lnTo>
                  <a:pt x="1746375" y="2010629"/>
                </a:lnTo>
                <a:lnTo>
                  <a:pt x="1746794" y="2011457"/>
                </a:lnTo>
                <a:lnTo>
                  <a:pt x="1747212" y="2012281"/>
                </a:lnTo>
                <a:lnTo>
                  <a:pt x="1747643" y="2013103"/>
                </a:lnTo>
                <a:lnTo>
                  <a:pt x="1748062" y="2013922"/>
                </a:lnTo>
                <a:lnTo>
                  <a:pt x="1748493" y="2014746"/>
                </a:lnTo>
                <a:lnTo>
                  <a:pt x="1748899" y="2015565"/>
                </a:lnTo>
                <a:lnTo>
                  <a:pt x="1749330" y="2016383"/>
                </a:lnTo>
                <a:lnTo>
                  <a:pt x="1749749" y="2017207"/>
                </a:lnTo>
                <a:lnTo>
                  <a:pt x="1750180" y="2018026"/>
                </a:lnTo>
                <a:lnTo>
                  <a:pt x="1750599" y="2018843"/>
                </a:lnTo>
                <a:lnTo>
                  <a:pt x="1751017" y="2019657"/>
                </a:lnTo>
                <a:lnTo>
                  <a:pt x="1751449" y="2020471"/>
                </a:lnTo>
                <a:lnTo>
                  <a:pt x="1751867" y="2021285"/>
                </a:lnTo>
                <a:lnTo>
                  <a:pt x="1752298" y="2022104"/>
                </a:lnTo>
                <a:lnTo>
                  <a:pt x="1752717" y="2022912"/>
                </a:lnTo>
                <a:lnTo>
                  <a:pt x="1753136" y="2023730"/>
                </a:lnTo>
                <a:lnTo>
                  <a:pt x="1753567" y="2024539"/>
                </a:lnTo>
                <a:lnTo>
                  <a:pt x="1753986" y="2025352"/>
                </a:lnTo>
                <a:lnTo>
                  <a:pt x="1754404" y="2026161"/>
                </a:lnTo>
                <a:lnTo>
                  <a:pt x="1754835" y="2026970"/>
                </a:lnTo>
                <a:lnTo>
                  <a:pt x="1755254" y="2027779"/>
                </a:lnTo>
                <a:lnTo>
                  <a:pt x="1755685" y="2028592"/>
                </a:lnTo>
                <a:lnTo>
                  <a:pt x="1756104" y="2029401"/>
                </a:lnTo>
                <a:lnTo>
                  <a:pt x="1756522" y="2030209"/>
                </a:lnTo>
                <a:lnTo>
                  <a:pt x="1756941" y="2031013"/>
                </a:lnTo>
                <a:lnTo>
                  <a:pt x="1757372" y="2031821"/>
                </a:lnTo>
                <a:lnTo>
                  <a:pt x="1757791" y="2032625"/>
                </a:lnTo>
                <a:lnTo>
                  <a:pt x="1758222" y="2033424"/>
                </a:lnTo>
                <a:lnTo>
                  <a:pt x="1758641" y="2034228"/>
                </a:lnTo>
                <a:lnTo>
                  <a:pt x="1759059" y="2035032"/>
                </a:lnTo>
                <a:lnTo>
                  <a:pt x="1759478" y="2035830"/>
                </a:lnTo>
                <a:lnTo>
                  <a:pt x="1759909" y="2036634"/>
                </a:lnTo>
                <a:lnTo>
                  <a:pt x="1760328" y="2037437"/>
                </a:lnTo>
                <a:lnTo>
                  <a:pt x="1760759" y="2038236"/>
                </a:lnTo>
                <a:lnTo>
                  <a:pt x="1761177" y="2039029"/>
                </a:lnTo>
                <a:lnTo>
                  <a:pt x="1761596" y="2039833"/>
                </a:lnTo>
                <a:lnTo>
                  <a:pt x="1762027" y="2040627"/>
                </a:lnTo>
                <a:lnTo>
                  <a:pt x="1762446" y="2041421"/>
                </a:lnTo>
                <a:lnTo>
                  <a:pt x="1762864" y="2042225"/>
                </a:lnTo>
                <a:lnTo>
                  <a:pt x="1763296" y="2043018"/>
                </a:lnTo>
                <a:lnTo>
                  <a:pt x="1763714" y="2043812"/>
                </a:lnTo>
                <a:lnTo>
                  <a:pt x="1764146" y="2044610"/>
                </a:lnTo>
                <a:lnTo>
                  <a:pt x="1764551" y="2045395"/>
                </a:lnTo>
                <a:lnTo>
                  <a:pt x="1764983" y="2046188"/>
                </a:lnTo>
                <a:lnTo>
                  <a:pt x="1765401" y="2046982"/>
                </a:lnTo>
                <a:lnTo>
                  <a:pt x="1765833" y="2047770"/>
                </a:lnTo>
                <a:lnTo>
                  <a:pt x="1766251" y="2048565"/>
                </a:lnTo>
                <a:lnTo>
                  <a:pt x="1766670" y="2049353"/>
                </a:lnTo>
                <a:lnTo>
                  <a:pt x="1767101" y="2050137"/>
                </a:lnTo>
                <a:lnTo>
                  <a:pt x="1767520" y="2050926"/>
                </a:lnTo>
                <a:lnTo>
                  <a:pt x="1767938" y="2051715"/>
                </a:lnTo>
                <a:lnTo>
                  <a:pt x="1768369" y="2052499"/>
                </a:lnTo>
                <a:lnTo>
                  <a:pt x="1768788" y="2053288"/>
                </a:lnTo>
                <a:lnTo>
                  <a:pt x="1769219" y="2054066"/>
                </a:lnTo>
                <a:lnTo>
                  <a:pt x="1769625" y="2054850"/>
                </a:lnTo>
                <a:lnTo>
                  <a:pt x="1770056" y="2055639"/>
                </a:lnTo>
                <a:lnTo>
                  <a:pt x="1770475" y="2056418"/>
                </a:lnTo>
                <a:lnTo>
                  <a:pt x="1770906" y="2057196"/>
                </a:lnTo>
                <a:lnTo>
                  <a:pt x="1771325" y="2057976"/>
                </a:lnTo>
                <a:lnTo>
                  <a:pt x="1771743" y="2058764"/>
                </a:lnTo>
                <a:lnTo>
                  <a:pt x="1772162" y="2059544"/>
                </a:lnTo>
                <a:lnTo>
                  <a:pt x="1772593" y="2060312"/>
                </a:lnTo>
                <a:lnTo>
                  <a:pt x="1773012" y="2061091"/>
                </a:lnTo>
                <a:lnTo>
                  <a:pt x="1773443" y="2061875"/>
                </a:lnTo>
                <a:lnTo>
                  <a:pt x="1773862" y="2062654"/>
                </a:lnTo>
                <a:lnTo>
                  <a:pt x="1774293" y="2063422"/>
                </a:lnTo>
                <a:lnTo>
                  <a:pt x="1774712" y="2064196"/>
                </a:lnTo>
                <a:lnTo>
                  <a:pt x="1775130" y="2064976"/>
                </a:lnTo>
                <a:lnTo>
                  <a:pt x="1775549" y="2065744"/>
                </a:lnTo>
                <a:lnTo>
                  <a:pt x="1775980" y="2066518"/>
                </a:lnTo>
                <a:lnTo>
                  <a:pt x="1776399" y="2067288"/>
                </a:lnTo>
                <a:lnTo>
                  <a:pt x="1776830" y="2068061"/>
                </a:lnTo>
                <a:lnTo>
                  <a:pt x="1777236" y="2068830"/>
                </a:lnTo>
                <a:lnTo>
                  <a:pt x="1777667" y="2069594"/>
                </a:lnTo>
                <a:lnTo>
                  <a:pt x="1778086" y="2070367"/>
                </a:lnTo>
                <a:lnTo>
                  <a:pt x="1778517" y="2071132"/>
                </a:lnTo>
                <a:lnTo>
                  <a:pt x="1778935" y="2071901"/>
                </a:lnTo>
                <a:lnTo>
                  <a:pt x="1779354" y="2072665"/>
                </a:lnTo>
                <a:lnTo>
                  <a:pt x="1779785" y="2073429"/>
                </a:lnTo>
                <a:lnTo>
                  <a:pt x="1780204" y="2074192"/>
                </a:lnTo>
                <a:lnTo>
                  <a:pt x="1780622" y="2074957"/>
                </a:lnTo>
                <a:lnTo>
                  <a:pt x="1781054" y="2075721"/>
                </a:lnTo>
                <a:lnTo>
                  <a:pt x="1781472" y="2076485"/>
                </a:lnTo>
                <a:lnTo>
                  <a:pt x="1781904" y="2077249"/>
                </a:lnTo>
                <a:lnTo>
                  <a:pt x="1782322" y="2078008"/>
                </a:lnTo>
                <a:lnTo>
                  <a:pt x="1782741" y="2078771"/>
                </a:lnTo>
                <a:lnTo>
                  <a:pt x="1783159" y="2079525"/>
                </a:lnTo>
                <a:lnTo>
                  <a:pt x="1783591" y="2080279"/>
                </a:lnTo>
                <a:lnTo>
                  <a:pt x="1784009" y="2081039"/>
                </a:lnTo>
                <a:lnTo>
                  <a:pt x="1784440" y="2081793"/>
                </a:lnTo>
                <a:lnTo>
                  <a:pt x="1784859" y="2082552"/>
                </a:lnTo>
                <a:lnTo>
                  <a:pt x="1785278" y="2083306"/>
                </a:lnTo>
                <a:lnTo>
                  <a:pt x="1785696" y="2084065"/>
                </a:lnTo>
                <a:lnTo>
                  <a:pt x="1786127" y="2084819"/>
                </a:lnTo>
                <a:lnTo>
                  <a:pt x="1786546" y="2085568"/>
                </a:lnTo>
                <a:lnTo>
                  <a:pt x="1786977" y="2086317"/>
                </a:lnTo>
                <a:lnTo>
                  <a:pt x="1787396" y="2087071"/>
                </a:lnTo>
                <a:lnTo>
                  <a:pt x="1787814" y="2087821"/>
                </a:lnTo>
                <a:lnTo>
                  <a:pt x="1788246" y="2088570"/>
                </a:lnTo>
                <a:lnTo>
                  <a:pt x="1788664" y="2089319"/>
                </a:lnTo>
                <a:lnTo>
                  <a:pt x="1789083" y="2090068"/>
                </a:lnTo>
                <a:lnTo>
                  <a:pt x="1789514" y="2090817"/>
                </a:lnTo>
                <a:lnTo>
                  <a:pt x="1789933" y="2091566"/>
                </a:lnTo>
                <a:lnTo>
                  <a:pt x="1790364" y="2092305"/>
                </a:lnTo>
                <a:lnTo>
                  <a:pt x="1790770" y="2093055"/>
                </a:lnTo>
                <a:lnTo>
                  <a:pt x="1791201" y="2093794"/>
                </a:lnTo>
                <a:lnTo>
                  <a:pt x="1791632" y="2094538"/>
                </a:lnTo>
                <a:lnTo>
                  <a:pt x="1792051" y="2095276"/>
                </a:lnTo>
                <a:lnTo>
                  <a:pt x="1792482" y="2096027"/>
                </a:lnTo>
                <a:lnTo>
                  <a:pt x="1792888" y="2096765"/>
                </a:lnTo>
                <a:lnTo>
                  <a:pt x="1793319" y="2097499"/>
                </a:lnTo>
                <a:lnTo>
                  <a:pt x="1793738" y="2098243"/>
                </a:lnTo>
                <a:lnTo>
                  <a:pt x="1794169" y="2098983"/>
                </a:lnTo>
                <a:lnTo>
                  <a:pt x="1794588" y="2099717"/>
                </a:lnTo>
                <a:lnTo>
                  <a:pt x="1795006" y="2100455"/>
                </a:lnTo>
                <a:lnTo>
                  <a:pt x="1795438" y="2101190"/>
                </a:lnTo>
                <a:lnTo>
                  <a:pt x="1795856" y="2101924"/>
                </a:lnTo>
                <a:lnTo>
                  <a:pt x="1796275" y="2102664"/>
                </a:lnTo>
                <a:lnTo>
                  <a:pt x="1796706" y="2103398"/>
                </a:lnTo>
                <a:lnTo>
                  <a:pt x="1797125" y="2104123"/>
                </a:lnTo>
                <a:lnTo>
                  <a:pt x="1797556" y="2104856"/>
                </a:lnTo>
                <a:lnTo>
                  <a:pt x="1797962" y="2105590"/>
                </a:lnTo>
                <a:lnTo>
                  <a:pt x="1798393" y="2106325"/>
                </a:lnTo>
                <a:lnTo>
                  <a:pt x="1798812" y="2107049"/>
                </a:lnTo>
                <a:lnTo>
                  <a:pt x="1799243" y="2107773"/>
                </a:lnTo>
                <a:lnTo>
                  <a:pt x="1799661" y="2108507"/>
                </a:lnTo>
                <a:lnTo>
                  <a:pt x="1800080" y="2109232"/>
                </a:lnTo>
                <a:lnTo>
                  <a:pt x="1800511" y="2109962"/>
                </a:lnTo>
                <a:lnTo>
                  <a:pt x="1800930" y="2110685"/>
                </a:lnTo>
                <a:lnTo>
                  <a:pt x="1801349" y="2111410"/>
                </a:lnTo>
                <a:lnTo>
                  <a:pt x="1801780" y="2112129"/>
                </a:lnTo>
                <a:lnTo>
                  <a:pt x="1802198" y="2112853"/>
                </a:lnTo>
                <a:lnTo>
                  <a:pt x="1802630" y="2113583"/>
                </a:lnTo>
                <a:lnTo>
                  <a:pt x="1803048" y="2114297"/>
                </a:lnTo>
                <a:lnTo>
                  <a:pt x="1803467" y="2115016"/>
                </a:lnTo>
                <a:lnTo>
                  <a:pt x="1803885" y="2115741"/>
                </a:lnTo>
                <a:lnTo>
                  <a:pt x="1804317" y="2116459"/>
                </a:lnTo>
                <a:lnTo>
                  <a:pt x="1804735" y="2117179"/>
                </a:lnTo>
                <a:lnTo>
                  <a:pt x="1805166" y="2117899"/>
                </a:lnTo>
                <a:lnTo>
                  <a:pt x="1805585" y="2118608"/>
                </a:lnTo>
                <a:lnTo>
                  <a:pt x="1806004" y="2119323"/>
                </a:lnTo>
                <a:lnTo>
                  <a:pt x="1806422" y="2120042"/>
                </a:lnTo>
                <a:lnTo>
                  <a:pt x="1806853" y="2120751"/>
                </a:lnTo>
                <a:lnTo>
                  <a:pt x="1807272" y="2121471"/>
                </a:lnTo>
                <a:lnTo>
                  <a:pt x="1807703" y="2122180"/>
                </a:lnTo>
                <a:lnTo>
                  <a:pt x="1808122" y="2122895"/>
                </a:lnTo>
                <a:lnTo>
                  <a:pt x="1808540" y="2123603"/>
                </a:lnTo>
                <a:lnTo>
                  <a:pt x="1808972" y="2124313"/>
                </a:lnTo>
                <a:lnTo>
                  <a:pt x="1809390" y="2125022"/>
                </a:lnTo>
                <a:lnTo>
                  <a:pt x="1809809" y="2125727"/>
                </a:lnTo>
                <a:lnTo>
                  <a:pt x="1810240" y="2126436"/>
                </a:lnTo>
                <a:lnTo>
                  <a:pt x="1810659" y="2127141"/>
                </a:lnTo>
                <a:lnTo>
                  <a:pt x="1811090" y="2127850"/>
                </a:lnTo>
                <a:lnTo>
                  <a:pt x="1811496" y="2128555"/>
                </a:lnTo>
                <a:lnTo>
                  <a:pt x="1811927" y="2129254"/>
                </a:lnTo>
                <a:lnTo>
                  <a:pt x="1812346" y="2129959"/>
                </a:lnTo>
                <a:lnTo>
                  <a:pt x="1812777" y="2130663"/>
                </a:lnTo>
                <a:lnTo>
                  <a:pt x="1813196" y="2131362"/>
                </a:lnTo>
                <a:lnTo>
                  <a:pt x="1813614" y="2132067"/>
                </a:lnTo>
                <a:lnTo>
                  <a:pt x="1814045" y="2132761"/>
                </a:lnTo>
                <a:lnTo>
                  <a:pt x="1814464" y="2133466"/>
                </a:lnTo>
                <a:lnTo>
                  <a:pt x="1814883" y="2134161"/>
                </a:lnTo>
                <a:lnTo>
                  <a:pt x="1815314" y="2134860"/>
                </a:lnTo>
                <a:lnTo>
                  <a:pt x="1815732" y="2135560"/>
                </a:lnTo>
                <a:lnTo>
                  <a:pt x="1816164" y="2136254"/>
                </a:lnTo>
                <a:lnTo>
                  <a:pt x="1816582" y="2136948"/>
                </a:lnTo>
                <a:lnTo>
                  <a:pt x="1817001" y="2137643"/>
                </a:lnTo>
                <a:lnTo>
                  <a:pt x="1817419" y="2138338"/>
                </a:lnTo>
                <a:lnTo>
                  <a:pt x="1817851" y="2139027"/>
                </a:lnTo>
                <a:lnTo>
                  <a:pt x="1818269" y="2139722"/>
                </a:lnTo>
                <a:lnTo>
                  <a:pt x="1818701" y="2140407"/>
                </a:lnTo>
                <a:lnTo>
                  <a:pt x="1819119" y="2141096"/>
                </a:lnTo>
                <a:lnTo>
                  <a:pt x="1819538" y="2141791"/>
                </a:lnTo>
                <a:lnTo>
                  <a:pt x="1819956" y="2142480"/>
                </a:lnTo>
                <a:lnTo>
                  <a:pt x="1820388" y="2143165"/>
                </a:lnTo>
                <a:lnTo>
                  <a:pt x="1820806" y="2143854"/>
                </a:lnTo>
                <a:lnTo>
                  <a:pt x="1821237" y="2144535"/>
                </a:lnTo>
                <a:lnTo>
                  <a:pt x="1821656" y="2145219"/>
                </a:lnTo>
                <a:lnTo>
                  <a:pt x="1822075" y="2145908"/>
                </a:lnTo>
                <a:lnTo>
                  <a:pt x="1822506" y="2146588"/>
                </a:lnTo>
                <a:lnTo>
                  <a:pt x="1822924" y="2147267"/>
                </a:lnTo>
                <a:lnTo>
                  <a:pt x="1823343" y="2147947"/>
                </a:lnTo>
                <a:lnTo>
                  <a:pt x="1823774" y="2148637"/>
                </a:lnTo>
                <a:lnTo>
                  <a:pt x="1824193" y="2149316"/>
                </a:lnTo>
                <a:lnTo>
                  <a:pt x="1824624" y="2149986"/>
                </a:lnTo>
                <a:lnTo>
                  <a:pt x="1825030" y="2150666"/>
                </a:lnTo>
                <a:lnTo>
                  <a:pt x="1825461" y="2151345"/>
                </a:lnTo>
                <a:lnTo>
                  <a:pt x="1825880" y="2152020"/>
                </a:lnTo>
                <a:lnTo>
                  <a:pt x="1826311" y="2152699"/>
                </a:lnTo>
                <a:lnTo>
                  <a:pt x="1826730" y="2153369"/>
                </a:lnTo>
                <a:lnTo>
                  <a:pt x="1827148" y="2154045"/>
                </a:lnTo>
                <a:lnTo>
                  <a:pt x="1827580" y="2154714"/>
                </a:lnTo>
                <a:lnTo>
                  <a:pt x="1827998" y="2155389"/>
                </a:lnTo>
                <a:lnTo>
                  <a:pt x="1828429" y="2156058"/>
                </a:lnTo>
                <a:lnTo>
                  <a:pt x="1828848" y="2156733"/>
                </a:lnTo>
                <a:lnTo>
                  <a:pt x="1829267" y="2157403"/>
                </a:lnTo>
                <a:lnTo>
                  <a:pt x="1829698" y="2158068"/>
                </a:lnTo>
                <a:lnTo>
                  <a:pt x="1830116" y="2158742"/>
                </a:lnTo>
                <a:lnTo>
                  <a:pt x="1830535" y="2159407"/>
                </a:lnTo>
                <a:lnTo>
                  <a:pt x="1830966" y="2160072"/>
                </a:lnTo>
                <a:lnTo>
                  <a:pt x="1831385" y="2160737"/>
                </a:lnTo>
                <a:lnTo>
                  <a:pt x="1831816" y="2161401"/>
                </a:lnTo>
                <a:lnTo>
                  <a:pt x="1832222" y="2162066"/>
                </a:lnTo>
                <a:lnTo>
                  <a:pt x="1832653" y="2162731"/>
                </a:lnTo>
                <a:lnTo>
                  <a:pt x="1833072" y="2163386"/>
                </a:lnTo>
                <a:lnTo>
                  <a:pt x="1833503" y="2164051"/>
                </a:lnTo>
                <a:lnTo>
                  <a:pt x="1833922" y="2164706"/>
                </a:lnTo>
                <a:lnTo>
                  <a:pt x="1834353" y="2165369"/>
                </a:lnTo>
                <a:lnTo>
                  <a:pt x="1834772" y="2166029"/>
                </a:lnTo>
                <a:lnTo>
                  <a:pt x="1835190" y="2166684"/>
                </a:lnTo>
                <a:lnTo>
                  <a:pt x="1835609" y="2167344"/>
                </a:lnTo>
                <a:lnTo>
                  <a:pt x="1836040" y="2167999"/>
                </a:lnTo>
                <a:lnTo>
                  <a:pt x="1836459" y="2168659"/>
                </a:lnTo>
                <a:lnTo>
                  <a:pt x="1836890" y="2169304"/>
                </a:lnTo>
                <a:lnTo>
                  <a:pt x="1837308" y="2169964"/>
                </a:lnTo>
                <a:lnTo>
                  <a:pt x="1837727" y="2170613"/>
                </a:lnTo>
                <a:lnTo>
                  <a:pt x="1838146" y="2171263"/>
                </a:lnTo>
                <a:lnTo>
                  <a:pt x="1838577" y="2171913"/>
                </a:lnTo>
                <a:lnTo>
                  <a:pt x="1838995" y="2172568"/>
                </a:lnTo>
                <a:lnTo>
                  <a:pt x="1839427" y="2173209"/>
                </a:lnTo>
                <a:lnTo>
                  <a:pt x="1839845" y="2173858"/>
                </a:lnTo>
                <a:lnTo>
                  <a:pt x="1840264" y="2174508"/>
                </a:lnTo>
                <a:lnTo>
                  <a:pt x="1840682" y="2175158"/>
                </a:lnTo>
                <a:lnTo>
                  <a:pt x="1841114" y="2175798"/>
                </a:lnTo>
                <a:lnTo>
                  <a:pt x="1841532" y="2176442"/>
                </a:lnTo>
                <a:lnTo>
                  <a:pt x="1841963" y="2177092"/>
                </a:lnTo>
                <a:lnTo>
                  <a:pt x="1842382" y="2177733"/>
                </a:lnTo>
                <a:lnTo>
                  <a:pt x="1842801" y="2178372"/>
                </a:lnTo>
                <a:lnTo>
                  <a:pt x="1843232" y="2179017"/>
                </a:lnTo>
                <a:lnTo>
                  <a:pt x="1843650" y="2179658"/>
                </a:lnTo>
                <a:lnTo>
                  <a:pt x="1844069" y="2180293"/>
                </a:lnTo>
                <a:lnTo>
                  <a:pt x="1844500" y="2180932"/>
                </a:lnTo>
                <a:lnTo>
                  <a:pt x="1844919" y="2181568"/>
                </a:lnTo>
                <a:lnTo>
                  <a:pt x="1845350" y="2182208"/>
                </a:lnTo>
                <a:lnTo>
                  <a:pt x="1845756" y="2182842"/>
                </a:lnTo>
                <a:lnTo>
                  <a:pt x="1846187" y="2183478"/>
                </a:lnTo>
                <a:lnTo>
                  <a:pt x="1846606" y="2184112"/>
                </a:lnTo>
                <a:lnTo>
                  <a:pt x="1847037" y="2184742"/>
                </a:lnTo>
                <a:lnTo>
                  <a:pt x="1847456" y="2185378"/>
                </a:lnTo>
                <a:lnTo>
                  <a:pt x="1847874" y="2186002"/>
                </a:lnTo>
                <a:lnTo>
                  <a:pt x="1848306" y="2186638"/>
                </a:lnTo>
                <a:lnTo>
                  <a:pt x="1848724" y="2187267"/>
                </a:lnTo>
                <a:lnTo>
                  <a:pt x="1849143" y="2187898"/>
                </a:lnTo>
                <a:lnTo>
                  <a:pt x="1849574" y="2188527"/>
                </a:lnTo>
                <a:lnTo>
                  <a:pt x="1849993" y="2189153"/>
                </a:lnTo>
                <a:lnTo>
                  <a:pt x="1850424" y="2189777"/>
                </a:lnTo>
                <a:lnTo>
                  <a:pt x="1850842" y="2190403"/>
                </a:lnTo>
                <a:lnTo>
                  <a:pt x="1851261" y="2191023"/>
                </a:lnTo>
                <a:lnTo>
                  <a:pt x="1851680" y="2191648"/>
                </a:lnTo>
                <a:lnTo>
                  <a:pt x="1852111" y="2192278"/>
                </a:lnTo>
                <a:lnTo>
                  <a:pt x="1852529" y="2192893"/>
                </a:lnTo>
                <a:lnTo>
                  <a:pt x="1852961" y="2193513"/>
                </a:lnTo>
                <a:lnTo>
                  <a:pt x="1853379" y="2194134"/>
                </a:lnTo>
                <a:lnTo>
                  <a:pt x="1853798" y="2194754"/>
                </a:lnTo>
                <a:lnTo>
                  <a:pt x="1854216" y="2195368"/>
                </a:lnTo>
                <a:lnTo>
                  <a:pt x="1854648" y="2195989"/>
                </a:lnTo>
                <a:lnTo>
                  <a:pt x="1855066" y="2196609"/>
                </a:lnTo>
                <a:lnTo>
                  <a:pt x="1855498" y="2197220"/>
                </a:lnTo>
                <a:lnTo>
                  <a:pt x="1855916" y="2197839"/>
                </a:lnTo>
                <a:lnTo>
                  <a:pt x="1856335" y="2198449"/>
                </a:lnTo>
                <a:lnTo>
                  <a:pt x="1856766" y="2199060"/>
                </a:lnTo>
                <a:lnTo>
                  <a:pt x="1857185" y="2199670"/>
                </a:lnTo>
                <a:lnTo>
                  <a:pt x="1857603" y="2200280"/>
                </a:lnTo>
                <a:lnTo>
                  <a:pt x="1858034" y="2200895"/>
                </a:lnTo>
                <a:lnTo>
                  <a:pt x="1858453" y="2201505"/>
                </a:lnTo>
                <a:lnTo>
                  <a:pt x="1858884" y="2202115"/>
                </a:lnTo>
                <a:lnTo>
                  <a:pt x="1859290" y="2202721"/>
                </a:lnTo>
                <a:lnTo>
                  <a:pt x="1859721" y="2203331"/>
                </a:lnTo>
                <a:lnTo>
                  <a:pt x="1860140" y="2203931"/>
                </a:lnTo>
                <a:lnTo>
                  <a:pt x="1860571" y="2204536"/>
                </a:lnTo>
                <a:lnTo>
                  <a:pt x="1860990" y="2205142"/>
                </a:lnTo>
                <a:lnTo>
                  <a:pt x="1861408" y="2205742"/>
                </a:lnTo>
                <a:lnTo>
                  <a:pt x="1861840" y="2206347"/>
                </a:lnTo>
                <a:lnTo>
                  <a:pt x="1862258" y="2206952"/>
                </a:lnTo>
                <a:lnTo>
                  <a:pt x="1862677" y="2207547"/>
                </a:lnTo>
                <a:lnTo>
                  <a:pt x="1863108" y="2208148"/>
                </a:lnTo>
                <a:lnTo>
                  <a:pt x="1863527" y="2208748"/>
                </a:lnTo>
                <a:lnTo>
                  <a:pt x="1863958" y="2209344"/>
                </a:lnTo>
                <a:lnTo>
                  <a:pt x="1864377" y="2209939"/>
                </a:lnTo>
                <a:lnTo>
                  <a:pt x="1864795" y="2210534"/>
                </a:lnTo>
                <a:lnTo>
                  <a:pt x="1865214" y="2211130"/>
                </a:lnTo>
                <a:lnTo>
                  <a:pt x="1865645" y="2211725"/>
                </a:lnTo>
                <a:lnTo>
                  <a:pt x="1866064" y="2212316"/>
                </a:lnTo>
                <a:lnTo>
                  <a:pt x="1866495" y="2212911"/>
                </a:lnTo>
                <a:lnTo>
                  <a:pt x="1866913" y="2213496"/>
                </a:lnTo>
                <a:lnTo>
                  <a:pt x="1867332" y="2214091"/>
                </a:lnTo>
                <a:lnTo>
                  <a:pt x="1867763" y="2214681"/>
                </a:lnTo>
                <a:lnTo>
                  <a:pt x="1868182" y="2215272"/>
                </a:lnTo>
                <a:lnTo>
                  <a:pt x="1868613" y="2215857"/>
                </a:lnTo>
                <a:lnTo>
                  <a:pt x="1869032" y="2216447"/>
                </a:lnTo>
                <a:lnTo>
                  <a:pt x="1869450" y="2217028"/>
                </a:lnTo>
                <a:lnTo>
                  <a:pt x="1869869" y="2217613"/>
                </a:lnTo>
                <a:lnTo>
                  <a:pt x="1870300" y="2218194"/>
                </a:lnTo>
                <a:lnTo>
                  <a:pt x="1870719" y="2218784"/>
                </a:lnTo>
                <a:lnTo>
                  <a:pt x="1871150" y="2219364"/>
                </a:lnTo>
                <a:lnTo>
                  <a:pt x="1871569" y="2219945"/>
                </a:lnTo>
                <a:lnTo>
                  <a:pt x="1871987" y="2220525"/>
                </a:lnTo>
                <a:lnTo>
                  <a:pt x="1872406" y="2221106"/>
                </a:lnTo>
                <a:lnTo>
                  <a:pt x="1872837" y="2221676"/>
                </a:lnTo>
                <a:lnTo>
                  <a:pt x="1873256" y="2222257"/>
                </a:lnTo>
                <a:lnTo>
                  <a:pt x="1873687" y="2222842"/>
                </a:lnTo>
                <a:lnTo>
                  <a:pt x="1874105" y="2223413"/>
                </a:lnTo>
                <a:lnTo>
                  <a:pt x="1874524" y="2223984"/>
                </a:lnTo>
                <a:lnTo>
                  <a:pt x="1874943" y="2224559"/>
                </a:lnTo>
                <a:lnTo>
                  <a:pt x="1875374" y="2225130"/>
                </a:lnTo>
                <a:lnTo>
                  <a:pt x="1875792" y="2225704"/>
                </a:lnTo>
                <a:lnTo>
                  <a:pt x="1876224" y="2226275"/>
                </a:lnTo>
                <a:lnTo>
                  <a:pt x="1876642" y="2226851"/>
                </a:lnTo>
                <a:lnTo>
                  <a:pt x="1877061" y="2227416"/>
                </a:lnTo>
                <a:lnTo>
                  <a:pt x="1877492" y="2227987"/>
                </a:lnTo>
                <a:lnTo>
                  <a:pt x="1877911" y="2228553"/>
                </a:lnTo>
                <a:lnTo>
                  <a:pt x="1878329" y="2229118"/>
                </a:lnTo>
                <a:lnTo>
                  <a:pt x="1878760" y="2229683"/>
                </a:lnTo>
                <a:lnTo>
                  <a:pt x="1879179" y="2230249"/>
                </a:lnTo>
                <a:lnTo>
                  <a:pt x="1879610" y="2230815"/>
                </a:lnTo>
                <a:lnTo>
                  <a:pt x="1880016" y="2231381"/>
                </a:lnTo>
                <a:lnTo>
                  <a:pt x="1880447" y="2231936"/>
                </a:lnTo>
                <a:lnTo>
                  <a:pt x="1880866" y="2232501"/>
                </a:lnTo>
                <a:lnTo>
                  <a:pt x="1881297" y="2233062"/>
                </a:lnTo>
                <a:lnTo>
                  <a:pt x="1881716" y="2233617"/>
                </a:lnTo>
                <a:lnTo>
                  <a:pt x="1882135" y="2234178"/>
                </a:lnTo>
                <a:lnTo>
                  <a:pt x="1882566" y="2234734"/>
                </a:lnTo>
                <a:lnTo>
                  <a:pt x="1882984" y="2235289"/>
                </a:lnTo>
                <a:lnTo>
                  <a:pt x="1883403" y="2235850"/>
                </a:lnTo>
                <a:lnTo>
                  <a:pt x="1883834" y="2236401"/>
                </a:lnTo>
                <a:lnTo>
                  <a:pt x="1884253" y="2236956"/>
                </a:lnTo>
                <a:lnTo>
                  <a:pt x="1884684" y="2237507"/>
                </a:lnTo>
                <a:lnTo>
                  <a:pt x="1885103" y="2238063"/>
                </a:lnTo>
                <a:lnTo>
                  <a:pt x="1885521" y="2238613"/>
                </a:lnTo>
                <a:lnTo>
                  <a:pt x="1885940" y="2239164"/>
                </a:lnTo>
                <a:lnTo>
                  <a:pt x="1886371" y="2239715"/>
                </a:lnTo>
                <a:lnTo>
                  <a:pt x="1886790" y="2240255"/>
                </a:lnTo>
                <a:lnTo>
                  <a:pt x="1887221" y="2240806"/>
                </a:lnTo>
                <a:lnTo>
                  <a:pt x="1887639" y="2241356"/>
                </a:lnTo>
                <a:lnTo>
                  <a:pt x="1888058" y="2241898"/>
                </a:lnTo>
                <a:lnTo>
                  <a:pt x="1888477" y="2242443"/>
                </a:lnTo>
                <a:lnTo>
                  <a:pt x="1888908" y="2242984"/>
                </a:lnTo>
                <a:lnTo>
                  <a:pt x="1889326" y="2243524"/>
                </a:lnTo>
                <a:lnTo>
                  <a:pt x="1889745" y="2244070"/>
                </a:lnTo>
                <a:lnTo>
                  <a:pt x="1890176" y="2244611"/>
                </a:lnTo>
                <a:lnTo>
                  <a:pt x="1890595" y="2245152"/>
                </a:lnTo>
                <a:lnTo>
                  <a:pt x="1891013" y="2245687"/>
                </a:lnTo>
                <a:lnTo>
                  <a:pt x="1891445" y="2246229"/>
                </a:lnTo>
                <a:lnTo>
                  <a:pt x="1891863" y="2246764"/>
                </a:lnTo>
                <a:lnTo>
                  <a:pt x="1892295" y="2247299"/>
                </a:lnTo>
                <a:lnTo>
                  <a:pt x="1892713" y="2247836"/>
                </a:lnTo>
                <a:lnTo>
                  <a:pt x="1893132" y="2248371"/>
                </a:lnTo>
                <a:lnTo>
                  <a:pt x="1893550" y="2248902"/>
                </a:lnTo>
                <a:lnTo>
                  <a:pt x="1893982" y="2249438"/>
                </a:lnTo>
                <a:lnTo>
                  <a:pt x="1894400" y="2249963"/>
                </a:lnTo>
                <a:lnTo>
                  <a:pt x="1894831" y="2250500"/>
                </a:lnTo>
                <a:lnTo>
                  <a:pt x="1895250" y="2251025"/>
                </a:lnTo>
                <a:lnTo>
                  <a:pt x="1895669" y="2251557"/>
                </a:lnTo>
                <a:lnTo>
                  <a:pt x="1896087" y="2252082"/>
                </a:lnTo>
                <a:lnTo>
                  <a:pt x="1896518" y="2252608"/>
                </a:lnTo>
                <a:lnTo>
                  <a:pt x="1896937" y="2253133"/>
                </a:lnTo>
                <a:lnTo>
                  <a:pt x="1897368" y="2253665"/>
                </a:lnTo>
                <a:lnTo>
                  <a:pt x="1897787" y="2254181"/>
                </a:lnTo>
                <a:lnTo>
                  <a:pt x="1898205" y="2254711"/>
                </a:lnTo>
                <a:lnTo>
                  <a:pt x="1898637" y="2255228"/>
                </a:lnTo>
                <a:lnTo>
                  <a:pt x="1899055" y="2255748"/>
                </a:lnTo>
                <a:lnTo>
                  <a:pt x="1899474" y="2256269"/>
                </a:lnTo>
                <a:lnTo>
                  <a:pt x="1899905" y="2256785"/>
                </a:lnTo>
                <a:lnTo>
                  <a:pt x="1900324" y="2257305"/>
                </a:lnTo>
                <a:lnTo>
                  <a:pt x="1900755" y="2257827"/>
                </a:lnTo>
                <a:lnTo>
                  <a:pt x="1901161" y="2258348"/>
                </a:lnTo>
                <a:lnTo>
                  <a:pt x="1901592" y="2258859"/>
                </a:lnTo>
                <a:lnTo>
                  <a:pt x="1902011" y="2259369"/>
                </a:lnTo>
                <a:lnTo>
                  <a:pt x="1902442" y="2259891"/>
                </a:lnTo>
                <a:lnTo>
                  <a:pt x="1902861" y="2260402"/>
                </a:lnTo>
                <a:lnTo>
                  <a:pt x="1903279" y="2260913"/>
                </a:lnTo>
                <a:lnTo>
                  <a:pt x="1903710" y="2261419"/>
                </a:lnTo>
                <a:lnTo>
                  <a:pt x="1904129" y="2261930"/>
                </a:lnTo>
                <a:lnTo>
                  <a:pt x="1904548" y="2262440"/>
                </a:lnTo>
                <a:lnTo>
                  <a:pt x="1904979" y="2262946"/>
                </a:lnTo>
                <a:lnTo>
                  <a:pt x="1905397" y="2263457"/>
                </a:lnTo>
                <a:lnTo>
                  <a:pt x="1905829" y="2263958"/>
                </a:lnTo>
                <a:lnTo>
                  <a:pt x="1906247" y="2264464"/>
                </a:lnTo>
                <a:lnTo>
                  <a:pt x="1906666" y="2264971"/>
                </a:lnTo>
                <a:lnTo>
                  <a:pt x="1907097" y="2265472"/>
                </a:lnTo>
                <a:lnTo>
                  <a:pt x="1907516" y="2265978"/>
                </a:lnTo>
                <a:lnTo>
                  <a:pt x="1907947" y="2266474"/>
                </a:lnTo>
                <a:lnTo>
                  <a:pt x="1908353" y="2266980"/>
                </a:lnTo>
                <a:lnTo>
                  <a:pt x="1908784" y="2267476"/>
                </a:lnTo>
                <a:lnTo>
                  <a:pt x="1909203" y="2267971"/>
                </a:lnTo>
                <a:lnTo>
                  <a:pt x="1909634" y="2268469"/>
                </a:lnTo>
                <a:lnTo>
                  <a:pt x="1910053" y="2268965"/>
                </a:lnTo>
                <a:lnTo>
                  <a:pt x="1910471" y="2269460"/>
                </a:lnTo>
                <a:lnTo>
                  <a:pt x="1910902" y="2269956"/>
                </a:lnTo>
                <a:lnTo>
                  <a:pt x="1911321" y="2270452"/>
                </a:lnTo>
                <a:lnTo>
                  <a:pt x="1911740" y="2270943"/>
                </a:lnTo>
                <a:lnTo>
                  <a:pt x="1912171" y="2271430"/>
                </a:lnTo>
                <a:lnTo>
                  <a:pt x="1912589" y="2271926"/>
                </a:lnTo>
                <a:lnTo>
                  <a:pt x="1913021" y="2272417"/>
                </a:lnTo>
                <a:lnTo>
                  <a:pt x="1913439" y="2272903"/>
                </a:lnTo>
                <a:lnTo>
                  <a:pt x="1913858" y="2273395"/>
                </a:lnTo>
                <a:lnTo>
                  <a:pt x="1914276" y="2273875"/>
                </a:lnTo>
                <a:lnTo>
                  <a:pt x="1914708" y="2274366"/>
                </a:lnTo>
                <a:lnTo>
                  <a:pt x="1915126" y="2274848"/>
                </a:lnTo>
                <a:lnTo>
                  <a:pt x="1915558" y="2275334"/>
                </a:lnTo>
                <a:lnTo>
                  <a:pt x="1915976" y="2275816"/>
                </a:lnTo>
                <a:lnTo>
                  <a:pt x="1916395" y="2276296"/>
                </a:lnTo>
                <a:lnTo>
                  <a:pt x="1916813" y="2276777"/>
                </a:lnTo>
                <a:lnTo>
                  <a:pt x="1917245" y="2277259"/>
                </a:lnTo>
                <a:lnTo>
                  <a:pt x="1917663" y="2277740"/>
                </a:lnTo>
                <a:lnTo>
                  <a:pt x="1918094" y="2278217"/>
                </a:lnTo>
                <a:lnTo>
                  <a:pt x="1918513" y="2278697"/>
                </a:lnTo>
                <a:lnTo>
                  <a:pt x="1918932" y="2279169"/>
                </a:lnTo>
                <a:lnTo>
                  <a:pt x="1919363" y="2279645"/>
                </a:lnTo>
                <a:lnTo>
                  <a:pt x="1919781" y="2280116"/>
                </a:lnTo>
                <a:lnTo>
                  <a:pt x="1920200" y="2280593"/>
                </a:lnTo>
                <a:lnTo>
                  <a:pt x="1920631" y="2281064"/>
                </a:lnTo>
                <a:lnTo>
                  <a:pt x="1921050" y="2281535"/>
                </a:lnTo>
                <a:lnTo>
                  <a:pt x="1921481" y="2282011"/>
                </a:lnTo>
                <a:lnTo>
                  <a:pt x="1921887" y="2282478"/>
                </a:lnTo>
                <a:lnTo>
                  <a:pt x="1922318" y="2282944"/>
                </a:lnTo>
                <a:lnTo>
                  <a:pt x="1922737" y="2283416"/>
                </a:lnTo>
                <a:lnTo>
                  <a:pt x="1923168" y="2283881"/>
                </a:lnTo>
                <a:lnTo>
                  <a:pt x="1923587" y="2284348"/>
                </a:lnTo>
                <a:lnTo>
                  <a:pt x="1924005" y="2284815"/>
                </a:lnTo>
                <a:lnTo>
                  <a:pt x="1924436" y="2285271"/>
                </a:lnTo>
                <a:lnTo>
                  <a:pt x="1924855" y="2285737"/>
                </a:lnTo>
                <a:lnTo>
                  <a:pt x="1925274" y="2286198"/>
                </a:lnTo>
                <a:lnTo>
                  <a:pt x="1925705" y="2286665"/>
                </a:lnTo>
                <a:lnTo>
                  <a:pt x="1926123" y="2287121"/>
                </a:lnTo>
                <a:lnTo>
                  <a:pt x="1926555" y="2287578"/>
                </a:lnTo>
                <a:lnTo>
                  <a:pt x="1926973" y="2288039"/>
                </a:lnTo>
                <a:lnTo>
                  <a:pt x="1927392" y="2288496"/>
                </a:lnTo>
                <a:lnTo>
                  <a:pt x="1927810" y="2288947"/>
                </a:lnTo>
                <a:lnTo>
                  <a:pt x="1928242" y="2289404"/>
                </a:lnTo>
                <a:lnTo>
                  <a:pt x="1928660" y="2289855"/>
                </a:lnTo>
                <a:lnTo>
                  <a:pt x="1929092" y="2290316"/>
                </a:lnTo>
                <a:lnTo>
                  <a:pt x="1929510" y="2290767"/>
                </a:lnTo>
                <a:lnTo>
                  <a:pt x="1929929" y="2291215"/>
                </a:lnTo>
                <a:lnTo>
                  <a:pt x="1930347" y="2291666"/>
                </a:lnTo>
                <a:lnTo>
                  <a:pt x="1930779" y="2292117"/>
                </a:lnTo>
                <a:lnTo>
                  <a:pt x="1931197" y="2292559"/>
                </a:lnTo>
                <a:lnTo>
                  <a:pt x="1931628" y="2293010"/>
                </a:lnTo>
                <a:lnTo>
                  <a:pt x="1932047" y="2293456"/>
                </a:lnTo>
                <a:lnTo>
                  <a:pt x="1932466" y="2293903"/>
                </a:lnTo>
                <a:lnTo>
                  <a:pt x="1932897" y="2294349"/>
                </a:lnTo>
                <a:lnTo>
                  <a:pt x="1933315" y="2294790"/>
                </a:lnTo>
                <a:lnTo>
                  <a:pt x="1933734" y="2295233"/>
                </a:lnTo>
                <a:lnTo>
                  <a:pt x="1934165" y="2295669"/>
                </a:lnTo>
                <a:lnTo>
                  <a:pt x="1934584" y="2296110"/>
                </a:lnTo>
                <a:lnTo>
                  <a:pt x="1935015" y="2296556"/>
                </a:lnTo>
                <a:lnTo>
                  <a:pt x="1935421" y="2296989"/>
                </a:lnTo>
                <a:lnTo>
                  <a:pt x="1935852" y="2297425"/>
                </a:lnTo>
                <a:lnTo>
                  <a:pt x="1936271" y="2297861"/>
                </a:lnTo>
                <a:lnTo>
                  <a:pt x="1936702" y="2298299"/>
                </a:lnTo>
                <a:lnTo>
                  <a:pt x="1937121" y="2298735"/>
                </a:lnTo>
                <a:lnTo>
                  <a:pt x="1937539" y="2299167"/>
                </a:lnTo>
                <a:lnTo>
                  <a:pt x="1937971" y="2299603"/>
                </a:lnTo>
                <a:lnTo>
                  <a:pt x="1938389" y="2300029"/>
                </a:lnTo>
                <a:lnTo>
                  <a:pt x="1938808" y="2300467"/>
                </a:lnTo>
                <a:lnTo>
                  <a:pt x="1939239" y="2300893"/>
                </a:lnTo>
                <a:lnTo>
                  <a:pt x="1939658" y="2301325"/>
                </a:lnTo>
                <a:lnTo>
                  <a:pt x="1940089" y="2301751"/>
                </a:lnTo>
                <a:lnTo>
                  <a:pt x="1940495" y="2302178"/>
                </a:lnTo>
                <a:lnTo>
                  <a:pt x="1940926" y="2302599"/>
                </a:lnTo>
                <a:lnTo>
                  <a:pt x="1941345" y="2303026"/>
                </a:lnTo>
                <a:lnTo>
                  <a:pt x="1941776" y="2303452"/>
                </a:lnTo>
                <a:lnTo>
                  <a:pt x="1942207" y="2303874"/>
                </a:lnTo>
                <a:lnTo>
                  <a:pt x="1942613" y="2304297"/>
                </a:lnTo>
                <a:lnTo>
                  <a:pt x="1943044" y="2304712"/>
                </a:lnTo>
                <a:lnTo>
                  <a:pt x="1943463" y="2305134"/>
                </a:lnTo>
                <a:lnTo>
                  <a:pt x="1943894" y="2305557"/>
                </a:lnTo>
                <a:lnTo>
                  <a:pt x="1944313" y="2305972"/>
                </a:lnTo>
                <a:lnTo>
                  <a:pt x="1944731" y="2306384"/>
                </a:lnTo>
                <a:lnTo>
                  <a:pt x="1945163" y="2306807"/>
                </a:lnTo>
                <a:lnTo>
                  <a:pt x="1945581" y="2307219"/>
                </a:lnTo>
                <a:lnTo>
                  <a:pt x="1946000" y="2307629"/>
                </a:lnTo>
                <a:lnTo>
                  <a:pt x="1946431" y="2308046"/>
                </a:lnTo>
                <a:lnTo>
                  <a:pt x="1946850" y="2308458"/>
                </a:lnTo>
                <a:lnTo>
                  <a:pt x="1947281" y="2308870"/>
                </a:lnTo>
                <a:lnTo>
                  <a:pt x="1947699" y="2309281"/>
                </a:lnTo>
                <a:lnTo>
                  <a:pt x="1948118" y="2309688"/>
                </a:lnTo>
                <a:lnTo>
                  <a:pt x="1948537" y="2310100"/>
                </a:lnTo>
                <a:lnTo>
                  <a:pt x="1948968" y="2310502"/>
                </a:lnTo>
                <a:lnTo>
                  <a:pt x="1949386" y="2310909"/>
                </a:lnTo>
                <a:lnTo>
                  <a:pt x="1949818" y="2311316"/>
                </a:lnTo>
                <a:lnTo>
                  <a:pt x="1950236" y="2311717"/>
                </a:lnTo>
                <a:lnTo>
                  <a:pt x="1950655" y="2312124"/>
                </a:lnTo>
                <a:lnTo>
                  <a:pt x="1951073" y="2312521"/>
                </a:lnTo>
                <a:lnTo>
                  <a:pt x="1951505" y="2312928"/>
                </a:lnTo>
                <a:lnTo>
                  <a:pt x="1951923" y="2313325"/>
                </a:lnTo>
                <a:lnTo>
                  <a:pt x="1952355" y="2313721"/>
                </a:lnTo>
                <a:lnTo>
                  <a:pt x="1952773" y="2314118"/>
                </a:lnTo>
                <a:lnTo>
                  <a:pt x="1953192" y="2314515"/>
                </a:lnTo>
                <a:lnTo>
                  <a:pt x="1953623" y="2314913"/>
                </a:lnTo>
                <a:lnTo>
                  <a:pt x="1954042" y="2315310"/>
                </a:lnTo>
                <a:lnTo>
                  <a:pt x="1954460" y="2315706"/>
                </a:lnTo>
                <a:lnTo>
                  <a:pt x="1954891" y="2316098"/>
                </a:lnTo>
                <a:lnTo>
                  <a:pt x="1955310" y="2316485"/>
                </a:lnTo>
                <a:lnTo>
                  <a:pt x="1955741" y="2316877"/>
                </a:lnTo>
                <a:lnTo>
                  <a:pt x="1956147" y="2317274"/>
                </a:lnTo>
                <a:lnTo>
                  <a:pt x="1956578" y="2317656"/>
                </a:lnTo>
                <a:lnTo>
                  <a:pt x="1956997" y="2318042"/>
                </a:lnTo>
                <a:lnTo>
                  <a:pt x="1957428" y="2318435"/>
                </a:lnTo>
                <a:lnTo>
                  <a:pt x="1957847" y="2318817"/>
                </a:lnTo>
                <a:lnTo>
                  <a:pt x="1958265" y="2319203"/>
                </a:lnTo>
                <a:lnTo>
                  <a:pt x="1958697" y="2319586"/>
                </a:lnTo>
                <a:lnTo>
                  <a:pt x="1959115" y="2319967"/>
                </a:lnTo>
                <a:lnTo>
                  <a:pt x="1959534" y="2320350"/>
                </a:lnTo>
                <a:lnTo>
                  <a:pt x="1959965" y="2320732"/>
                </a:lnTo>
                <a:lnTo>
                  <a:pt x="1960384" y="2321113"/>
                </a:lnTo>
                <a:lnTo>
                  <a:pt x="1960815" y="2321496"/>
                </a:lnTo>
                <a:lnTo>
                  <a:pt x="1961233" y="2321872"/>
                </a:lnTo>
                <a:lnTo>
                  <a:pt x="1961652" y="2322245"/>
                </a:lnTo>
                <a:lnTo>
                  <a:pt x="1962071" y="2322626"/>
                </a:lnTo>
                <a:lnTo>
                  <a:pt x="1962502" y="2323004"/>
                </a:lnTo>
                <a:lnTo>
                  <a:pt x="1962921" y="2323375"/>
                </a:lnTo>
                <a:lnTo>
                  <a:pt x="1963352" y="2323748"/>
                </a:lnTo>
                <a:lnTo>
                  <a:pt x="1963770" y="2324115"/>
                </a:lnTo>
                <a:lnTo>
                  <a:pt x="1964189" y="2324492"/>
                </a:lnTo>
                <a:lnTo>
                  <a:pt x="1964608" y="2324859"/>
                </a:lnTo>
                <a:lnTo>
                  <a:pt x="1965039" y="2325232"/>
                </a:lnTo>
                <a:lnTo>
                  <a:pt x="1965457" y="2325598"/>
                </a:lnTo>
                <a:lnTo>
                  <a:pt x="1965889" y="2325965"/>
                </a:lnTo>
                <a:lnTo>
                  <a:pt x="1966307" y="2326333"/>
                </a:lnTo>
                <a:lnTo>
                  <a:pt x="1966726" y="2326699"/>
                </a:lnTo>
                <a:lnTo>
                  <a:pt x="1967157" y="2327056"/>
                </a:lnTo>
                <a:lnTo>
                  <a:pt x="1967576" y="2327424"/>
                </a:lnTo>
                <a:lnTo>
                  <a:pt x="1967994" y="2327781"/>
                </a:lnTo>
                <a:lnTo>
                  <a:pt x="1968425" y="2328144"/>
                </a:lnTo>
                <a:lnTo>
                  <a:pt x="1968844" y="2328510"/>
                </a:lnTo>
                <a:lnTo>
                  <a:pt x="1969275" y="2328862"/>
                </a:lnTo>
                <a:lnTo>
                  <a:pt x="1969681" y="2329219"/>
                </a:lnTo>
                <a:lnTo>
                  <a:pt x="1970112" y="2329577"/>
                </a:lnTo>
                <a:lnTo>
                  <a:pt x="1970531" y="2329939"/>
                </a:lnTo>
                <a:lnTo>
                  <a:pt x="1970962" y="2330291"/>
                </a:lnTo>
                <a:lnTo>
                  <a:pt x="1971381" y="2330649"/>
                </a:lnTo>
                <a:lnTo>
                  <a:pt x="1971799" y="2331001"/>
                </a:lnTo>
                <a:lnTo>
                  <a:pt x="1972231" y="2331353"/>
                </a:lnTo>
                <a:lnTo>
                  <a:pt x="1972649" y="2331700"/>
                </a:lnTo>
                <a:lnTo>
                  <a:pt x="1973068" y="2332052"/>
                </a:lnTo>
                <a:lnTo>
                  <a:pt x="1973499" y="2332395"/>
                </a:lnTo>
                <a:lnTo>
                  <a:pt x="1973918" y="2332747"/>
                </a:lnTo>
                <a:lnTo>
                  <a:pt x="1974349" y="2333094"/>
                </a:lnTo>
                <a:lnTo>
                  <a:pt x="1974755" y="2333436"/>
                </a:lnTo>
                <a:lnTo>
                  <a:pt x="1975186" y="2333788"/>
                </a:lnTo>
                <a:lnTo>
                  <a:pt x="1975605" y="2334131"/>
                </a:lnTo>
                <a:lnTo>
                  <a:pt x="1976036" y="2334474"/>
                </a:lnTo>
                <a:lnTo>
                  <a:pt x="1976455" y="2334811"/>
                </a:lnTo>
                <a:lnTo>
                  <a:pt x="1976873" y="2335153"/>
                </a:lnTo>
                <a:lnTo>
                  <a:pt x="1977304" y="2335491"/>
                </a:lnTo>
                <a:lnTo>
                  <a:pt x="1977723" y="2335833"/>
                </a:lnTo>
                <a:lnTo>
                  <a:pt x="1978142" y="2336170"/>
                </a:lnTo>
                <a:lnTo>
                  <a:pt x="1978573" y="2336507"/>
                </a:lnTo>
                <a:lnTo>
                  <a:pt x="1978991" y="2336845"/>
                </a:lnTo>
                <a:lnTo>
                  <a:pt x="1979423" y="2337177"/>
                </a:lnTo>
                <a:lnTo>
                  <a:pt x="1979841" y="2337510"/>
                </a:lnTo>
                <a:lnTo>
                  <a:pt x="1980260" y="2337842"/>
                </a:lnTo>
                <a:lnTo>
                  <a:pt x="1980678" y="2338174"/>
                </a:lnTo>
                <a:lnTo>
                  <a:pt x="1981110" y="2338507"/>
                </a:lnTo>
                <a:lnTo>
                  <a:pt x="1981541" y="2338839"/>
                </a:lnTo>
                <a:lnTo>
                  <a:pt x="1981960" y="2339167"/>
                </a:lnTo>
                <a:lnTo>
                  <a:pt x="1982378" y="2339494"/>
                </a:lnTo>
                <a:lnTo>
                  <a:pt x="1982797" y="2339822"/>
                </a:lnTo>
                <a:lnTo>
                  <a:pt x="1983228" y="2340143"/>
                </a:lnTo>
                <a:lnTo>
                  <a:pt x="1983647" y="2340472"/>
                </a:lnTo>
                <a:lnTo>
                  <a:pt x="1984078" y="2340793"/>
                </a:lnTo>
                <a:lnTo>
                  <a:pt x="1984496" y="2341111"/>
                </a:lnTo>
                <a:lnTo>
                  <a:pt x="1984915" y="2341434"/>
                </a:lnTo>
                <a:lnTo>
                  <a:pt x="1985334" y="2341756"/>
                </a:lnTo>
                <a:lnTo>
                  <a:pt x="1985765" y="2342074"/>
                </a:lnTo>
                <a:lnTo>
                  <a:pt x="1986183" y="2342395"/>
                </a:lnTo>
                <a:lnTo>
                  <a:pt x="1986615" y="2342708"/>
                </a:lnTo>
                <a:lnTo>
                  <a:pt x="1987033" y="2343031"/>
                </a:lnTo>
                <a:lnTo>
                  <a:pt x="1987452" y="2343344"/>
                </a:lnTo>
                <a:lnTo>
                  <a:pt x="1987883" y="2343656"/>
                </a:lnTo>
                <a:lnTo>
                  <a:pt x="1988302" y="2343968"/>
                </a:lnTo>
                <a:lnTo>
                  <a:pt x="1988720" y="2344281"/>
                </a:lnTo>
                <a:lnTo>
                  <a:pt x="1989152" y="2344599"/>
                </a:lnTo>
                <a:lnTo>
                  <a:pt x="1989570" y="2344911"/>
                </a:lnTo>
                <a:lnTo>
                  <a:pt x="1990001" y="2345213"/>
                </a:lnTo>
                <a:lnTo>
                  <a:pt x="1990407" y="2345521"/>
                </a:lnTo>
                <a:lnTo>
                  <a:pt x="1990839" y="2345834"/>
                </a:lnTo>
                <a:lnTo>
                  <a:pt x="1991257" y="2346142"/>
                </a:lnTo>
                <a:lnTo>
                  <a:pt x="1991688" y="2346444"/>
                </a:lnTo>
                <a:lnTo>
                  <a:pt x="1992107" y="2346752"/>
                </a:lnTo>
                <a:lnTo>
                  <a:pt x="1992526" y="2347049"/>
                </a:lnTo>
                <a:lnTo>
                  <a:pt x="1992957" y="2347352"/>
                </a:lnTo>
                <a:lnTo>
                  <a:pt x="1993375" y="2347655"/>
                </a:lnTo>
                <a:lnTo>
                  <a:pt x="1993794" y="2347952"/>
                </a:lnTo>
                <a:lnTo>
                  <a:pt x="1994225" y="2348255"/>
                </a:lnTo>
                <a:lnTo>
                  <a:pt x="1994644" y="2348552"/>
                </a:lnTo>
                <a:lnTo>
                  <a:pt x="1995075" y="2348850"/>
                </a:lnTo>
                <a:lnTo>
                  <a:pt x="1995494" y="2349142"/>
                </a:lnTo>
                <a:lnTo>
                  <a:pt x="1995912" y="2349440"/>
                </a:lnTo>
                <a:lnTo>
                  <a:pt x="1996331" y="2349729"/>
                </a:lnTo>
                <a:lnTo>
                  <a:pt x="1996762" y="2350026"/>
                </a:lnTo>
                <a:lnTo>
                  <a:pt x="1997181" y="2350319"/>
                </a:lnTo>
                <a:lnTo>
                  <a:pt x="1997612" y="2350606"/>
                </a:lnTo>
                <a:lnTo>
                  <a:pt x="1998031" y="2350898"/>
                </a:lnTo>
                <a:lnTo>
                  <a:pt x="1998449" y="2351187"/>
                </a:lnTo>
                <a:lnTo>
                  <a:pt x="1998868" y="2351469"/>
                </a:lnTo>
                <a:lnTo>
                  <a:pt x="1999299" y="2351762"/>
                </a:lnTo>
                <a:lnTo>
                  <a:pt x="1999718" y="2352045"/>
                </a:lnTo>
                <a:lnTo>
                  <a:pt x="2000149" y="2352333"/>
                </a:lnTo>
                <a:lnTo>
                  <a:pt x="2000567" y="2352615"/>
                </a:lnTo>
                <a:lnTo>
                  <a:pt x="2000986" y="2352899"/>
                </a:lnTo>
                <a:lnTo>
                  <a:pt x="2001417" y="2353181"/>
                </a:lnTo>
                <a:lnTo>
                  <a:pt x="2001836" y="2353459"/>
                </a:lnTo>
                <a:lnTo>
                  <a:pt x="2002254" y="2353742"/>
                </a:lnTo>
                <a:lnTo>
                  <a:pt x="2002686" y="2354015"/>
                </a:lnTo>
                <a:lnTo>
                  <a:pt x="2003104" y="2354297"/>
                </a:lnTo>
                <a:lnTo>
                  <a:pt x="2003535" y="2354575"/>
                </a:lnTo>
                <a:lnTo>
                  <a:pt x="2003941" y="2354848"/>
                </a:lnTo>
                <a:lnTo>
                  <a:pt x="2004373" y="2355121"/>
                </a:lnTo>
                <a:lnTo>
                  <a:pt x="2004791" y="2355399"/>
                </a:lnTo>
                <a:lnTo>
                  <a:pt x="2005222" y="2355667"/>
                </a:lnTo>
                <a:lnTo>
                  <a:pt x="2005641" y="2355939"/>
                </a:lnTo>
                <a:lnTo>
                  <a:pt x="2006060" y="2356207"/>
                </a:lnTo>
                <a:lnTo>
                  <a:pt x="2006478" y="2356484"/>
                </a:lnTo>
                <a:lnTo>
                  <a:pt x="2006909" y="2356748"/>
                </a:lnTo>
                <a:lnTo>
                  <a:pt x="2007328" y="2357016"/>
                </a:lnTo>
                <a:lnTo>
                  <a:pt x="2007759" y="2357284"/>
                </a:lnTo>
                <a:lnTo>
                  <a:pt x="2008178" y="2357546"/>
                </a:lnTo>
                <a:lnTo>
                  <a:pt x="2008609" y="2357809"/>
                </a:lnTo>
                <a:lnTo>
                  <a:pt x="2009015" y="2358073"/>
                </a:lnTo>
                <a:lnTo>
                  <a:pt x="2009446" y="2358341"/>
                </a:lnTo>
                <a:lnTo>
                  <a:pt x="2009865" y="2358598"/>
                </a:lnTo>
                <a:lnTo>
                  <a:pt x="2010296" y="2358856"/>
                </a:lnTo>
                <a:lnTo>
                  <a:pt x="2010715" y="2359119"/>
                </a:lnTo>
                <a:lnTo>
                  <a:pt x="2011133" y="2359372"/>
                </a:lnTo>
                <a:lnTo>
                  <a:pt x="2011552" y="2359630"/>
                </a:lnTo>
                <a:lnTo>
                  <a:pt x="2011983" y="2359889"/>
                </a:lnTo>
                <a:lnTo>
                  <a:pt x="2012402" y="2360142"/>
                </a:lnTo>
                <a:lnTo>
                  <a:pt x="2012833" y="2360395"/>
                </a:lnTo>
                <a:lnTo>
                  <a:pt x="2013252" y="2360648"/>
                </a:lnTo>
                <a:lnTo>
                  <a:pt x="2013670" y="2360901"/>
                </a:lnTo>
                <a:lnTo>
                  <a:pt x="2014101" y="2361149"/>
                </a:lnTo>
                <a:lnTo>
                  <a:pt x="2014520" y="2361402"/>
                </a:lnTo>
                <a:lnTo>
                  <a:pt x="2014939" y="2361645"/>
                </a:lnTo>
                <a:lnTo>
                  <a:pt x="2015370" y="2361898"/>
                </a:lnTo>
                <a:lnTo>
                  <a:pt x="2015788" y="2362146"/>
                </a:lnTo>
                <a:lnTo>
                  <a:pt x="2016220" y="2362388"/>
                </a:lnTo>
                <a:lnTo>
                  <a:pt x="2016626" y="2362631"/>
                </a:lnTo>
                <a:lnTo>
                  <a:pt x="2017057" y="2362874"/>
                </a:lnTo>
                <a:lnTo>
                  <a:pt x="2017475" y="2363123"/>
                </a:lnTo>
                <a:lnTo>
                  <a:pt x="2017907" y="2363356"/>
                </a:lnTo>
                <a:lnTo>
                  <a:pt x="2018325" y="2363604"/>
                </a:lnTo>
                <a:lnTo>
                  <a:pt x="2018744" y="2363837"/>
                </a:lnTo>
                <a:lnTo>
                  <a:pt x="2019175" y="2364076"/>
                </a:lnTo>
                <a:lnTo>
                  <a:pt x="2019594" y="2364314"/>
                </a:lnTo>
                <a:lnTo>
                  <a:pt x="2020025" y="2364551"/>
                </a:lnTo>
                <a:lnTo>
                  <a:pt x="2020444" y="2364784"/>
                </a:lnTo>
                <a:lnTo>
                  <a:pt x="2020862" y="2365023"/>
                </a:lnTo>
                <a:lnTo>
                  <a:pt x="2021293" y="2365251"/>
                </a:lnTo>
                <a:lnTo>
                  <a:pt x="2021712" y="2365480"/>
                </a:lnTo>
                <a:lnTo>
                  <a:pt x="2022131" y="2365717"/>
                </a:lnTo>
                <a:lnTo>
                  <a:pt x="2022562" y="2365945"/>
                </a:lnTo>
                <a:lnTo>
                  <a:pt x="2022980" y="2366179"/>
                </a:lnTo>
                <a:lnTo>
                  <a:pt x="2023412" y="2366407"/>
                </a:lnTo>
                <a:lnTo>
                  <a:pt x="2023830" y="2366625"/>
                </a:lnTo>
                <a:lnTo>
                  <a:pt x="2024249" y="2366858"/>
                </a:lnTo>
                <a:lnTo>
                  <a:pt x="2024667" y="2367077"/>
                </a:lnTo>
                <a:lnTo>
                  <a:pt x="2025099" y="2367301"/>
                </a:lnTo>
                <a:lnTo>
                  <a:pt x="2025517" y="2367528"/>
                </a:lnTo>
                <a:lnTo>
                  <a:pt x="2025949" y="2367752"/>
                </a:lnTo>
                <a:lnTo>
                  <a:pt x="2026367" y="2367964"/>
                </a:lnTo>
                <a:lnTo>
                  <a:pt x="2026786" y="2368188"/>
                </a:lnTo>
                <a:lnTo>
                  <a:pt x="2027204" y="2368407"/>
                </a:lnTo>
                <a:lnTo>
                  <a:pt x="2027636" y="2368619"/>
                </a:lnTo>
                <a:lnTo>
                  <a:pt x="2028054" y="2368843"/>
                </a:lnTo>
                <a:lnTo>
                  <a:pt x="2028485" y="2369057"/>
                </a:lnTo>
                <a:lnTo>
                  <a:pt x="2028904" y="2369269"/>
                </a:lnTo>
                <a:lnTo>
                  <a:pt x="2029323" y="2369483"/>
                </a:lnTo>
                <a:lnTo>
                  <a:pt x="2029754" y="2369696"/>
                </a:lnTo>
                <a:lnTo>
                  <a:pt x="2030172" y="2369905"/>
                </a:lnTo>
                <a:lnTo>
                  <a:pt x="2030591" y="2370118"/>
                </a:lnTo>
                <a:lnTo>
                  <a:pt x="2031022" y="2370326"/>
                </a:lnTo>
                <a:lnTo>
                  <a:pt x="2031441" y="2370529"/>
                </a:lnTo>
                <a:lnTo>
                  <a:pt x="2031872" y="2370738"/>
                </a:lnTo>
                <a:lnTo>
                  <a:pt x="2032278" y="2370941"/>
                </a:lnTo>
                <a:lnTo>
                  <a:pt x="2032709" y="2371150"/>
                </a:lnTo>
                <a:lnTo>
                  <a:pt x="2033128" y="2371358"/>
                </a:lnTo>
                <a:lnTo>
                  <a:pt x="2033559" y="2371556"/>
                </a:lnTo>
                <a:lnTo>
                  <a:pt x="2033978" y="2371760"/>
                </a:lnTo>
                <a:lnTo>
                  <a:pt x="2034396" y="2371958"/>
                </a:lnTo>
                <a:lnTo>
                  <a:pt x="2034828" y="2372157"/>
                </a:lnTo>
                <a:lnTo>
                  <a:pt x="2035246" y="2372355"/>
                </a:lnTo>
                <a:lnTo>
                  <a:pt x="2035665" y="2372553"/>
                </a:lnTo>
                <a:lnTo>
                  <a:pt x="2036096" y="2372752"/>
                </a:lnTo>
                <a:lnTo>
                  <a:pt x="2036515" y="2372945"/>
                </a:lnTo>
                <a:lnTo>
                  <a:pt x="2036946" y="2373143"/>
                </a:lnTo>
                <a:lnTo>
                  <a:pt x="2037364" y="2373333"/>
                </a:lnTo>
                <a:lnTo>
                  <a:pt x="2037783" y="2373526"/>
                </a:lnTo>
                <a:lnTo>
                  <a:pt x="2038202" y="2373714"/>
                </a:lnTo>
                <a:lnTo>
                  <a:pt x="2038633" y="2373908"/>
                </a:lnTo>
                <a:lnTo>
                  <a:pt x="2039051" y="2374096"/>
                </a:lnTo>
                <a:lnTo>
                  <a:pt x="2039483" y="2374290"/>
                </a:lnTo>
                <a:lnTo>
                  <a:pt x="2039901" y="2374473"/>
                </a:lnTo>
                <a:lnTo>
                  <a:pt x="2040320" y="2374662"/>
                </a:lnTo>
                <a:lnTo>
                  <a:pt x="2040738" y="2374846"/>
                </a:lnTo>
                <a:lnTo>
                  <a:pt x="2041170" y="2375029"/>
                </a:lnTo>
                <a:lnTo>
                  <a:pt x="2041588" y="2375212"/>
                </a:lnTo>
                <a:lnTo>
                  <a:pt x="2042020" y="2375397"/>
                </a:lnTo>
                <a:lnTo>
                  <a:pt x="2042438" y="2375575"/>
                </a:lnTo>
                <a:lnTo>
                  <a:pt x="2042857" y="2375754"/>
                </a:lnTo>
                <a:lnTo>
                  <a:pt x="2043275" y="2375932"/>
                </a:lnTo>
                <a:lnTo>
                  <a:pt x="2043707" y="2376115"/>
                </a:lnTo>
                <a:lnTo>
                  <a:pt x="2044125" y="2376289"/>
                </a:lnTo>
                <a:lnTo>
                  <a:pt x="2044556" y="2376467"/>
                </a:lnTo>
                <a:lnTo>
                  <a:pt x="2044975" y="2376642"/>
                </a:lnTo>
                <a:lnTo>
                  <a:pt x="2045394" y="2376811"/>
                </a:lnTo>
                <a:lnTo>
                  <a:pt x="2045812" y="2376984"/>
                </a:lnTo>
                <a:lnTo>
                  <a:pt x="2046243" y="2377153"/>
                </a:lnTo>
                <a:lnTo>
                  <a:pt x="2046662" y="2377331"/>
                </a:lnTo>
                <a:lnTo>
                  <a:pt x="2047093" y="2377500"/>
                </a:lnTo>
                <a:lnTo>
                  <a:pt x="2047512" y="2377664"/>
                </a:lnTo>
                <a:lnTo>
                  <a:pt x="2047930" y="2377832"/>
                </a:lnTo>
                <a:lnTo>
                  <a:pt x="2048362" y="2377996"/>
                </a:lnTo>
                <a:lnTo>
                  <a:pt x="2048780" y="2378165"/>
                </a:lnTo>
                <a:lnTo>
                  <a:pt x="2049199" y="2378323"/>
                </a:lnTo>
                <a:lnTo>
                  <a:pt x="2049630" y="2378492"/>
                </a:lnTo>
                <a:lnTo>
                  <a:pt x="2050049" y="2378651"/>
                </a:lnTo>
                <a:lnTo>
                  <a:pt x="2050480" y="2378810"/>
                </a:lnTo>
                <a:lnTo>
                  <a:pt x="2050886" y="2378974"/>
                </a:lnTo>
                <a:lnTo>
                  <a:pt x="2051317" y="2379131"/>
                </a:lnTo>
                <a:lnTo>
                  <a:pt x="2051736" y="2379285"/>
                </a:lnTo>
                <a:lnTo>
                  <a:pt x="2052167" y="2379444"/>
                </a:lnTo>
                <a:lnTo>
                  <a:pt x="2052585" y="2379598"/>
                </a:lnTo>
                <a:lnTo>
                  <a:pt x="2053004" y="2379757"/>
                </a:lnTo>
                <a:lnTo>
                  <a:pt x="2053435" y="2379911"/>
                </a:lnTo>
                <a:lnTo>
                  <a:pt x="2053854" y="2380065"/>
                </a:lnTo>
                <a:lnTo>
                  <a:pt x="2054272" y="2380208"/>
                </a:lnTo>
                <a:lnTo>
                  <a:pt x="2054704" y="2380362"/>
                </a:lnTo>
                <a:lnTo>
                  <a:pt x="2055122" y="2380516"/>
                </a:lnTo>
                <a:lnTo>
                  <a:pt x="2055554" y="2380660"/>
                </a:lnTo>
                <a:lnTo>
                  <a:pt x="2055972" y="2380803"/>
                </a:lnTo>
                <a:lnTo>
                  <a:pt x="2056391" y="2380952"/>
                </a:lnTo>
                <a:lnTo>
                  <a:pt x="2056809" y="2381096"/>
                </a:lnTo>
                <a:lnTo>
                  <a:pt x="2057241" y="2381240"/>
                </a:lnTo>
                <a:lnTo>
                  <a:pt x="2057672" y="2381384"/>
                </a:lnTo>
                <a:lnTo>
                  <a:pt x="2058090" y="2381533"/>
                </a:lnTo>
                <a:lnTo>
                  <a:pt x="2058509" y="2381667"/>
                </a:lnTo>
                <a:lnTo>
                  <a:pt x="2058928" y="2381805"/>
                </a:lnTo>
                <a:lnTo>
                  <a:pt x="2059359" y="2381949"/>
                </a:lnTo>
                <a:lnTo>
                  <a:pt x="2059777" y="2382089"/>
                </a:lnTo>
                <a:lnTo>
                  <a:pt x="2060209" y="2382217"/>
                </a:lnTo>
                <a:lnTo>
                  <a:pt x="2060627" y="2382356"/>
                </a:lnTo>
                <a:lnTo>
                  <a:pt x="2061046" y="2382496"/>
                </a:lnTo>
                <a:lnTo>
                  <a:pt x="2061464" y="2382624"/>
                </a:lnTo>
                <a:lnTo>
                  <a:pt x="2061896" y="2382763"/>
                </a:lnTo>
                <a:lnTo>
                  <a:pt x="2062314" y="2382893"/>
                </a:lnTo>
                <a:lnTo>
                  <a:pt x="2062746" y="2383021"/>
                </a:lnTo>
                <a:lnTo>
                  <a:pt x="2063164" y="2383151"/>
                </a:lnTo>
                <a:lnTo>
                  <a:pt x="2063583" y="2383279"/>
                </a:lnTo>
                <a:lnTo>
                  <a:pt x="2064014" y="2383402"/>
                </a:lnTo>
                <a:lnTo>
                  <a:pt x="2064433" y="2383532"/>
                </a:lnTo>
                <a:lnTo>
                  <a:pt x="2064851" y="2383656"/>
                </a:lnTo>
                <a:lnTo>
                  <a:pt x="2065282" y="2383775"/>
                </a:lnTo>
                <a:lnTo>
                  <a:pt x="2065701" y="2383900"/>
                </a:lnTo>
                <a:lnTo>
                  <a:pt x="2066132" y="2384023"/>
                </a:lnTo>
                <a:lnTo>
                  <a:pt x="2066538" y="2384143"/>
                </a:lnTo>
                <a:lnTo>
                  <a:pt x="2066969" y="2384266"/>
                </a:lnTo>
                <a:lnTo>
                  <a:pt x="2067388" y="2384385"/>
                </a:lnTo>
                <a:lnTo>
                  <a:pt x="2067819" y="2384505"/>
                </a:lnTo>
                <a:lnTo>
                  <a:pt x="2068238" y="2384618"/>
                </a:lnTo>
                <a:lnTo>
                  <a:pt x="2068656" y="2384733"/>
                </a:lnTo>
                <a:lnTo>
                  <a:pt x="2069088" y="2384847"/>
                </a:lnTo>
                <a:lnTo>
                  <a:pt x="2069506" y="2384961"/>
                </a:lnTo>
                <a:lnTo>
                  <a:pt x="2069925" y="2385075"/>
                </a:lnTo>
                <a:lnTo>
                  <a:pt x="2070356" y="2385184"/>
                </a:lnTo>
                <a:lnTo>
                  <a:pt x="2070775" y="2385298"/>
                </a:lnTo>
                <a:lnTo>
                  <a:pt x="2071206" y="2385403"/>
                </a:lnTo>
                <a:lnTo>
                  <a:pt x="2071625" y="2385512"/>
                </a:lnTo>
                <a:lnTo>
                  <a:pt x="2072043" y="2385616"/>
                </a:lnTo>
                <a:lnTo>
                  <a:pt x="2072462" y="2385724"/>
                </a:lnTo>
                <a:lnTo>
                  <a:pt x="2072893" y="2385829"/>
                </a:lnTo>
                <a:lnTo>
                  <a:pt x="2073312" y="2385938"/>
                </a:lnTo>
                <a:lnTo>
                  <a:pt x="2073743" y="2386037"/>
                </a:lnTo>
                <a:lnTo>
                  <a:pt x="2074161" y="2386136"/>
                </a:lnTo>
                <a:lnTo>
                  <a:pt x="2074580" y="2386246"/>
                </a:lnTo>
                <a:lnTo>
                  <a:pt x="2074999" y="2386345"/>
                </a:lnTo>
                <a:lnTo>
                  <a:pt x="2075430" y="2386444"/>
                </a:lnTo>
                <a:lnTo>
                  <a:pt x="2075848" y="2386533"/>
                </a:lnTo>
                <a:lnTo>
                  <a:pt x="2076280" y="2386632"/>
                </a:lnTo>
                <a:lnTo>
                  <a:pt x="2076698" y="2386726"/>
                </a:lnTo>
                <a:lnTo>
                  <a:pt x="2077117" y="2386826"/>
                </a:lnTo>
                <a:lnTo>
                  <a:pt x="2077535" y="2386916"/>
                </a:lnTo>
                <a:lnTo>
                  <a:pt x="2077967" y="2387010"/>
                </a:lnTo>
                <a:lnTo>
                  <a:pt x="2078385" y="2387099"/>
                </a:lnTo>
                <a:lnTo>
                  <a:pt x="2078817" y="2387193"/>
                </a:lnTo>
                <a:lnTo>
                  <a:pt x="2079235" y="2387282"/>
                </a:lnTo>
                <a:lnTo>
                  <a:pt x="2079666" y="2387367"/>
                </a:lnTo>
                <a:lnTo>
                  <a:pt x="2080072" y="2387451"/>
                </a:lnTo>
                <a:lnTo>
                  <a:pt x="2080504" y="2387540"/>
                </a:lnTo>
                <a:lnTo>
                  <a:pt x="2080922" y="2387625"/>
                </a:lnTo>
                <a:lnTo>
                  <a:pt x="2081353" y="2387709"/>
                </a:lnTo>
                <a:lnTo>
                  <a:pt x="2081772" y="2387793"/>
                </a:lnTo>
                <a:lnTo>
                  <a:pt x="2082191" y="2387873"/>
                </a:lnTo>
                <a:lnTo>
                  <a:pt x="2082622" y="2387957"/>
                </a:lnTo>
                <a:lnTo>
                  <a:pt x="2083040" y="2388032"/>
                </a:lnTo>
                <a:lnTo>
                  <a:pt x="2083459" y="2388116"/>
                </a:lnTo>
                <a:lnTo>
                  <a:pt x="2083890" y="2388190"/>
                </a:lnTo>
                <a:lnTo>
                  <a:pt x="2084309" y="2388270"/>
                </a:lnTo>
                <a:lnTo>
                  <a:pt x="2084740" y="2388344"/>
                </a:lnTo>
                <a:lnTo>
                  <a:pt x="2085146" y="2388414"/>
                </a:lnTo>
                <a:lnTo>
                  <a:pt x="2085577" y="2388487"/>
                </a:lnTo>
                <a:lnTo>
                  <a:pt x="2085996" y="2388557"/>
                </a:lnTo>
                <a:lnTo>
                  <a:pt x="2086427" y="2388636"/>
                </a:lnTo>
                <a:lnTo>
                  <a:pt x="2086846" y="2388701"/>
                </a:lnTo>
                <a:lnTo>
                  <a:pt x="2087264" y="2388771"/>
                </a:lnTo>
                <a:lnTo>
                  <a:pt x="2087695" y="2388840"/>
                </a:lnTo>
                <a:lnTo>
                  <a:pt x="2088114" y="2388910"/>
                </a:lnTo>
                <a:lnTo>
                  <a:pt x="2088533" y="2388969"/>
                </a:lnTo>
                <a:lnTo>
                  <a:pt x="2088964" y="2389038"/>
                </a:lnTo>
                <a:lnTo>
                  <a:pt x="2089382" y="2389103"/>
                </a:lnTo>
                <a:lnTo>
                  <a:pt x="2089814" y="2389163"/>
                </a:lnTo>
                <a:lnTo>
                  <a:pt x="2090232" y="2389222"/>
                </a:lnTo>
                <a:lnTo>
                  <a:pt x="2090651" y="2389287"/>
                </a:lnTo>
                <a:lnTo>
                  <a:pt x="2091070" y="2389346"/>
                </a:lnTo>
                <a:lnTo>
                  <a:pt x="2091501" y="2389406"/>
                </a:lnTo>
                <a:lnTo>
                  <a:pt x="2091919" y="2389460"/>
                </a:lnTo>
                <a:lnTo>
                  <a:pt x="2092351" y="2389515"/>
                </a:lnTo>
                <a:lnTo>
                  <a:pt x="2092769" y="2389575"/>
                </a:lnTo>
                <a:lnTo>
                  <a:pt x="2093188" y="2389629"/>
                </a:lnTo>
                <a:lnTo>
                  <a:pt x="2093606" y="2389684"/>
                </a:lnTo>
                <a:lnTo>
                  <a:pt x="2094038" y="2389729"/>
                </a:lnTo>
                <a:lnTo>
                  <a:pt x="2094456" y="2389783"/>
                </a:lnTo>
                <a:lnTo>
                  <a:pt x="2094887" y="2389833"/>
                </a:lnTo>
                <a:lnTo>
                  <a:pt x="2095306" y="2389882"/>
                </a:lnTo>
                <a:lnTo>
                  <a:pt x="2095725" y="2389927"/>
                </a:lnTo>
                <a:lnTo>
                  <a:pt x="2096156" y="2389971"/>
                </a:lnTo>
                <a:lnTo>
                  <a:pt x="2096574" y="2390016"/>
                </a:lnTo>
                <a:lnTo>
                  <a:pt x="2097006" y="2390066"/>
                </a:lnTo>
                <a:lnTo>
                  <a:pt x="2097424" y="2390110"/>
                </a:lnTo>
                <a:lnTo>
                  <a:pt x="2097843" y="2390155"/>
                </a:lnTo>
                <a:lnTo>
                  <a:pt x="2098274" y="2390195"/>
                </a:lnTo>
                <a:lnTo>
                  <a:pt x="2098693" y="2390230"/>
                </a:lnTo>
                <a:lnTo>
                  <a:pt x="2099111" y="2390269"/>
                </a:lnTo>
                <a:lnTo>
                  <a:pt x="2099543" y="2390308"/>
                </a:lnTo>
                <a:lnTo>
                  <a:pt x="2099961" y="2390348"/>
                </a:lnTo>
                <a:lnTo>
                  <a:pt x="2100392" y="2390383"/>
                </a:lnTo>
                <a:lnTo>
                  <a:pt x="2100798" y="2390423"/>
                </a:lnTo>
                <a:lnTo>
                  <a:pt x="2101230" y="2390452"/>
                </a:lnTo>
                <a:lnTo>
                  <a:pt x="2101648" y="2390483"/>
                </a:lnTo>
                <a:lnTo>
                  <a:pt x="2102079" y="2390522"/>
                </a:lnTo>
                <a:lnTo>
                  <a:pt x="2102498" y="2390551"/>
                </a:lnTo>
                <a:lnTo>
                  <a:pt x="2102917" y="2390577"/>
                </a:lnTo>
                <a:lnTo>
                  <a:pt x="2103348" y="2390606"/>
                </a:lnTo>
                <a:lnTo>
                  <a:pt x="2103766" y="2390636"/>
                </a:lnTo>
                <a:lnTo>
                  <a:pt x="2104185" y="2390661"/>
                </a:lnTo>
                <a:lnTo>
                  <a:pt x="2104616" y="2390691"/>
                </a:lnTo>
                <a:lnTo>
                  <a:pt x="2105035" y="2390710"/>
                </a:lnTo>
                <a:lnTo>
                  <a:pt x="2105466" y="2390736"/>
                </a:lnTo>
                <a:lnTo>
                  <a:pt x="2105885" y="2390760"/>
                </a:lnTo>
                <a:lnTo>
                  <a:pt x="2106303" y="2390780"/>
                </a:lnTo>
                <a:lnTo>
                  <a:pt x="2106722" y="2390795"/>
                </a:lnTo>
                <a:lnTo>
                  <a:pt x="2107153" y="2390820"/>
                </a:lnTo>
                <a:lnTo>
                  <a:pt x="2107572" y="2390835"/>
                </a:lnTo>
                <a:lnTo>
                  <a:pt x="2108003" y="2390850"/>
                </a:lnTo>
                <a:lnTo>
                  <a:pt x="2108422" y="2390864"/>
                </a:lnTo>
                <a:lnTo>
                  <a:pt x="2108840" y="2390879"/>
                </a:lnTo>
                <a:lnTo>
                  <a:pt x="2109259" y="2390895"/>
                </a:lnTo>
                <a:lnTo>
                  <a:pt x="2109690" y="2390909"/>
                </a:lnTo>
                <a:lnTo>
                  <a:pt x="2110109" y="2390919"/>
                </a:lnTo>
                <a:lnTo>
                  <a:pt x="2110540" y="2390934"/>
                </a:lnTo>
                <a:lnTo>
                  <a:pt x="2110958" y="2390944"/>
                </a:lnTo>
                <a:lnTo>
                  <a:pt x="2111377" y="2390949"/>
                </a:lnTo>
                <a:lnTo>
                  <a:pt x="2111808" y="2390958"/>
                </a:lnTo>
                <a:lnTo>
                  <a:pt x="2112227" y="2390963"/>
                </a:lnTo>
                <a:lnTo>
                  <a:pt x="2112645" y="2390973"/>
                </a:lnTo>
                <a:lnTo>
                  <a:pt x="2113077" y="2390973"/>
                </a:lnTo>
                <a:lnTo>
                  <a:pt x="2113495" y="2390979"/>
                </a:lnTo>
                <a:lnTo>
                  <a:pt x="2113927" y="2390979"/>
                </a:lnTo>
                <a:lnTo>
                  <a:pt x="2114332" y="2390979"/>
                </a:lnTo>
                <a:lnTo>
                  <a:pt x="2114764" y="2390979"/>
                </a:lnTo>
                <a:lnTo>
                  <a:pt x="2115182" y="2390979"/>
                </a:lnTo>
                <a:lnTo>
                  <a:pt x="2115614" y="2390979"/>
                </a:lnTo>
                <a:lnTo>
                  <a:pt x="2116032" y="2390973"/>
                </a:lnTo>
                <a:lnTo>
                  <a:pt x="2116451" y="2390973"/>
                </a:lnTo>
                <a:lnTo>
                  <a:pt x="2116882" y="2390963"/>
                </a:lnTo>
                <a:lnTo>
                  <a:pt x="2117301" y="2390958"/>
                </a:lnTo>
                <a:lnTo>
                  <a:pt x="2117719" y="2390949"/>
                </a:lnTo>
                <a:lnTo>
                  <a:pt x="2118150" y="2390944"/>
                </a:lnTo>
                <a:lnTo>
                  <a:pt x="2118569" y="2390934"/>
                </a:lnTo>
                <a:lnTo>
                  <a:pt x="2119000" y="2390919"/>
                </a:lnTo>
                <a:lnTo>
                  <a:pt x="2119406" y="2390909"/>
                </a:lnTo>
                <a:lnTo>
                  <a:pt x="2119837" y="2390895"/>
                </a:lnTo>
                <a:lnTo>
                  <a:pt x="2120256" y="2390879"/>
                </a:lnTo>
                <a:lnTo>
                  <a:pt x="2120687" y="2390864"/>
                </a:lnTo>
                <a:lnTo>
                  <a:pt x="2121106" y="2390850"/>
                </a:lnTo>
                <a:lnTo>
                  <a:pt x="2121524" y="2390835"/>
                </a:lnTo>
                <a:lnTo>
                  <a:pt x="2121956" y="2390820"/>
                </a:lnTo>
                <a:lnTo>
                  <a:pt x="2122374" y="2390795"/>
                </a:lnTo>
                <a:lnTo>
                  <a:pt x="2122793" y="2390780"/>
                </a:lnTo>
                <a:lnTo>
                  <a:pt x="2123224" y="2390760"/>
                </a:lnTo>
                <a:lnTo>
                  <a:pt x="2123643" y="2390736"/>
                </a:lnTo>
                <a:lnTo>
                  <a:pt x="2124061" y="2390710"/>
                </a:lnTo>
                <a:lnTo>
                  <a:pt x="2124493" y="2390691"/>
                </a:lnTo>
                <a:lnTo>
                  <a:pt x="2124911" y="2390661"/>
                </a:lnTo>
                <a:lnTo>
                  <a:pt x="2125330" y="2390636"/>
                </a:lnTo>
                <a:lnTo>
                  <a:pt x="2125761" y="2390606"/>
                </a:lnTo>
                <a:lnTo>
                  <a:pt x="2126180" y="2390577"/>
                </a:lnTo>
                <a:lnTo>
                  <a:pt x="2126611" y="2390551"/>
                </a:lnTo>
                <a:lnTo>
                  <a:pt x="2127017" y="2390522"/>
                </a:lnTo>
                <a:lnTo>
                  <a:pt x="2127448" y="2390483"/>
                </a:lnTo>
                <a:lnTo>
                  <a:pt x="2127867" y="2390452"/>
                </a:lnTo>
                <a:lnTo>
                  <a:pt x="2128298" y="2390423"/>
                </a:lnTo>
                <a:lnTo>
                  <a:pt x="2128716" y="2390383"/>
                </a:lnTo>
                <a:lnTo>
                  <a:pt x="2129135" y="2390348"/>
                </a:lnTo>
                <a:lnTo>
                  <a:pt x="2129566" y="2390308"/>
                </a:lnTo>
                <a:lnTo>
                  <a:pt x="2129985" y="2390269"/>
                </a:lnTo>
                <a:lnTo>
                  <a:pt x="2130403" y="2390230"/>
                </a:lnTo>
                <a:lnTo>
                  <a:pt x="2132522" y="2390016"/>
                </a:lnTo>
                <a:lnTo>
                  <a:pt x="2132940" y="2389971"/>
                </a:lnTo>
                <a:lnTo>
                  <a:pt x="2135058" y="2389729"/>
                </a:lnTo>
                <a:lnTo>
                  <a:pt x="2135490" y="2389684"/>
                </a:lnTo>
                <a:lnTo>
                  <a:pt x="2135908" y="2389629"/>
                </a:lnTo>
                <a:lnTo>
                  <a:pt x="2136340" y="2389575"/>
                </a:lnTo>
                <a:lnTo>
                  <a:pt x="2136758" y="2389515"/>
                </a:lnTo>
                <a:lnTo>
                  <a:pt x="2137177" y="2389460"/>
                </a:lnTo>
                <a:lnTo>
                  <a:pt x="2137595" y="2389406"/>
                </a:lnTo>
                <a:lnTo>
                  <a:pt x="2138027" y="2389346"/>
                </a:lnTo>
                <a:lnTo>
                  <a:pt x="2138445" y="2389287"/>
                </a:lnTo>
                <a:lnTo>
                  <a:pt x="2138876" y="2389222"/>
                </a:lnTo>
                <a:lnTo>
                  <a:pt x="2139295" y="2389163"/>
                </a:lnTo>
                <a:lnTo>
                  <a:pt x="2139714" y="2389103"/>
                </a:lnTo>
                <a:lnTo>
                  <a:pt x="2140145" y="2389038"/>
                </a:lnTo>
                <a:lnTo>
                  <a:pt x="2140563" y="2388969"/>
                </a:lnTo>
                <a:lnTo>
                  <a:pt x="2140982" y="2388910"/>
                </a:lnTo>
                <a:lnTo>
                  <a:pt x="2141413" y="2388840"/>
                </a:lnTo>
                <a:lnTo>
                  <a:pt x="2141832" y="2388771"/>
                </a:lnTo>
                <a:lnTo>
                  <a:pt x="2142263" y="2388701"/>
                </a:lnTo>
                <a:lnTo>
                  <a:pt x="2142669" y="2388636"/>
                </a:lnTo>
                <a:lnTo>
                  <a:pt x="2143100" y="2388557"/>
                </a:lnTo>
                <a:lnTo>
                  <a:pt x="2143519" y="2388487"/>
                </a:lnTo>
                <a:lnTo>
                  <a:pt x="2143950" y="2388414"/>
                </a:lnTo>
                <a:lnTo>
                  <a:pt x="2144369" y="2388344"/>
                </a:lnTo>
                <a:lnTo>
                  <a:pt x="2144787" y="2388270"/>
                </a:lnTo>
                <a:lnTo>
                  <a:pt x="2145219" y="2388190"/>
                </a:lnTo>
                <a:lnTo>
                  <a:pt x="2145637" y="2388116"/>
                </a:lnTo>
                <a:lnTo>
                  <a:pt x="2146056" y="2388032"/>
                </a:lnTo>
                <a:lnTo>
                  <a:pt x="2146487" y="2387957"/>
                </a:lnTo>
                <a:lnTo>
                  <a:pt x="2146906" y="2387873"/>
                </a:lnTo>
                <a:lnTo>
                  <a:pt x="2147337" y="2387793"/>
                </a:lnTo>
                <a:lnTo>
                  <a:pt x="2147743" y="2387709"/>
                </a:lnTo>
                <a:lnTo>
                  <a:pt x="2148174" y="2387625"/>
                </a:lnTo>
                <a:lnTo>
                  <a:pt x="2148593" y="2387540"/>
                </a:lnTo>
                <a:lnTo>
                  <a:pt x="2149024" y="2387451"/>
                </a:lnTo>
                <a:lnTo>
                  <a:pt x="2149442" y="2387367"/>
                </a:lnTo>
                <a:lnTo>
                  <a:pt x="2149861" y="2387282"/>
                </a:lnTo>
                <a:lnTo>
                  <a:pt x="2150292" y="2387193"/>
                </a:lnTo>
                <a:lnTo>
                  <a:pt x="2150711" y="2387099"/>
                </a:lnTo>
                <a:lnTo>
                  <a:pt x="2151129" y="2387010"/>
                </a:lnTo>
                <a:lnTo>
                  <a:pt x="2151561" y="2386916"/>
                </a:lnTo>
                <a:lnTo>
                  <a:pt x="2151979" y="2386826"/>
                </a:lnTo>
                <a:lnTo>
                  <a:pt x="2152411" y="2386726"/>
                </a:lnTo>
                <a:lnTo>
                  <a:pt x="2152829" y="2386632"/>
                </a:lnTo>
                <a:lnTo>
                  <a:pt x="2153248" y="2386533"/>
                </a:lnTo>
                <a:lnTo>
                  <a:pt x="2153666" y="2386444"/>
                </a:lnTo>
                <a:lnTo>
                  <a:pt x="2154098" y="2386345"/>
                </a:lnTo>
                <a:lnTo>
                  <a:pt x="2154516" y="2386246"/>
                </a:lnTo>
                <a:lnTo>
                  <a:pt x="2154947" y="2386136"/>
                </a:lnTo>
                <a:lnTo>
                  <a:pt x="2155366" y="2386037"/>
                </a:lnTo>
                <a:lnTo>
                  <a:pt x="2155785" y="2385938"/>
                </a:lnTo>
                <a:lnTo>
                  <a:pt x="2156203" y="2385829"/>
                </a:lnTo>
                <a:lnTo>
                  <a:pt x="2156634" y="2385724"/>
                </a:lnTo>
                <a:lnTo>
                  <a:pt x="2157053" y="2385616"/>
                </a:lnTo>
                <a:lnTo>
                  <a:pt x="2157484" y="2385512"/>
                </a:lnTo>
                <a:lnTo>
                  <a:pt x="2157903" y="2385403"/>
                </a:lnTo>
                <a:lnTo>
                  <a:pt x="2158321" y="2385298"/>
                </a:lnTo>
                <a:lnTo>
                  <a:pt x="2158753" y="2385184"/>
                </a:lnTo>
                <a:lnTo>
                  <a:pt x="2159171" y="2385075"/>
                </a:lnTo>
                <a:lnTo>
                  <a:pt x="2159590" y="2384961"/>
                </a:lnTo>
                <a:lnTo>
                  <a:pt x="2160021" y="2384847"/>
                </a:lnTo>
                <a:lnTo>
                  <a:pt x="2160440" y="2384733"/>
                </a:lnTo>
                <a:lnTo>
                  <a:pt x="2160871" y="2384618"/>
                </a:lnTo>
                <a:lnTo>
                  <a:pt x="2161277" y="2384505"/>
                </a:lnTo>
                <a:lnTo>
                  <a:pt x="2161708" y="2384385"/>
                </a:lnTo>
                <a:lnTo>
                  <a:pt x="2162127" y="2384266"/>
                </a:lnTo>
                <a:lnTo>
                  <a:pt x="2162558" y="2384143"/>
                </a:lnTo>
                <a:lnTo>
                  <a:pt x="2162977" y="2384023"/>
                </a:lnTo>
                <a:lnTo>
                  <a:pt x="2163395" y="2383900"/>
                </a:lnTo>
                <a:lnTo>
                  <a:pt x="2163826" y="2383775"/>
                </a:lnTo>
                <a:lnTo>
                  <a:pt x="2164245" y="2383656"/>
                </a:lnTo>
                <a:lnTo>
                  <a:pt x="2164664" y="2383532"/>
                </a:lnTo>
                <a:lnTo>
                  <a:pt x="2165095" y="2383402"/>
                </a:lnTo>
                <a:lnTo>
                  <a:pt x="2165513" y="2383279"/>
                </a:lnTo>
                <a:lnTo>
                  <a:pt x="2165945" y="2383151"/>
                </a:lnTo>
                <a:lnTo>
                  <a:pt x="2166363" y="2383021"/>
                </a:lnTo>
                <a:lnTo>
                  <a:pt x="2166782" y="2382893"/>
                </a:lnTo>
                <a:lnTo>
                  <a:pt x="2167200" y="2382763"/>
                </a:lnTo>
                <a:lnTo>
                  <a:pt x="2167632" y="2382624"/>
                </a:lnTo>
                <a:lnTo>
                  <a:pt x="2168050" y="2382496"/>
                </a:lnTo>
                <a:lnTo>
                  <a:pt x="2168481" y="2382356"/>
                </a:lnTo>
                <a:lnTo>
                  <a:pt x="2168900" y="2382217"/>
                </a:lnTo>
                <a:lnTo>
                  <a:pt x="2169319" y="2382089"/>
                </a:lnTo>
                <a:lnTo>
                  <a:pt x="2169737" y="2381949"/>
                </a:lnTo>
                <a:lnTo>
                  <a:pt x="2170169" y="2381805"/>
                </a:lnTo>
                <a:lnTo>
                  <a:pt x="2170587" y="2381667"/>
                </a:lnTo>
                <a:lnTo>
                  <a:pt x="2171018" y="2381533"/>
                </a:lnTo>
                <a:lnTo>
                  <a:pt x="2171437" y="2381384"/>
                </a:lnTo>
                <a:lnTo>
                  <a:pt x="2171856" y="2381240"/>
                </a:lnTo>
                <a:lnTo>
                  <a:pt x="2172287" y="2381096"/>
                </a:lnTo>
                <a:lnTo>
                  <a:pt x="2172705" y="2380952"/>
                </a:lnTo>
                <a:lnTo>
                  <a:pt x="2173137" y="2380803"/>
                </a:lnTo>
                <a:lnTo>
                  <a:pt x="2173555" y="2380660"/>
                </a:lnTo>
                <a:lnTo>
                  <a:pt x="2173974" y="2380516"/>
                </a:lnTo>
                <a:lnTo>
                  <a:pt x="2174405" y="2380362"/>
                </a:lnTo>
                <a:lnTo>
                  <a:pt x="2174824" y="2380208"/>
                </a:lnTo>
                <a:lnTo>
                  <a:pt x="2175242" y="2380065"/>
                </a:lnTo>
                <a:lnTo>
                  <a:pt x="2175673" y="2379911"/>
                </a:lnTo>
                <a:lnTo>
                  <a:pt x="2176092" y="2379757"/>
                </a:lnTo>
                <a:lnTo>
                  <a:pt x="2176523" y="2379598"/>
                </a:lnTo>
                <a:lnTo>
                  <a:pt x="2176929" y="2379444"/>
                </a:lnTo>
                <a:lnTo>
                  <a:pt x="2177360" y="2379285"/>
                </a:lnTo>
                <a:lnTo>
                  <a:pt x="2177779" y="2379131"/>
                </a:lnTo>
                <a:lnTo>
                  <a:pt x="2178210" y="2378974"/>
                </a:lnTo>
                <a:lnTo>
                  <a:pt x="2178629" y="2378810"/>
                </a:lnTo>
                <a:lnTo>
                  <a:pt x="2179047" y="2378651"/>
                </a:lnTo>
                <a:lnTo>
                  <a:pt x="2179479" y="2378492"/>
                </a:lnTo>
                <a:lnTo>
                  <a:pt x="2179897" y="2378323"/>
                </a:lnTo>
                <a:lnTo>
                  <a:pt x="2180316" y="2378165"/>
                </a:lnTo>
                <a:lnTo>
                  <a:pt x="2180747" y="2377996"/>
                </a:lnTo>
                <a:lnTo>
                  <a:pt x="2181166" y="2377832"/>
                </a:lnTo>
                <a:lnTo>
                  <a:pt x="2181597" y="2377664"/>
                </a:lnTo>
                <a:lnTo>
                  <a:pt x="2182003" y="2377500"/>
                </a:lnTo>
                <a:lnTo>
                  <a:pt x="2182434" y="2377331"/>
                </a:lnTo>
                <a:lnTo>
                  <a:pt x="2182853" y="2377153"/>
                </a:lnTo>
                <a:lnTo>
                  <a:pt x="2183284" y="2376984"/>
                </a:lnTo>
                <a:lnTo>
                  <a:pt x="2183703" y="2376811"/>
                </a:lnTo>
                <a:lnTo>
                  <a:pt x="2184121" y="2376642"/>
                </a:lnTo>
                <a:lnTo>
                  <a:pt x="2184552" y="2376467"/>
                </a:lnTo>
                <a:lnTo>
                  <a:pt x="2184971" y="2376289"/>
                </a:lnTo>
                <a:lnTo>
                  <a:pt x="2185390" y="2376115"/>
                </a:lnTo>
                <a:lnTo>
                  <a:pt x="2185821" y="2375932"/>
                </a:lnTo>
                <a:lnTo>
                  <a:pt x="2186239" y="2375754"/>
                </a:lnTo>
                <a:lnTo>
                  <a:pt x="2186671" y="2375575"/>
                </a:lnTo>
                <a:lnTo>
                  <a:pt x="2187089" y="2375397"/>
                </a:lnTo>
                <a:lnTo>
                  <a:pt x="2187508" y="2375212"/>
                </a:lnTo>
                <a:lnTo>
                  <a:pt x="2187926" y="2375029"/>
                </a:lnTo>
                <a:lnTo>
                  <a:pt x="2188358" y="2374846"/>
                </a:lnTo>
                <a:lnTo>
                  <a:pt x="2188776" y="2374662"/>
                </a:lnTo>
                <a:lnTo>
                  <a:pt x="2189208" y="2374473"/>
                </a:lnTo>
                <a:lnTo>
                  <a:pt x="2189626" y="2374290"/>
                </a:lnTo>
                <a:lnTo>
                  <a:pt x="2190045" y="2374096"/>
                </a:lnTo>
                <a:lnTo>
                  <a:pt x="2190463" y="2373908"/>
                </a:lnTo>
                <a:lnTo>
                  <a:pt x="2190895" y="2373714"/>
                </a:lnTo>
                <a:lnTo>
                  <a:pt x="2191313" y="2373526"/>
                </a:lnTo>
                <a:lnTo>
                  <a:pt x="2191744" y="2373333"/>
                </a:lnTo>
                <a:lnTo>
                  <a:pt x="2192163" y="2373143"/>
                </a:lnTo>
                <a:lnTo>
                  <a:pt x="2192582" y="2372945"/>
                </a:lnTo>
                <a:lnTo>
                  <a:pt x="2193013" y="2372752"/>
                </a:lnTo>
                <a:lnTo>
                  <a:pt x="2193431" y="2372553"/>
                </a:lnTo>
                <a:lnTo>
                  <a:pt x="2193850" y="2372355"/>
                </a:lnTo>
                <a:lnTo>
                  <a:pt x="2194281" y="2372157"/>
                </a:lnTo>
                <a:lnTo>
                  <a:pt x="2194700" y="2371958"/>
                </a:lnTo>
                <a:lnTo>
                  <a:pt x="2195131" y="2371760"/>
                </a:lnTo>
                <a:lnTo>
                  <a:pt x="2195537" y="2371556"/>
                </a:lnTo>
                <a:lnTo>
                  <a:pt x="2195968" y="2371358"/>
                </a:lnTo>
                <a:lnTo>
                  <a:pt x="2196387" y="2371150"/>
                </a:lnTo>
                <a:lnTo>
                  <a:pt x="2196818" y="2370941"/>
                </a:lnTo>
                <a:lnTo>
                  <a:pt x="2197237" y="2370738"/>
                </a:lnTo>
                <a:lnTo>
                  <a:pt x="2197655" y="2370529"/>
                </a:lnTo>
                <a:lnTo>
                  <a:pt x="2198087" y="2370326"/>
                </a:lnTo>
                <a:lnTo>
                  <a:pt x="2198505" y="2370118"/>
                </a:lnTo>
                <a:lnTo>
                  <a:pt x="2198924" y="2369905"/>
                </a:lnTo>
                <a:lnTo>
                  <a:pt x="2199355" y="2369696"/>
                </a:lnTo>
                <a:lnTo>
                  <a:pt x="2199774" y="2369483"/>
                </a:lnTo>
                <a:lnTo>
                  <a:pt x="2200205" y="2369269"/>
                </a:lnTo>
                <a:lnTo>
                  <a:pt x="2200623" y="2369057"/>
                </a:lnTo>
                <a:lnTo>
                  <a:pt x="2201042" y="2368843"/>
                </a:lnTo>
                <a:lnTo>
                  <a:pt x="2201461" y="2368619"/>
                </a:lnTo>
                <a:lnTo>
                  <a:pt x="2201892" y="2368407"/>
                </a:lnTo>
                <a:lnTo>
                  <a:pt x="2202310" y="2368188"/>
                </a:lnTo>
                <a:lnTo>
                  <a:pt x="2202742" y="2367964"/>
                </a:lnTo>
                <a:lnTo>
                  <a:pt x="2203160" y="2367752"/>
                </a:lnTo>
                <a:lnTo>
                  <a:pt x="2203579" y="2367528"/>
                </a:lnTo>
                <a:lnTo>
                  <a:pt x="2203997" y="2367301"/>
                </a:lnTo>
                <a:lnTo>
                  <a:pt x="2204429" y="2367077"/>
                </a:lnTo>
                <a:lnTo>
                  <a:pt x="2204847" y="2366858"/>
                </a:lnTo>
                <a:lnTo>
                  <a:pt x="2205279" y="2366625"/>
                </a:lnTo>
                <a:lnTo>
                  <a:pt x="2205697" y="2366407"/>
                </a:lnTo>
                <a:lnTo>
                  <a:pt x="2206116" y="2366179"/>
                </a:lnTo>
                <a:lnTo>
                  <a:pt x="2206547" y="2365945"/>
                </a:lnTo>
                <a:lnTo>
                  <a:pt x="2206966" y="2365717"/>
                </a:lnTo>
                <a:lnTo>
                  <a:pt x="2207384" y="2365480"/>
                </a:lnTo>
                <a:lnTo>
                  <a:pt x="2207815" y="2365251"/>
                </a:lnTo>
                <a:lnTo>
                  <a:pt x="2208234" y="2365023"/>
                </a:lnTo>
                <a:lnTo>
                  <a:pt x="2208665" y="2364784"/>
                </a:lnTo>
                <a:lnTo>
                  <a:pt x="2209071" y="2364551"/>
                </a:lnTo>
                <a:lnTo>
                  <a:pt x="2209502" y="2364314"/>
                </a:lnTo>
                <a:lnTo>
                  <a:pt x="2209934" y="2364076"/>
                </a:lnTo>
                <a:lnTo>
                  <a:pt x="2210352" y="2363837"/>
                </a:lnTo>
                <a:lnTo>
                  <a:pt x="2210783" y="2363604"/>
                </a:lnTo>
                <a:lnTo>
                  <a:pt x="2211189" y="2363356"/>
                </a:lnTo>
                <a:lnTo>
                  <a:pt x="2211621" y="2363123"/>
                </a:lnTo>
                <a:lnTo>
                  <a:pt x="2212039" y="2362874"/>
                </a:lnTo>
                <a:lnTo>
                  <a:pt x="2212470" y="2362631"/>
                </a:lnTo>
                <a:lnTo>
                  <a:pt x="2212889" y="2362388"/>
                </a:lnTo>
                <a:lnTo>
                  <a:pt x="2213308" y="2362146"/>
                </a:lnTo>
                <a:lnTo>
                  <a:pt x="2213739" y="2361898"/>
                </a:lnTo>
                <a:lnTo>
                  <a:pt x="2214157" y="2361645"/>
                </a:lnTo>
                <a:lnTo>
                  <a:pt x="2214576" y="2361402"/>
                </a:lnTo>
                <a:lnTo>
                  <a:pt x="2215007" y="2361149"/>
                </a:lnTo>
                <a:lnTo>
                  <a:pt x="2215426" y="2360901"/>
                </a:lnTo>
                <a:lnTo>
                  <a:pt x="2215857" y="2360648"/>
                </a:lnTo>
                <a:lnTo>
                  <a:pt x="2216263" y="2360395"/>
                </a:lnTo>
                <a:lnTo>
                  <a:pt x="2216694" y="2360142"/>
                </a:lnTo>
                <a:lnTo>
                  <a:pt x="2217113" y="2359889"/>
                </a:lnTo>
                <a:lnTo>
                  <a:pt x="2217544" y="2359630"/>
                </a:lnTo>
                <a:lnTo>
                  <a:pt x="2217963" y="2359372"/>
                </a:lnTo>
                <a:lnTo>
                  <a:pt x="2218394" y="2359119"/>
                </a:lnTo>
                <a:lnTo>
                  <a:pt x="2218813" y="2358856"/>
                </a:lnTo>
                <a:lnTo>
                  <a:pt x="2219231" y="2358598"/>
                </a:lnTo>
                <a:lnTo>
                  <a:pt x="2219650" y="2358341"/>
                </a:lnTo>
                <a:lnTo>
                  <a:pt x="2220081" y="2358073"/>
                </a:lnTo>
                <a:lnTo>
                  <a:pt x="2220500" y="2357809"/>
                </a:lnTo>
                <a:lnTo>
                  <a:pt x="2220931" y="2357546"/>
                </a:lnTo>
                <a:lnTo>
                  <a:pt x="2221349" y="2357284"/>
                </a:lnTo>
                <a:lnTo>
                  <a:pt x="2221768" y="2357016"/>
                </a:lnTo>
                <a:lnTo>
                  <a:pt x="2222187" y="2356748"/>
                </a:lnTo>
                <a:lnTo>
                  <a:pt x="2222618" y="2356484"/>
                </a:lnTo>
                <a:lnTo>
                  <a:pt x="2223036" y="2356207"/>
                </a:lnTo>
                <a:lnTo>
                  <a:pt x="2223468" y="2355939"/>
                </a:lnTo>
                <a:lnTo>
                  <a:pt x="2223886" y="2355667"/>
                </a:lnTo>
                <a:lnTo>
                  <a:pt x="2224305" y="2355399"/>
                </a:lnTo>
                <a:lnTo>
                  <a:pt x="2224723" y="2355121"/>
                </a:lnTo>
                <a:lnTo>
                  <a:pt x="2225155" y="2354848"/>
                </a:lnTo>
                <a:lnTo>
                  <a:pt x="2225573" y="2354575"/>
                </a:lnTo>
                <a:lnTo>
                  <a:pt x="2226005" y="2354297"/>
                </a:lnTo>
                <a:lnTo>
                  <a:pt x="2226423" y="2354015"/>
                </a:lnTo>
                <a:lnTo>
                  <a:pt x="2226842" y="2353742"/>
                </a:lnTo>
                <a:lnTo>
                  <a:pt x="2227273" y="2353459"/>
                </a:lnTo>
                <a:lnTo>
                  <a:pt x="2227692" y="2353181"/>
                </a:lnTo>
                <a:lnTo>
                  <a:pt x="2228110" y="2352899"/>
                </a:lnTo>
                <a:lnTo>
                  <a:pt x="2228541" y="2352615"/>
                </a:lnTo>
                <a:lnTo>
                  <a:pt x="2228960" y="2352333"/>
                </a:lnTo>
                <a:lnTo>
                  <a:pt x="2229391" y="2352045"/>
                </a:lnTo>
                <a:lnTo>
                  <a:pt x="2229797" y="2351762"/>
                </a:lnTo>
                <a:lnTo>
                  <a:pt x="2230228" y="2351469"/>
                </a:lnTo>
                <a:lnTo>
                  <a:pt x="2230647" y="2351187"/>
                </a:lnTo>
                <a:lnTo>
                  <a:pt x="2231078" y="2350898"/>
                </a:lnTo>
                <a:lnTo>
                  <a:pt x="2231497" y="2350606"/>
                </a:lnTo>
                <a:lnTo>
                  <a:pt x="2231915" y="2350319"/>
                </a:lnTo>
                <a:lnTo>
                  <a:pt x="2232347" y="2350026"/>
                </a:lnTo>
                <a:lnTo>
                  <a:pt x="2232765" y="2349729"/>
                </a:lnTo>
                <a:lnTo>
                  <a:pt x="2233184" y="2349440"/>
                </a:lnTo>
                <a:lnTo>
                  <a:pt x="2233615" y="2349142"/>
                </a:lnTo>
                <a:lnTo>
                  <a:pt x="2234034" y="2348850"/>
                </a:lnTo>
                <a:lnTo>
                  <a:pt x="2234465" y="2348552"/>
                </a:lnTo>
                <a:lnTo>
                  <a:pt x="2234884" y="2348255"/>
                </a:lnTo>
                <a:lnTo>
                  <a:pt x="2235302" y="2347952"/>
                </a:lnTo>
                <a:lnTo>
                  <a:pt x="2235721" y="2347655"/>
                </a:lnTo>
                <a:lnTo>
                  <a:pt x="2236152" y="2347352"/>
                </a:lnTo>
                <a:lnTo>
                  <a:pt x="2236571" y="2347049"/>
                </a:lnTo>
                <a:lnTo>
                  <a:pt x="2237002" y="2346752"/>
                </a:lnTo>
                <a:lnTo>
                  <a:pt x="2237408" y="2346444"/>
                </a:lnTo>
                <a:lnTo>
                  <a:pt x="2237839" y="2346142"/>
                </a:lnTo>
                <a:lnTo>
                  <a:pt x="2238258" y="2345834"/>
                </a:lnTo>
                <a:lnTo>
                  <a:pt x="2238689" y="2345521"/>
                </a:lnTo>
                <a:lnTo>
                  <a:pt x="2239107" y="2345213"/>
                </a:lnTo>
                <a:lnTo>
                  <a:pt x="2239539" y="2344911"/>
                </a:lnTo>
                <a:lnTo>
                  <a:pt x="2239957" y="2344599"/>
                </a:lnTo>
                <a:lnTo>
                  <a:pt x="2240376" y="2344281"/>
                </a:lnTo>
                <a:lnTo>
                  <a:pt x="2240794" y="2343968"/>
                </a:lnTo>
                <a:lnTo>
                  <a:pt x="2241226" y="2343656"/>
                </a:lnTo>
                <a:lnTo>
                  <a:pt x="2241644" y="2343344"/>
                </a:lnTo>
                <a:lnTo>
                  <a:pt x="2242076" y="2343031"/>
                </a:lnTo>
                <a:lnTo>
                  <a:pt x="2242494" y="2342708"/>
                </a:lnTo>
                <a:lnTo>
                  <a:pt x="2242925" y="2342395"/>
                </a:lnTo>
                <a:lnTo>
                  <a:pt x="2243331" y="2342074"/>
                </a:lnTo>
                <a:lnTo>
                  <a:pt x="2243763" y="2341756"/>
                </a:lnTo>
                <a:lnTo>
                  <a:pt x="2244181" y="2341434"/>
                </a:lnTo>
                <a:lnTo>
                  <a:pt x="2244612" y="2341111"/>
                </a:lnTo>
                <a:lnTo>
                  <a:pt x="2245031" y="2340793"/>
                </a:lnTo>
                <a:lnTo>
                  <a:pt x="2245450" y="2340472"/>
                </a:lnTo>
                <a:lnTo>
                  <a:pt x="2245868" y="2340143"/>
                </a:lnTo>
                <a:lnTo>
                  <a:pt x="2246299" y="2339822"/>
                </a:lnTo>
                <a:lnTo>
                  <a:pt x="2246718" y="2339494"/>
                </a:lnTo>
                <a:lnTo>
                  <a:pt x="2247149" y="2339167"/>
                </a:lnTo>
                <a:lnTo>
                  <a:pt x="2247568" y="2338839"/>
                </a:lnTo>
                <a:lnTo>
                  <a:pt x="2247986" y="2338507"/>
                </a:lnTo>
                <a:lnTo>
                  <a:pt x="2248418" y="2338174"/>
                </a:lnTo>
                <a:lnTo>
                  <a:pt x="2248836" y="2337842"/>
                </a:lnTo>
                <a:lnTo>
                  <a:pt x="2249267" y="2337510"/>
                </a:lnTo>
                <a:lnTo>
                  <a:pt x="2249686" y="2337177"/>
                </a:lnTo>
                <a:lnTo>
                  <a:pt x="2250105" y="2336845"/>
                </a:lnTo>
                <a:lnTo>
                  <a:pt x="2250536" y="2336507"/>
                </a:lnTo>
                <a:lnTo>
                  <a:pt x="2250955" y="2336170"/>
                </a:lnTo>
                <a:lnTo>
                  <a:pt x="2251373" y="2335833"/>
                </a:lnTo>
                <a:lnTo>
                  <a:pt x="2251804" y="2335491"/>
                </a:lnTo>
                <a:lnTo>
                  <a:pt x="2252223" y="2335153"/>
                </a:lnTo>
                <a:lnTo>
                  <a:pt x="2252654" y="2334811"/>
                </a:lnTo>
                <a:lnTo>
                  <a:pt x="2253060" y="2334474"/>
                </a:lnTo>
                <a:lnTo>
                  <a:pt x="2253491" y="2334131"/>
                </a:lnTo>
                <a:lnTo>
                  <a:pt x="2253910" y="2333788"/>
                </a:lnTo>
                <a:lnTo>
                  <a:pt x="2254341" y="2333436"/>
                </a:lnTo>
                <a:lnTo>
                  <a:pt x="2254760" y="2333094"/>
                </a:lnTo>
                <a:lnTo>
                  <a:pt x="2255178" y="2332747"/>
                </a:lnTo>
                <a:lnTo>
                  <a:pt x="2255610" y="2332395"/>
                </a:lnTo>
                <a:lnTo>
                  <a:pt x="2256028" y="2332052"/>
                </a:lnTo>
                <a:lnTo>
                  <a:pt x="2256447" y="2331700"/>
                </a:lnTo>
                <a:lnTo>
                  <a:pt x="2256878" y="2331353"/>
                </a:lnTo>
                <a:lnTo>
                  <a:pt x="2257297" y="2331001"/>
                </a:lnTo>
                <a:lnTo>
                  <a:pt x="2257728" y="2330649"/>
                </a:lnTo>
                <a:lnTo>
                  <a:pt x="2258134" y="2330291"/>
                </a:lnTo>
                <a:lnTo>
                  <a:pt x="2258565" y="2329939"/>
                </a:lnTo>
                <a:lnTo>
                  <a:pt x="2258984" y="2329577"/>
                </a:lnTo>
                <a:lnTo>
                  <a:pt x="2259415" y="2329219"/>
                </a:lnTo>
                <a:lnTo>
                  <a:pt x="2259833" y="2328862"/>
                </a:lnTo>
                <a:lnTo>
                  <a:pt x="2260252" y="2328510"/>
                </a:lnTo>
                <a:lnTo>
                  <a:pt x="2260683" y="2328144"/>
                </a:lnTo>
                <a:lnTo>
                  <a:pt x="2261102" y="2327781"/>
                </a:lnTo>
                <a:lnTo>
                  <a:pt x="2261520" y="2327424"/>
                </a:lnTo>
                <a:lnTo>
                  <a:pt x="2261952" y="2327056"/>
                </a:lnTo>
                <a:lnTo>
                  <a:pt x="2262370" y="2326699"/>
                </a:lnTo>
                <a:lnTo>
                  <a:pt x="2262802" y="2326333"/>
                </a:lnTo>
                <a:lnTo>
                  <a:pt x="2263220" y="2325965"/>
                </a:lnTo>
                <a:lnTo>
                  <a:pt x="2263639" y="2325598"/>
                </a:lnTo>
                <a:lnTo>
                  <a:pt x="2264057" y="2325232"/>
                </a:lnTo>
                <a:lnTo>
                  <a:pt x="2264489" y="2324859"/>
                </a:lnTo>
                <a:lnTo>
                  <a:pt x="2264907" y="2324492"/>
                </a:lnTo>
                <a:lnTo>
                  <a:pt x="2265338" y="2324115"/>
                </a:lnTo>
                <a:lnTo>
                  <a:pt x="2265757" y="2323748"/>
                </a:lnTo>
                <a:lnTo>
                  <a:pt x="2266176" y="2323375"/>
                </a:lnTo>
                <a:lnTo>
                  <a:pt x="2266594" y="2323004"/>
                </a:lnTo>
                <a:lnTo>
                  <a:pt x="2267025" y="2322626"/>
                </a:lnTo>
                <a:lnTo>
                  <a:pt x="2267444" y="2322245"/>
                </a:lnTo>
                <a:lnTo>
                  <a:pt x="2267875" y="2321872"/>
                </a:lnTo>
                <a:lnTo>
                  <a:pt x="2268294" y="2321496"/>
                </a:lnTo>
                <a:lnTo>
                  <a:pt x="2268712" y="2321113"/>
                </a:lnTo>
                <a:lnTo>
                  <a:pt x="2269144" y="2320732"/>
                </a:lnTo>
                <a:lnTo>
                  <a:pt x="2269562" y="2320350"/>
                </a:lnTo>
                <a:lnTo>
                  <a:pt x="2269981" y="2319967"/>
                </a:lnTo>
                <a:lnTo>
                  <a:pt x="2270412" y="2319586"/>
                </a:lnTo>
                <a:lnTo>
                  <a:pt x="2270831" y="2319203"/>
                </a:lnTo>
                <a:lnTo>
                  <a:pt x="2271262" y="2318817"/>
                </a:lnTo>
                <a:lnTo>
                  <a:pt x="2271668" y="2318435"/>
                </a:lnTo>
                <a:lnTo>
                  <a:pt x="2272099" y="2318042"/>
                </a:lnTo>
                <a:lnTo>
                  <a:pt x="2272518" y="2317656"/>
                </a:lnTo>
                <a:lnTo>
                  <a:pt x="2272949" y="2317274"/>
                </a:lnTo>
                <a:lnTo>
                  <a:pt x="2273368" y="2316877"/>
                </a:lnTo>
                <a:lnTo>
                  <a:pt x="2273786" y="2316485"/>
                </a:lnTo>
                <a:lnTo>
                  <a:pt x="2274217" y="2316098"/>
                </a:lnTo>
                <a:lnTo>
                  <a:pt x="2274636" y="2315706"/>
                </a:lnTo>
                <a:lnTo>
                  <a:pt x="2275055" y="2315310"/>
                </a:lnTo>
                <a:lnTo>
                  <a:pt x="2275486" y="2314913"/>
                </a:lnTo>
                <a:lnTo>
                  <a:pt x="2275904" y="2314515"/>
                </a:lnTo>
                <a:lnTo>
                  <a:pt x="2276336" y="2314118"/>
                </a:lnTo>
                <a:lnTo>
                  <a:pt x="2276754" y="2313721"/>
                </a:lnTo>
                <a:lnTo>
                  <a:pt x="2277173" y="2313325"/>
                </a:lnTo>
                <a:lnTo>
                  <a:pt x="2277591" y="2312928"/>
                </a:lnTo>
                <a:lnTo>
                  <a:pt x="2278023" y="2312521"/>
                </a:lnTo>
                <a:lnTo>
                  <a:pt x="2278441" y="2312124"/>
                </a:lnTo>
                <a:lnTo>
                  <a:pt x="2278873" y="2311717"/>
                </a:lnTo>
                <a:lnTo>
                  <a:pt x="2279291" y="2311316"/>
                </a:lnTo>
                <a:lnTo>
                  <a:pt x="2279710" y="2310909"/>
                </a:lnTo>
                <a:lnTo>
                  <a:pt x="2280128" y="2310502"/>
                </a:lnTo>
                <a:lnTo>
                  <a:pt x="2280560" y="2310100"/>
                </a:lnTo>
                <a:lnTo>
                  <a:pt x="2280978" y="2309688"/>
                </a:lnTo>
                <a:lnTo>
                  <a:pt x="2281409" y="2309281"/>
                </a:lnTo>
                <a:lnTo>
                  <a:pt x="2281828" y="2308870"/>
                </a:lnTo>
                <a:lnTo>
                  <a:pt x="2282247" y="2308458"/>
                </a:lnTo>
                <a:lnTo>
                  <a:pt x="2282678" y="2308046"/>
                </a:lnTo>
                <a:lnTo>
                  <a:pt x="2283096" y="2307629"/>
                </a:lnTo>
                <a:lnTo>
                  <a:pt x="2283515" y="2307219"/>
                </a:lnTo>
                <a:lnTo>
                  <a:pt x="2283946" y="2306807"/>
                </a:lnTo>
                <a:lnTo>
                  <a:pt x="2284365" y="2306384"/>
                </a:lnTo>
                <a:lnTo>
                  <a:pt x="2284796" y="2305972"/>
                </a:lnTo>
                <a:lnTo>
                  <a:pt x="2285202" y="2305557"/>
                </a:lnTo>
                <a:lnTo>
                  <a:pt x="2285633" y="2305134"/>
                </a:lnTo>
                <a:lnTo>
                  <a:pt x="2286065" y="2304712"/>
                </a:lnTo>
                <a:lnTo>
                  <a:pt x="2286483" y="2304297"/>
                </a:lnTo>
                <a:lnTo>
                  <a:pt x="2286914" y="2303874"/>
                </a:lnTo>
                <a:lnTo>
                  <a:pt x="2287320" y="2303452"/>
                </a:lnTo>
                <a:lnTo>
                  <a:pt x="2287752" y="2303026"/>
                </a:lnTo>
                <a:lnTo>
                  <a:pt x="2288170" y="2302599"/>
                </a:lnTo>
                <a:lnTo>
                  <a:pt x="2288601" y="2302178"/>
                </a:lnTo>
                <a:lnTo>
                  <a:pt x="2289020" y="2301751"/>
                </a:lnTo>
                <a:lnTo>
                  <a:pt x="2289439" y="2301325"/>
                </a:lnTo>
                <a:lnTo>
                  <a:pt x="2289870" y="2300893"/>
                </a:lnTo>
                <a:lnTo>
                  <a:pt x="2290288" y="2300467"/>
                </a:lnTo>
                <a:lnTo>
                  <a:pt x="2290707" y="2300029"/>
                </a:lnTo>
                <a:lnTo>
                  <a:pt x="2291138" y="2299603"/>
                </a:lnTo>
                <a:lnTo>
                  <a:pt x="2291557" y="2299167"/>
                </a:lnTo>
                <a:lnTo>
                  <a:pt x="2291988" y="2298735"/>
                </a:lnTo>
                <a:lnTo>
                  <a:pt x="2292394" y="2298299"/>
                </a:lnTo>
                <a:lnTo>
                  <a:pt x="2292825" y="2297861"/>
                </a:lnTo>
                <a:lnTo>
                  <a:pt x="2293244" y="2297425"/>
                </a:lnTo>
                <a:lnTo>
                  <a:pt x="2293675" y="2296989"/>
                </a:lnTo>
                <a:lnTo>
                  <a:pt x="2294094" y="2296556"/>
                </a:lnTo>
                <a:lnTo>
                  <a:pt x="2294512" y="2296110"/>
                </a:lnTo>
                <a:lnTo>
                  <a:pt x="2294943" y="2295669"/>
                </a:lnTo>
                <a:lnTo>
                  <a:pt x="2295362" y="2295233"/>
                </a:lnTo>
                <a:lnTo>
                  <a:pt x="2295781" y="2294790"/>
                </a:lnTo>
                <a:lnTo>
                  <a:pt x="2296212" y="2294349"/>
                </a:lnTo>
                <a:lnTo>
                  <a:pt x="2296630" y="2293903"/>
                </a:lnTo>
                <a:lnTo>
                  <a:pt x="2297062" y="2293456"/>
                </a:lnTo>
                <a:lnTo>
                  <a:pt x="2297480" y="2293010"/>
                </a:lnTo>
                <a:lnTo>
                  <a:pt x="2297899" y="2292559"/>
                </a:lnTo>
                <a:lnTo>
                  <a:pt x="2298318" y="2292117"/>
                </a:lnTo>
                <a:lnTo>
                  <a:pt x="2298749" y="2291666"/>
                </a:lnTo>
                <a:lnTo>
                  <a:pt x="2299167" y="2291215"/>
                </a:lnTo>
                <a:lnTo>
                  <a:pt x="2299599" y="2290767"/>
                </a:lnTo>
                <a:lnTo>
                  <a:pt x="2300017" y="2290316"/>
                </a:lnTo>
                <a:lnTo>
                  <a:pt x="2300436" y="2289855"/>
                </a:lnTo>
                <a:lnTo>
                  <a:pt x="2300854" y="2289404"/>
                </a:lnTo>
                <a:lnTo>
                  <a:pt x="2301286" y="2288947"/>
                </a:lnTo>
                <a:lnTo>
                  <a:pt x="2301704" y="2288496"/>
                </a:lnTo>
                <a:lnTo>
                  <a:pt x="2302135" y="2288039"/>
                </a:lnTo>
                <a:lnTo>
                  <a:pt x="2302554" y="2287578"/>
                </a:lnTo>
                <a:lnTo>
                  <a:pt x="2302973" y="2287121"/>
                </a:lnTo>
                <a:lnTo>
                  <a:pt x="2303404" y="2286665"/>
                </a:lnTo>
                <a:lnTo>
                  <a:pt x="2303822" y="2286198"/>
                </a:lnTo>
                <a:lnTo>
                  <a:pt x="2304241" y="2285737"/>
                </a:lnTo>
                <a:lnTo>
                  <a:pt x="2304672" y="2285271"/>
                </a:lnTo>
                <a:lnTo>
                  <a:pt x="2305091" y="2284815"/>
                </a:lnTo>
                <a:lnTo>
                  <a:pt x="2305522" y="2284348"/>
                </a:lnTo>
                <a:lnTo>
                  <a:pt x="2305928" y="2283881"/>
                </a:lnTo>
                <a:lnTo>
                  <a:pt x="2306359" y="2283416"/>
                </a:lnTo>
                <a:lnTo>
                  <a:pt x="2306778" y="2282944"/>
                </a:lnTo>
                <a:lnTo>
                  <a:pt x="2307209" y="2282478"/>
                </a:lnTo>
                <a:lnTo>
                  <a:pt x="2307628" y="2282011"/>
                </a:lnTo>
                <a:lnTo>
                  <a:pt x="2308046" y="2281535"/>
                </a:lnTo>
                <a:lnTo>
                  <a:pt x="2308478" y="2281064"/>
                </a:lnTo>
                <a:lnTo>
                  <a:pt x="2308896" y="2280593"/>
                </a:lnTo>
                <a:lnTo>
                  <a:pt x="2309315" y="2280116"/>
                </a:lnTo>
                <a:lnTo>
                  <a:pt x="2309746" y="2279645"/>
                </a:lnTo>
                <a:lnTo>
                  <a:pt x="2310165" y="2279169"/>
                </a:lnTo>
                <a:lnTo>
                  <a:pt x="2310596" y="2278697"/>
                </a:lnTo>
                <a:lnTo>
                  <a:pt x="2311014" y="2278217"/>
                </a:lnTo>
                <a:lnTo>
                  <a:pt x="2311433" y="2277740"/>
                </a:lnTo>
                <a:lnTo>
                  <a:pt x="2311852" y="2277259"/>
                </a:lnTo>
                <a:lnTo>
                  <a:pt x="2312283" y="2276777"/>
                </a:lnTo>
                <a:lnTo>
                  <a:pt x="2312701" y="2276296"/>
                </a:lnTo>
                <a:lnTo>
                  <a:pt x="2313133" y="2275816"/>
                </a:lnTo>
                <a:lnTo>
                  <a:pt x="2313551" y="2275334"/>
                </a:lnTo>
                <a:lnTo>
                  <a:pt x="2313970" y="2274848"/>
                </a:lnTo>
                <a:lnTo>
                  <a:pt x="2314388" y="2274366"/>
                </a:lnTo>
                <a:lnTo>
                  <a:pt x="2314820" y="2273875"/>
                </a:lnTo>
                <a:lnTo>
                  <a:pt x="2315238" y="2273395"/>
                </a:lnTo>
                <a:lnTo>
                  <a:pt x="2315670" y="2272903"/>
                </a:lnTo>
                <a:lnTo>
                  <a:pt x="2316088" y="2272417"/>
                </a:lnTo>
                <a:lnTo>
                  <a:pt x="2316507" y="2271926"/>
                </a:lnTo>
                <a:lnTo>
                  <a:pt x="2316938" y="2271430"/>
                </a:lnTo>
                <a:lnTo>
                  <a:pt x="2317357" y="2270943"/>
                </a:lnTo>
                <a:lnTo>
                  <a:pt x="2317775" y="2270452"/>
                </a:lnTo>
                <a:lnTo>
                  <a:pt x="2318206" y="2269956"/>
                </a:lnTo>
                <a:lnTo>
                  <a:pt x="2318625" y="2269460"/>
                </a:lnTo>
                <a:lnTo>
                  <a:pt x="2319056" y="2268965"/>
                </a:lnTo>
                <a:lnTo>
                  <a:pt x="2319462" y="2268469"/>
                </a:lnTo>
                <a:lnTo>
                  <a:pt x="2319893" y="2267971"/>
                </a:lnTo>
                <a:lnTo>
                  <a:pt x="2320312" y="2267476"/>
                </a:lnTo>
                <a:lnTo>
                  <a:pt x="2320743" y="2266980"/>
                </a:lnTo>
                <a:lnTo>
                  <a:pt x="2321162" y="2266474"/>
                </a:lnTo>
                <a:lnTo>
                  <a:pt x="2321580" y="2265978"/>
                </a:lnTo>
                <a:lnTo>
                  <a:pt x="2322012" y="2265472"/>
                </a:lnTo>
                <a:lnTo>
                  <a:pt x="2322430" y="2264971"/>
                </a:lnTo>
                <a:lnTo>
                  <a:pt x="2322849" y="2264464"/>
                </a:lnTo>
                <a:lnTo>
                  <a:pt x="2323280" y="2263958"/>
                </a:lnTo>
                <a:lnTo>
                  <a:pt x="2323699" y="2263457"/>
                </a:lnTo>
                <a:lnTo>
                  <a:pt x="2324130" y="2262946"/>
                </a:lnTo>
                <a:lnTo>
                  <a:pt x="2324549" y="2262440"/>
                </a:lnTo>
                <a:lnTo>
                  <a:pt x="2324967" y="2261930"/>
                </a:lnTo>
                <a:lnTo>
                  <a:pt x="2325398" y="2261419"/>
                </a:lnTo>
                <a:lnTo>
                  <a:pt x="2325817" y="2260913"/>
                </a:lnTo>
                <a:lnTo>
                  <a:pt x="2326248" y="2260402"/>
                </a:lnTo>
                <a:lnTo>
                  <a:pt x="2326654" y="2259891"/>
                </a:lnTo>
                <a:lnTo>
                  <a:pt x="2327085" y="2259369"/>
                </a:lnTo>
                <a:lnTo>
                  <a:pt x="2327504" y="2258859"/>
                </a:lnTo>
                <a:lnTo>
                  <a:pt x="2327935" y="2258348"/>
                </a:lnTo>
                <a:lnTo>
                  <a:pt x="2328354" y="2257827"/>
                </a:lnTo>
                <a:lnTo>
                  <a:pt x="2328772" y="2257305"/>
                </a:lnTo>
                <a:lnTo>
                  <a:pt x="2329204" y="2256785"/>
                </a:lnTo>
                <a:lnTo>
                  <a:pt x="2329622" y="2256269"/>
                </a:lnTo>
                <a:lnTo>
                  <a:pt x="2330041" y="2255748"/>
                </a:lnTo>
                <a:lnTo>
                  <a:pt x="2330472" y="2255228"/>
                </a:lnTo>
                <a:lnTo>
                  <a:pt x="2330891" y="2254711"/>
                </a:lnTo>
                <a:lnTo>
                  <a:pt x="2331322" y="2254181"/>
                </a:lnTo>
                <a:lnTo>
                  <a:pt x="2331741" y="2253665"/>
                </a:lnTo>
                <a:lnTo>
                  <a:pt x="2332159" y="2253133"/>
                </a:lnTo>
                <a:lnTo>
                  <a:pt x="2332578" y="2252608"/>
                </a:lnTo>
                <a:lnTo>
                  <a:pt x="2333009" y="2252082"/>
                </a:lnTo>
                <a:lnTo>
                  <a:pt x="2333428" y="2251557"/>
                </a:lnTo>
                <a:lnTo>
                  <a:pt x="2333859" y="2251025"/>
                </a:lnTo>
                <a:lnTo>
                  <a:pt x="2334277" y="2250500"/>
                </a:lnTo>
                <a:lnTo>
                  <a:pt x="2334696" y="2249963"/>
                </a:lnTo>
                <a:lnTo>
                  <a:pt x="2335115" y="2249438"/>
                </a:lnTo>
                <a:lnTo>
                  <a:pt x="2335546" y="2248902"/>
                </a:lnTo>
                <a:lnTo>
                  <a:pt x="2335964" y="2248371"/>
                </a:lnTo>
                <a:lnTo>
                  <a:pt x="2336396" y="2247836"/>
                </a:lnTo>
                <a:lnTo>
                  <a:pt x="2336814" y="2247299"/>
                </a:lnTo>
                <a:lnTo>
                  <a:pt x="2337233" y="2246764"/>
                </a:lnTo>
                <a:lnTo>
                  <a:pt x="2337664" y="2246229"/>
                </a:lnTo>
                <a:lnTo>
                  <a:pt x="2338083" y="2245687"/>
                </a:lnTo>
                <a:lnTo>
                  <a:pt x="2338501" y="2245152"/>
                </a:lnTo>
                <a:lnTo>
                  <a:pt x="2338932" y="2244611"/>
                </a:lnTo>
                <a:lnTo>
                  <a:pt x="2339351" y="2244070"/>
                </a:lnTo>
                <a:lnTo>
                  <a:pt x="2339782" y="2243524"/>
                </a:lnTo>
                <a:lnTo>
                  <a:pt x="2340188" y="2242984"/>
                </a:lnTo>
                <a:lnTo>
                  <a:pt x="2340619" y="2242443"/>
                </a:lnTo>
                <a:lnTo>
                  <a:pt x="2341038" y="2241898"/>
                </a:lnTo>
                <a:lnTo>
                  <a:pt x="2341469" y="2241356"/>
                </a:lnTo>
                <a:lnTo>
                  <a:pt x="2341888" y="2240806"/>
                </a:lnTo>
                <a:lnTo>
                  <a:pt x="2342306" y="2240255"/>
                </a:lnTo>
                <a:lnTo>
                  <a:pt x="2342738" y="2239715"/>
                </a:lnTo>
                <a:lnTo>
                  <a:pt x="2343156" y="2239164"/>
                </a:lnTo>
                <a:lnTo>
                  <a:pt x="2343575" y="2238613"/>
                </a:lnTo>
                <a:lnTo>
                  <a:pt x="2344006" y="2238063"/>
                </a:lnTo>
                <a:lnTo>
                  <a:pt x="2344425" y="2237507"/>
                </a:lnTo>
                <a:lnTo>
                  <a:pt x="2344856" y="2236956"/>
                </a:lnTo>
                <a:lnTo>
                  <a:pt x="2345275" y="2236401"/>
                </a:lnTo>
                <a:lnTo>
                  <a:pt x="2345693" y="2235850"/>
                </a:lnTo>
                <a:lnTo>
                  <a:pt x="2346112" y="2235289"/>
                </a:lnTo>
                <a:lnTo>
                  <a:pt x="2346543" y="2234734"/>
                </a:lnTo>
                <a:lnTo>
                  <a:pt x="2346962" y="2234178"/>
                </a:lnTo>
                <a:lnTo>
                  <a:pt x="2347393" y="2233617"/>
                </a:lnTo>
                <a:lnTo>
                  <a:pt x="2347811" y="2233062"/>
                </a:lnTo>
                <a:lnTo>
                  <a:pt x="2348230" y="2232501"/>
                </a:lnTo>
                <a:lnTo>
                  <a:pt x="2348649" y="2231936"/>
                </a:lnTo>
                <a:lnTo>
                  <a:pt x="2349080" y="2231381"/>
                </a:lnTo>
                <a:lnTo>
                  <a:pt x="2349498" y="2230815"/>
                </a:lnTo>
                <a:lnTo>
                  <a:pt x="2349930" y="2230249"/>
                </a:lnTo>
                <a:lnTo>
                  <a:pt x="2350348" y="2229683"/>
                </a:lnTo>
                <a:lnTo>
                  <a:pt x="2350767" y="2229118"/>
                </a:lnTo>
                <a:lnTo>
                  <a:pt x="2351198" y="2228553"/>
                </a:lnTo>
                <a:lnTo>
                  <a:pt x="2351617" y="2227987"/>
                </a:lnTo>
                <a:lnTo>
                  <a:pt x="2352035" y="2227416"/>
                </a:lnTo>
                <a:lnTo>
                  <a:pt x="2352467" y="2226851"/>
                </a:lnTo>
                <a:lnTo>
                  <a:pt x="2352885" y="2226275"/>
                </a:lnTo>
                <a:lnTo>
                  <a:pt x="2353316" y="2225704"/>
                </a:lnTo>
                <a:lnTo>
                  <a:pt x="2353722" y="2225130"/>
                </a:lnTo>
                <a:lnTo>
                  <a:pt x="2354154" y="2224559"/>
                </a:lnTo>
                <a:lnTo>
                  <a:pt x="2354572" y="2223984"/>
                </a:lnTo>
                <a:lnTo>
                  <a:pt x="2355003" y="2223413"/>
                </a:lnTo>
                <a:lnTo>
                  <a:pt x="2355422" y="2222842"/>
                </a:lnTo>
                <a:lnTo>
                  <a:pt x="2355841" y="2222257"/>
                </a:lnTo>
                <a:lnTo>
                  <a:pt x="2356272" y="2221676"/>
                </a:lnTo>
                <a:lnTo>
                  <a:pt x="2356690" y="2221106"/>
                </a:lnTo>
                <a:lnTo>
                  <a:pt x="2357109" y="2220525"/>
                </a:lnTo>
                <a:lnTo>
                  <a:pt x="2357540" y="2219945"/>
                </a:lnTo>
                <a:lnTo>
                  <a:pt x="2357959" y="2219364"/>
                </a:lnTo>
                <a:lnTo>
                  <a:pt x="2358377" y="2218784"/>
                </a:lnTo>
                <a:lnTo>
                  <a:pt x="2358796" y="2218194"/>
                </a:lnTo>
                <a:lnTo>
                  <a:pt x="2359227" y="2217613"/>
                </a:lnTo>
                <a:lnTo>
                  <a:pt x="2359646" y="2217028"/>
                </a:lnTo>
                <a:lnTo>
                  <a:pt x="2360077" y="2216447"/>
                </a:lnTo>
                <a:lnTo>
                  <a:pt x="2360496" y="2215857"/>
                </a:lnTo>
                <a:lnTo>
                  <a:pt x="2360914" y="2215272"/>
                </a:lnTo>
                <a:lnTo>
                  <a:pt x="2361333" y="2214681"/>
                </a:lnTo>
                <a:lnTo>
                  <a:pt x="2361764" y="2214091"/>
                </a:lnTo>
                <a:lnTo>
                  <a:pt x="2362195" y="2213496"/>
                </a:lnTo>
                <a:lnTo>
                  <a:pt x="2362614" y="2212911"/>
                </a:lnTo>
                <a:lnTo>
                  <a:pt x="2363033" y="2212316"/>
                </a:lnTo>
                <a:lnTo>
                  <a:pt x="2363451" y="2211725"/>
                </a:lnTo>
                <a:lnTo>
                  <a:pt x="2363882" y="2211130"/>
                </a:lnTo>
                <a:lnTo>
                  <a:pt x="2364301" y="2210534"/>
                </a:lnTo>
                <a:lnTo>
                  <a:pt x="2364732" y="2209939"/>
                </a:lnTo>
                <a:lnTo>
                  <a:pt x="2365151" y="2209344"/>
                </a:lnTo>
                <a:lnTo>
                  <a:pt x="2365569" y="2208748"/>
                </a:lnTo>
                <a:lnTo>
                  <a:pt x="2366001" y="2208148"/>
                </a:lnTo>
                <a:lnTo>
                  <a:pt x="2366419" y="2207547"/>
                </a:lnTo>
                <a:lnTo>
                  <a:pt x="2366838" y="2206952"/>
                </a:lnTo>
                <a:lnTo>
                  <a:pt x="2367269" y="2206347"/>
                </a:lnTo>
                <a:lnTo>
                  <a:pt x="2367688" y="2205742"/>
                </a:lnTo>
                <a:lnTo>
                  <a:pt x="2368119" y="2205142"/>
                </a:lnTo>
                <a:lnTo>
                  <a:pt x="2368525" y="2204536"/>
                </a:lnTo>
                <a:lnTo>
                  <a:pt x="2368956" y="2203931"/>
                </a:lnTo>
                <a:lnTo>
                  <a:pt x="2369375" y="2203331"/>
                </a:lnTo>
                <a:lnTo>
                  <a:pt x="2369806" y="2202721"/>
                </a:lnTo>
                <a:lnTo>
                  <a:pt x="2370225" y="2202115"/>
                </a:lnTo>
                <a:lnTo>
                  <a:pt x="2370643" y="2201505"/>
                </a:lnTo>
                <a:lnTo>
                  <a:pt x="2371074" y="2200895"/>
                </a:lnTo>
                <a:lnTo>
                  <a:pt x="2371493" y="2200280"/>
                </a:lnTo>
                <a:lnTo>
                  <a:pt x="2371912" y="2199670"/>
                </a:lnTo>
                <a:lnTo>
                  <a:pt x="2372343" y="2199060"/>
                </a:lnTo>
                <a:lnTo>
                  <a:pt x="2372761" y="2198449"/>
                </a:lnTo>
                <a:lnTo>
                  <a:pt x="2373193" y="2197839"/>
                </a:lnTo>
                <a:lnTo>
                  <a:pt x="2373611" y="2197220"/>
                </a:lnTo>
                <a:lnTo>
                  <a:pt x="2374030" y="2196609"/>
                </a:lnTo>
                <a:lnTo>
                  <a:pt x="2374448" y="2195989"/>
                </a:lnTo>
                <a:lnTo>
                  <a:pt x="2374880" y="2195368"/>
                </a:lnTo>
                <a:lnTo>
                  <a:pt x="2375298" y="2194754"/>
                </a:lnTo>
                <a:lnTo>
                  <a:pt x="2375729" y="2194134"/>
                </a:lnTo>
                <a:lnTo>
                  <a:pt x="2376148" y="2193513"/>
                </a:lnTo>
                <a:lnTo>
                  <a:pt x="2376567" y="2192893"/>
                </a:lnTo>
                <a:lnTo>
                  <a:pt x="2376985" y="2192278"/>
                </a:lnTo>
                <a:lnTo>
                  <a:pt x="2377416" y="2191648"/>
                </a:lnTo>
                <a:lnTo>
                  <a:pt x="2377835" y="2191023"/>
                </a:lnTo>
                <a:lnTo>
                  <a:pt x="2378266" y="2190403"/>
                </a:lnTo>
                <a:lnTo>
                  <a:pt x="2378685" y="2189777"/>
                </a:lnTo>
                <a:lnTo>
                  <a:pt x="2379104" y="2189153"/>
                </a:lnTo>
                <a:lnTo>
                  <a:pt x="2379535" y="2188527"/>
                </a:lnTo>
                <a:lnTo>
                  <a:pt x="2379953" y="2187898"/>
                </a:lnTo>
                <a:lnTo>
                  <a:pt x="2380372" y="2187267"/>
                </a:lnTo>
                <a:lnTo>
                  <a:pt x="2380803" y="2186638"/>
                </a:lnTo>
                <a:lnTo>
                  <a:pt x="2381222" y="2186002"/>
                </a:lnTo>
                <a:lnTo>
                  <a:pt x="2381653" y="2185378"/>
                </a:lnTo>
                <a:lnTo>
                  <a:pt x="2382059" y="2184742"/>
                </a:lnTo>
                <a:lnTo>
                  <a:pt x="2382490" y="2184112"/>
                </a:lnTo>
                <a:lnTo>
                  <a:pt x="2382909" y="2183478"/>
                </a:lnTo>
                <a:lnTo>
                  <a:pt x="2383340" y="2182842"/>
                </a:lnTo>
                <a:lnTo>
                  <a:pt x="2383759" y="2182208"/>
                </a:lnTo>
                <a:lnTo>
                  <a:pt x="2384177" y="2181568"/>
                </a:lnTo>
                <a:lnTo>
                  <a:pt x="2384608" y="2180932"/>
                </a:lnTo>
                <a:lnTo>
                  <a:pt x="2385027" y="2180293"/>
                </a:lnTo>
                <a:lnTo>
                  <a:pt x="2385446" y="2179658"/>
                </a:lnTo>
                <a:lnTo>
                  <a:pt x="2385877" y="2179017"/>
                </a:lnTo>
                <a:lnTo>
                  <a:pt x="2386295" y="2178372"/>
                </a:lnTo>
                <a:lnTo>
                  <a:pt x="2386727" y="2177733"/>
                </a:lnTo>
                <a:lnTo>
                  <a:pt x="2387145" y="2177092"/>
                </a:lnTo>
                <a:lnTo>
                  <a:pt x="2387564" y="2176442"/>
                </a:lnTo>
                <a:lnTo>
                  <a:pt x="2387982" y="2175798"/>
                </a:lnTo>
                <a:lnTo>
                  <a:pt x="2388414" y="2175158"/>
                </a:lnTo>
                <a:lnTo>
                  <a:pt x="2388832" y="2174508"/>
                </a:lnTo>
                <a:lnTo>
                  <a:pt x="2389264" y="2173858"/>
                </a:lnTo>
                <a:lnTo>
                  <a:pt x="2389682" y="2173209"/>
                </a:lnTo>
                <a:lnTo>
                  <a:pt x="2390101" y="2172568"/>
                </a:lnTo>
                <a:lnTo>
                  <a:pt x="2390519" y="2171913"/>
                </a:lnTo>
                <a:lnTo>
                  <a:pt x="2390951" y="2171263"/>
                </a:lnTo>
                <a:lnTo>
                  <a:pt x="2391369" y="2170613"/>
                </a:lnTo>
                <a:lnTo>
                  <a:pt x="2391800" y="2169964"/>
                </a:lnTo>
                <a:lnTo>
                  <a:pt x="2392219" y="2169304"/>
                </a:lnTo>
                <a:lnTo>
                  <a:pt x="2392638" y="2168659"/>
                </a:lnTo>
                <a:lnTo>
                  <a:pt x="2393056" y="2167999"/>
                </a:lnTo>
                <a:lnTo>
                  <a:pt x="2393487" y="2167344"/>
                </a:lnTo>
                <a:lnTo>
                  <a:pt x="2393906" y="2166684"/>
                </a:lnTo>
                <a:lnTo>
                  <a:pt x="2394337" y="2166029"/>
                </a:lnTo>
                <a:lnTo>
                  <a:pt x="2394756" y="2165369"/>
                </a:lnTo>
                <a:lnTo>
                  <a:pt x="2395174" y="2164706"/>
                </a:lnTo>
                <a:lnTo>
                  <a:pt x="2395593" y="2164051"/>
                </a:lnTo>
                <a:lnTo>
                  <a:pt x="2396024" y="2163386"/>
                </a:lnTo>
                <a:lnTo>
                  <a:pt x="2396443" y="2162731"/>
                </a:lnTo>
                <a:lnTo>
                  <a:pt x="2396874" y="2162066"/>
                </a:lnTo>
                <a:lnTo>
                  <a:pt x="2397293" y="2161401"/>
                </a:lnTo>
                <a:lnTo>
                  <a:pt x="2397711" y="2160737"/>
                </a:lnTo>
                <a:lnTo>
                  <a:pt x="2398143" y="2160072"/>
                </a:lnTo>
                <a:lnTo>
                  <a:pt x="2398561" y="2159407"/>
                </a:lnTo>
                <a:lnTo>
                  <a:pt x="2398980" y="2158742"/>
                </a:lnTo>
                <a:lnTo>
                  <a:pt x="2399411" y="2158068"/>
                </a:lnTo>
                <a:lnTo>
                  <a:pt x="2399830" y="2157403"/>
                </a:lnTo>
                <a:lnTo>
                  <a:pt x="2400261" y="2156733"/>
                </a:lnTo>
                <a:lnTo>
                  <a:pt x="2400667" y="2156058"/>
                </a:lnTo>
                <a:lnTo>
                  <a:pt x="2401098" y="2155389"/>
                </a:lnTo>
                <a:lnTo>
                  <a:pt x="2401517" y="2154714"/>
                </a:lnTo>
                <a:lnTo>
                  <a:pt x="2401948" y="2154045"/>
                </a:lnTo>
                <a:lnTo>
                  <a:pt x="2402379" y="2153369"/>
                </a:lnTo>
                <a:lnTo>
                  <a:pt x="2402785" y="2152699"/>
                </a:lnTo>
                <a:lnTo>
                  <a:pt x="2403216" y="2152020"/>
                </a:lnTo>
                <a:lnTo>
                  <a:pt x="2403635" y="2151345"/>
                </a:lnTo>
                <a:lnTo>
                  <a:pt x="2404066" y="2150666"/>
                </a:lnTo>
                <a:lnTo>
                  <a:pt x="2404485" y="2149986"/>
                </a:lnTo>
                <a:lnTo>
                  <a:pt x="2404903" y="2149316"/>
                </a:lnTo>
                <a:lnTo>
                  <a:pt x="2405335" y="2148637"/>
                </a:lnTo>
                <a:lnTo>
                  <a:pt x="2405753" y="2147947"/>
                </a:lnTo>
                <a:lnTo>
                  <a:pt x="2406172" y="2147267"/>
                </a:lnTo>
                <a:lnTo>
                  <a:pt x="2406603" y="2146588"/>
                </a:lnTo>
                <a:lnTo>
                  <a:pt x="2407022" y="2145908"/>
                </a:lnTo>
                <a:lnTo>
                  <a:pt x="2407453" y="2145219"/>
                </a:lnTo>
                <a:lnTo>
                  <a:pt x="2407871" y="2144535"/>
                </a:lnTo>
                <a:lnTo>
                  <a:pt x="2408290" y="2143854"/>
                </a:lnTo>
                <a:lnTo>
                  <a:pt x="2408709" y="2143165"/>
                </a:lnTo>
                <a:lnTo>
                  <a:pt x="2409140" y="2142480"/>
                </a:lnTo>
                <a:lnTo>
                  <a:pt x="2409558" y="2141791"/>
                </a:lnTo>
                <a:lnTo>
                  <a:pt x="2409990" y="2141096"/>
                </a:lnTo>
                <a:lnTo>
                  <a:pt x="2410408" y="2140407"/>
                </a:lnTo>
                <a:lnTo>
                  <a:pt x="2410827" y="2139722"/>
                </a:lnTo>
                <a:lnTo>
                  <a:pt x="2411245" y="2139027"/>
                </a:lnTo>
                <a:lnTo>
                  <a:pt x="2411677" y="2138338"/>
                </a:lnTo>
                <a:lnTo>
                  <a:pt x="2412095" y="2137643"/>
                </a:lnTo>
                <a:lnTo>
                  <a:pt x="2412527" y="2136948"/>
                </a:lnTo>
                <a:lnTo>
                  <a:pt x="2412945" y="2136254"/>
                </a:lnTo>
                <a:lnTo>
                  <a:pt x="2413364" y="2135560"/>
                </a:lnTo>
                <a:lnTo>
                  <a:pt x="2413795" y="2134860"/>
                </a:lnTo>
                <a:lnTo>
                  <a:pt x="2414214" y="2134161"/>
                </a:lnTo>
                <a:lnTo>
                  <a:pt x="2414632" y="2133466"/>
                </a:lnTo>
                <a:lnTo>
                  <a:pt x="2415063" y="2132761"/>
                </a:lnTo>
                <a:lnTo>
                  <a:pt x="2415482" y="2132067"/>
                </a:lnTo>
                <a:lnTo>
                  <a:pt x="2415913" y="2131362"/>
                </a:lnTo>
                <a:lnTo>
                  <a:pt x="2416319" y="2130663"/>
                </a:lnTo>
                <a:lnTo>
                  <a:pt x="2416750" y="2129959"/>
                </a:lnTo>
                <a:lnTo>
                  <a:pt x="2417169" y="2129254"/>
                </a:lnTo>
                <a:lnTo>
                  <a:pt x="2417600" y="2128555"/>
                </a:lnTo>
                <a:lnTo>
                  <a:pt x="2418019" y="2127850"/>
                </a:lnTo>
                <a:lnTo>
                  <a:pt x="2418437" y="2127141"/>
                </a:lnTo>
                <a:lnTo>
                  <a:pt x="2418869" y="2126436"/>
                </a:lnTo>
                <a:lnTo>
                  <a:pt x="2419287" y="2125727"/>
                </a:lnTo>
                <a:lnTo>
                  <a:pt x="2419706" y="2125022"/>
                </a:lnTo>
                <a:lnTo>
                  <a:pt x="2420137" y="2124313"/>
                </a:lnTo>
                <a:lnTo>
                  <a:pt x="2420556" y="2123603"/>
                </a:lnTo>
                <a:lnTo>
                  <a:pt x="2420987" y="2122895"/>
                </a:lnTo>
                <a:lnTo>
                  <a:pt x="2421405" y="2122180"/>
                </a:lnTo>
                <a:lnTo>
                  <a:pt x="2421824" y="2121471"/>
                </a:lnTo>
                <a:lnTo>
                  <a:pt x="2422243" y="2120751"/>
                </a:lnTo>
                <a:lnTo>
                  <a:pt x="2422674" y="2120042"/>
                </a:lnTo>
                <a:lnTo>
                  <a:pt x="2423092" y="2119323"/>
                </a:lnTo>
                <a:lnTo>
                  <a:pt x="2423524" y="2118608"/>
                </a:lnTo>
                <a:lnTo>
                  <a:pt x="2423942" y="2117899"/>
                </a:lnTo>
                <a:lnTo>
                  <a:pt x="2424361" y="2117179"/>
                </a:lnTo>
                <a:lnTo>
                  <a:pt x="2424779" y="2116459"/>
                </a:lnTo>
                <a:lnTo>
                  <a:pt x="2425211" y="2115741"/>
                </a:lnTo>
                <a:lnTo>
                  <a:pt x="2425629" y="2115016"/>
                </a:lnTo>
                <a:lnTo>
                  <a:pt x="2426061" y="2114297"/>
                </a:lnTo>
                <a:lnTo>
                  <a:pt x="2426479" y="2113583"/>
                </a:lnTo>
                <a:lnTo>
                  <a:pt x="2426898" y="2112853"/>
                </a:lnTo>
                <a:lnTo>
                  <a:pt x="2427316" y="2112129"/>
                </a:lnTo>
                <a:lnTo>
                  <a:pt x="2427748" y="2111410"/>
                </a:lnTo>
                <a:lnTo>
                  <a:pt x="2428166" y="2110685"/>
                </a:lnTo>
                <a:lnTo>
                  <a:pt x="2428597" y="2109962"/>
                </a:lnTo>
                <a:lnTo>
                  <a:pt x="2429016" y="2109232"/>
                </a:lnTo>
                <a:lnTo>
                  <a:pt x="2429435" y="2108507"/>
                </a:lnTo>
                <a:lnTo>
                  <a:pt x="2429853" y="2107773"/>
                </a:lnTo>
                <a:lnTo>
                  <a:pt x="2430284" y="2107049"/>
                </a:lnTo>
                <a:lnTo>
                  <a:pt x="2430703" y="2106325"/>
                </a:lnTo>
                <a:lnTo>
                  <a:pt x="2431134" y="2105590"/>
                </a:lnTo>
                <a:lnTo>
                  <a:pt x="2431553" y="2104856"/>
                </a:lnTo>
                <a:lnTo>
                  <a:pt x="2431971" y="2104123"/>
                </a:lnTo>
                <a:lnTo>
                  <a:pt x="2432403" y="2103398"/>
                </a:lnTo>
                <a:lnTo>
                  <a:pt x="2432821" y="2102664"/>
                </a:lnTo>
                <a:lnTo>
                  <a:pt x="2433240" y="2101924"/>
                </a:lnTo>
                <a:lnTo>
                  <a:pt x="2433671" y="2101190"/>
                </a:lnTo>
                <a:lnTo>
                  <a:pt x="2434090" y="2100455"/>
                </a:lnTo>
                <a:lnTo>
                  <a:pt x="2434521" y="2099717"/>
                </a:lnTo>
                <a:lnTo>
                  <a:pt x="2434927" y="2098983"/>
                </a:lnTo>
                <a:lnTo>
                  <a:pt x="2435358" y="2098243"/>
                </a:lnTo>
                <a:lnTo>
                  <a:pt x="2435777" y="2097499"/>
                </a:lnTo>
                <a:lnTo>
                  <a:pt x="2436208" y="2096765"/>
                </a:lnTo>
                <a:lnTo>
                  <a:pt x="2436627" y="2096027"/>
                </a:lnTo>
                <a:lnTo>
                  <a:pt x="2437045" y="2095276"/>
                </a:lnTo>
                <a:lnTo>
                  <a:pt x="2437476" y="2094538"/>
                </a:lnTo>
                <a:lnTo>
                  <a:pt x="2437895" y="2093794"/>
                </a:lnTo>
                <a:lnTo>
                  <a:pt x="2438326" y="2093055"/>
                </a:lnTo>
                <a:lnTo>
                  <a:pt x="2438745" y="2092305"/>
                </a:lnTo>
                <a:lnTo>
                  <a:pt x="2439163" y="2091566"/>
                </a:lnTo>
                <a:lnTo>
                  <a:pt x="2439595" y="2090817"/>
                </a:lnTo>
                <a:lnTo>
                  <a:pt x="2440013" y="2090068"/>
                </a:lnTo>
                <a:lnTo>
                  <a:pt x="2440432" y="2089319"/>
                </a:lnTo>
                <a:lnTo>
                  <a:pt x="2440863" y="2088570"/>
                </a:lnTo>
                <a:lnTo>
                  <a:pt x="2441282" y="2087821"/>
                </a:lnTo>
                <a:lnTo>
                  <a:pt x="2441713" y="2087071"/>
                </a:lnTo>
                <a:lnTo>
                  <a:pt x="2442132" y="2086317"/>
                </a:lnTo>
                <a:lnTo>
                  <a:pt x="2442550" y="2085568"/>
                </a:lnTo>
                <a:lnTo>
                  <a:pt x="2442969" y="2084819"/>
                </a:lnTo>
                <a:lnTo>
                  <a:pt x="2443400" y="2084065"/>
                </a:lnTo>
                <a:lnTo>
                  <a:pt x="2443819" y="2083306"/>
                </a:lnTo>
                <a:lnTo>
                  <a:pt x="2444250" y="2082552"/>
                </a:lnTo>
                <a:lnTo>
                  <a:pt x="2444668" y="2081793"/>
                </a:lnTo>
                <a:lnTo>
                  <a:pt x="2445087" y="2081039"/>
                </a:lnTo>
                <a:lnTo>
                  <a:pt x="2445506" y="2080279"/>
                </a:lnTo>
                <a:lnTo>
                  <a:pt x="2445937" y="2079525"/>
                </a:lnTo>
                <a:lnTo>
                  <a:pt x="2446355" y="2078771"/>
                </a:lnTo>
                <a:lnTo>
                  <a:pt x="2446787" y="2078008"/>
                </a:lnTo>
                <a:lnTo>
                  <a:pt x="2447205" y="2077249"/>
                </a:lnTo>
                <a:lnTo>
                  <a:pt x="2447624" y="2076485"/>
                </a:lnTo>
                <a:lnTo>
                  <a:pt x="2448055" y="2075721"/>
                </a:lnTo>
                <a:lnTo>
                  <a:pt x="2448474" y="2074957"/>
                </a:lnTo>
                <a:lnTo>
                  <a:pt x="2448892" y="2074192"/>
                </a:lnTo>
                <a:lnTo>
                  <a:pt x="2449324" y="2073429"/>
                </a:lnTo>
                <a:lnTo>
                  <a:pt x="2449742" y="2072665"/>
                </a:lnTo>
                <a:lnTo>
                  <a:pt x="2450173" y="2071901"/>
                </a:lnTo>
                <a:lnTo>
                  <a:pt x="2450579" y="2071132"/>
                </a:lnTo>
                <a:lnTo>
                  <a:pt x="2451011" y="2070367"/>
                </a:lnTo>
                <a:lnTo>
                  <a:pt x="2451429" y="2069594"/>
                </a:lnTo>
                <a:lnTo>
                  <a:pt x="2451860" y="2068830"/>
                </a:lnTo>
                <a:lnTo>
                  <a:pt x="2452279" y="2068061"/>
                </a:lnTo>
                <a:lnTo>
                  <a:pt x="2452698" y="2067288"/>
                </a:lnTo>
                <a:lnTo>
                  <a:pt x="2453129" y="2066518"/>
                </a:lnTo>
                <a:lnTo>
                  <a:pt x="2453547" y="2065744"/>
                </a:lnTo>
                <a:lnTo>
                  <a:pt x="2453966" y="2064976"/>
                </a:lnTo>
                <a:lnTo>
                  <a:pt x="2454397" y="2064196"/>
                </a:lnTo>
                <a:lnTo>
                  <a:pt x="2454816" y="2063422"/>
                </a:lnTo>
                <a:lnTo>
                  <a:pt x="2455247" y="2062654"/>
                </a:lnTo>
                <a:lnTo>
                  <a:pt x="2455666" y="2061875"/>
                </a:lnTo>
                <a:lnTo>
                  <a:pt x="2456084" y="2061091"/>
                </a:lnTo>
                <a:lnTo>
                  <a:pt x="2456503" y="2060312"/>
                </a:lnTo>
                <a:lnTo>
                  <a:pt x="2456934" y="2059544"/>
                </a:lnTo>
                <a:lnTo>
                  <a:pt x="2457353" y="2058764"/>
                </a:lnTo>
                <a:lnTo>
                  <a:pt x="2457784" y="2057976"/>
                </a:lnTo>
                <a:lnTo>
                  <a:pt x="2458203" y="2057196"/>
                </a:lnTo>
                <a:lnTo>
                  <a:pt x="2458621" y="2056418"/>
                </a:lnTo>
                <a:lnTo>
                  <a:pt x="2459040" y="2055639"/>
                </a:lnTo>
                <a:lnTo>
                  <a:pt x="2459471" y="2054850"/>
                </a:lnTo>
                <a:lnTo>
                  <a:pt x="2459890" y="2054066"/>
                </a:lnTo>
                <a:lnTo>
                  <a:pt x="2460321" y="2053288"/>
                </a:lnTo>
                <a:lnTo>
                  <a:pt x="2460739" y="2052499"/>
                </a:lnTo>
                <a:lnTo>
                  <a:pt x="2461158" y="2051715"/>
                </a:lnTo>
                <a:lnTo>
                  <a:pt x="2461577" y="2050926"/>
                </a:lnTo>
                <a:lnTo>
                  <a:pt x="2462008" y="2050137"/>
                </a:lnTo>
                <a:lnTo>
                  <a:pt x="2462426" y="2049353"/>
                </a:lnTo>
                <a:lnTo>
                  <a:pt x="2462858" y="2048565"/>
                </a:lnTo>
                <a:lnTo>
                  <a:pt x="2463276" y="2047770"/>
                </a:lnTo>
                <a:lnTo>
                  <a:pt x="2463707" y="2046982"/>
                </a:lnTo>
                <a:lnTo>
                  <a:pt x="2464113" y="2046188"/>
                </a:lnTo>
                <a:lnTo>
                  <a:pt x="2464545" y="2045395"/>
                </a:lnTo>
                <a:lnTo>
                  <a:pt x="2464963" y="2044610"/>
                </a:lnTo>
                <a:lnTo>
                  <a:pt x="2465394" y="2043812"/>
                </a:lnTo>
                <a:lnTo>
                  <a:pt x="2465813" y="2043018"/>
                </a:lnTo>
                <a:lnTo>
                  <a:pt x="2466232" y="2042225"/>
                </a:lnTo>
                <a:lnTo>
                  <a:pt x="2466663" y="2041421"/>
                </a:lnTo>
                <a:lnTo>
                  <a:pt x="2467081" y="2040627"/>
                </a:lnTo>
                <a:lnTo>
                  <a:pt x="2467500" y="2039833"/>
                </a:lnTo>
                <a:lnTo>
                  <a:pt x="2467931" y="2039029"/>
                </a:lnTo>
                <a:lnTo>
                  <a:pt x="2468350" y="2038236"/>
                </a:lnTo>
                <a:lnTo>
                  <a:pt x="2468781" y="2037437"/>
                </a:lnTo>
                <a:lnTo>
                  <a:pt x="2469187" y="2036634"/>
                </a:lnTo>
                <a:lnTo>
                  <a:pt x="2469618" y="2035830"/>
                </a:lnTo>
                <a:lnTo>
                  <a:pt x="2470037" y="2035032"/>
                </a:lnTo>
                <a:lnTo>
                  <a:pt x="2470468" y="2034228"/>
                </a:lnTo>
                <a:lnTo>
                  <a:pt x="2470887" y="2033424"/>
                </a:lnTo>
                <a:lnTo>
                  <a:pt x="2471305" y="2032625"/>
                </a:lnTo>
                <a:lnTo>
                  <a:pt x="2471724" y="2031821"/>
                </a:lnTo>
                <a:lnTo>
                  <a:pt x="2472155" y="2031013"/>
                </a:lnTo>
                <a:lnTo>
                  <a:pt x="2472574" y="2030209"/>
                </a:lnTo>
                <a:lnTo>
                  <a:pt x="2473005" y="2029401"/>
                </a:lnTo>
                <a:lnTo>
                  <a:pt x="2473424" y="2028592"/>
                </a:lnTo>
                <a:lnTo>
                  <a:pt x="2473855" y="2027779"/>
                </a:lnTo>
                <a:lnTo>
                  <a:pt x="2474273" y="2026970"/>
                </a:lnTo>
                <a:lnTo>
                  <a:pt x="2474692" y="2026161"/>
                </a:lnTo>
                <a:lnTo>
                  <a:pt x="2475111" y="2025352"/>
                </a:lnTo>
                <a:lnTo>
                  <a:pt x="2475542" y="2024539"/>
                </a:lnTo>
                <a:lnTo>
                  <a:pt x="2475973" y="2023730"/>
                </a:lnTo>
                <a:lnTo>
                  <a:pt x="2476392" y="2022912"/>
                </a:lnTo>
                <a:lnTo>
                  <a:pt x="2476798" y="2022104"/>
                </a:lnTo>
                <a:lnTo>
                  <a:pt x="2477229" y="2021285"/>
                </a:lnTo>
                <a:lnTo>
                  <a:pt x="2477660" y="2020471"/>
                </a:lnTo>
                <a:lnTo>
                  <a:pt x="2478079" y="2019657"/>
                </a:lnTo>
                <a:lnTo>
                  <a:pt x="2478510" y="2018843"/>
                </a:lnTo>
                <a:lnTo>
                  <a:pt x="2478916" y="2018026"/>
                </a:lnTo>
                <a:lnTo>
                  <a:pt x="2479347" y="2017207"/>
                </a:lnTo>
                <a:lnTo>
                  <a:pt x="2479766" y="2016383"/>
                </a:lnTo>
                <a:lnTo>
                  <a:pt x="2480197" y="2015565"/>
                </a:lnTo>
                <a:lnTo>
                  <a:pt x="2480616" y="2014746"/>
                </a:lnTo>
                <a:lnTo>
                  <a:pt x="2481047" y="2013922"/>
                </a:lnTo>
                <a:lnTo>
                  <a:pt x="2481465" y="2013103"/>
                </a:lnTo>
                <a:lnTo>
                  <a:pt x="2481884" y="2012281"/>
                </a:lnTo>
                <a:lnTo>
                  <a:pt x="2482303" y="2011457"/>
                </a:lnTo>
                <a:lnTo>
                  <a:pt x="2482734" y="2010629"/>
                </a:lnTo>
                <a:lnTo>
                  <a:pt x="2483152" y="2009805"/>
                </a:lnTo>
                <a:lnTo>
                  <a:pt x="2483584" y="2008981"/>
                </a:lnTo>
                <a:lnTo>
                  <a:pt x="2484002" y="2008158"/>
                </a:lnTo>
                <a:lnTo>
                  <a:pt x="2484421" y="2007329"/>
                </a:lnTo>
                <a:lnTo>
                  <a:pt x="2484839" y="2006506"/>
                </a:lnTo>
                <a:lnTo>
                  <a:pt x="2485271" y="2005672"/>
                </a:lnTo>
                <a:lnTo>
                  <a:pt x="2485689" y="2004848"/>
                </a:lnTo>
                <a:lnTo>
                  <a:pt x="2486121" y="2004015"/>
                </a:lnTo>
                <a:lnTo>
                  <a:pt x="2486539" y="2003183"/>
                </a:lnTo>
                <a:lnTo>
                  <a:pt x="2486958" y="2002359"/>
                </a:lnTo>
                <a:lnTo>
                  <a:pt x="2487376" y="2001526"/>
                </a:lnTo>
                <a:lnTo>
                  <a:pt x="2487808" y="2000692"/>
                </a:lnTo>
                <a:lnTo>
                  <a:pt x="2488226" y="1999859"/>
                </a:lnTo>
                <a:lnTo>
                  <a:pt x="2488657" y="1999019"/>
                </a:lnTo>
                <a:lnTo>
                  <a:pt x="2489076" y="1998187"/>
                </a:lnTo>
                <a:lnTo>
                  <a:pt x="2489495" y="1997352"/>
                </a:lnTo>
                <a:lnTo>
                  <a:pt x="2489926" y="1996514"/>
                </a:lnTo>
                <a:lnTo>
                  <a:pt x="2490344" y="1995682"/>
                </a:lnTo>
                <a:lnTo>
                  <a:pt x="2490763" y="1994842"/>
                </a:lnTo>
                <a:lnTo>
                  <a:pt x="2491194" y="1993999"/>
                </a:lnTo>
                <a:lnTo>
                  <a:pt x="2491613" y="1993166"/>
                </a:lnTo>
                <a:lnTo>
                  <a:pt x="2492044" y="1992327"/>
                </a:lnTo>
                <a:lnTo>
                  <a:pt x="2492450" y="1991489"/>
                </a:lnTo>
                <a:lnTo>
                  <a:pt x="2492881" y="1990646"/>
                </a:lnTo>
                <a:lnTo>
                  <a:pt x="2493300" y="1989798"/>
                </a:lnTo>
                <a:lnTo>
                  <a:pt x="2493731" y="1988959"/>
                </a:lnTo>
                <a:lnTo>
                  <a:pt x="2494150" y="1988121"/>
                </a:lnTo>
                <a:lnTo>
                  <a:pt x="2494568" y="1987273"/>
                </a:lnTo>
                <a:lnTo>
                  <a:pt x="2495000" y="1986430"/>
                </a:lnTo>
                <a:lnTo>
                  <a:pt x="2495418" y="1985580"/>
                </a:lnTo>
                <a:lnTo>
                  <a:pt x="2495837" y="1984732"/>
                </a:lnTo>
                <a:lnTo>
                  <a:pt x="2496268" y="1983889"/>
                </a:lnTo>
                <a:lnTo>
                  <a:pt x="2496687" y="1983041"/>
                </a:lnTo>
                <a:lnTo>
                  <a:pt x="2497118" y="1982193"/>
                </a:lnTo>
                <a:lnTo>
                  <a:pt x="2497524" y="1981344"/>
                </a:lnTo>
                <a:lnTo>
                  <a:pt x="2497955" y="1980495"/>
                </a:lnTo>
                <a:lnTo>
                  <a:pt x="2498374" y="1979647"/>
                </a:lnTo>
                <a:lnTo>
                  <a:pt x="2498805" y="1978789"/>
                </a:lnTo>
                <a:lnTo>
                  <a:pt x="2499223" y="1977946"/>
                </a:lnTo>
                <a:lnTo>
                  <a:pt x="2499642" y="1977087"/>
                </a:lnTo>
                <a:lnTo>
                  <a:pt x="2500073" y="1976239"/>
                </a:lnTo>
                <a:lnTo>
                  <a:pt x="2500492" y="1975386"/>
                </a:lnTo>
                <a:lnTo>
                  <a:pt x="2500910" y="1974528"/>
                </a:lnTo>
                <a:lnTo>
                  <a:pt x="2501342" y="1973674"/>
                </a:lnTo>
                <a:lnTo>
                  <a:pt x="2501760" y="1972816"/>
                </a:lnTo>
                <a:lnTo>
                  <a:pt x="2502191" y="1971963"/>
                </a:lnTo>
                <a:lnTo>
                  <a:pt x="2502610" y="1971105"/>
                </a:lnTo>
                <a:lnTo>
                  <a:pt x="2503029" y="1970251"/>
                </a:lnTo>
                <a:lnTo>
                  <a:pt x="2503447" y="1969388"/>
                </a:lnTo>
                <a:lnTo>
                  <a:pt x="2503878" y="1968535"/>
                </a:lnTo>
                <a:lnTo>
                  <a:pt x="2504297" y="1967671"/>
                </a:lnTo>
                <a:lnTo>
                  <a:pt x="2504728" y="1966808"/>
                </a:lnTo>
                <a:lnTo>
                  <a:pt x="2505147" y="1965950"/>
                </a:lnTo>
                <a:lnTo>
                  <a:pt x="2505565" y="1965087"/>
                </a:lnTo>
                <a:lnTo>
                  <a:pt x="2505984" y="1964224"/>
                </a:lnTo>
                <a:lnTo>
                  <a:pt x="2506415" y="1963361"/>
                </a:lnTo>
                <a:lnTo>
                  <a:pt x="2506834" y="1962497"/>
                </a:lnTo>
                <a:lnTo>
                  <a:pt x="2507265" y="1961634"/>
                </a:lnTo>
                <a:lnTo>
                  <a:pt x="2507684" y="1960767"/>
                </a:lnTo>
                <a:lnTo>
                  <a:pt x="2508102" y="1959903"/>
                </a:lnTo>
                <a:lnTo>
                  <a:pt x="2508534" y="1959030"/>
                </a:lnTo>
                <a:lnTo>
                  <a:pt x="2508952" y="1958166"/>
                </a:lnTo>
                <a:lnTo>
                  <a:pt x="2509371" y="1957294"/>
                </a:lnTo>
                <a:lnTo>
                  <a:pt x="2509802" y="1956431"/>
                </a:lnTo>
                <a:lnTo>
                  <a:pt x="2510221" y="1955562"/>
                </a:lnTo>
                <a:lnTo>
                  <a:pt x="2510652" y="1954688"/>
                </a:lnTo>
                <a:lnTo>
                  <a:pt x="2511058" y="1953821"/>
                </a:lnTo>
                <a:lnTo>
                  <a:pt x="2511489" y="1952948"/>
                </a:lnTo>
                <a:lnTo>
                  <a:pt x="2511908" y="1952079"/>
                </a:lnTo>
                <a:lnTo>
                  <a:pt x="2512339" y="1951202"/>
                </a:lnTo>
                <a:lnTo>
                  <a:pt x="2512757" y="1950328"/>
                </a:lnTo>
                <a:lnTo>
                  <a:pt x="2513176" y="1949460"/>
                </a:lnTo>
                <a:lnTo>
                  <a:pt x="2513607" y="1948582"/>
                </a:lnTo>
                <a:lnTo>
                  <a:pt x="2514026" y="1947699"/>
                </a:lnTo>
                <a:lnTo>
                  <a:pt x="2514444" y="1946830"/>
                </a:lnTo>
                <a:lnTo>
                  <a:pt x="2514876" y="1945953"/>
                </a:lnTo>
                <a:lnTo>
                  <a:pt x="2515294" y="1945074"/>
                </a:lnTo>
                <a:lnTo>
                  <a:pt x="2515726" y="1944197"/>
                </a:lnTo>
                <a:lnTo>
                  <a:pt x="2516144" y="1943318"/>
                </a:lnTo>
                <a:lnTo>
                  <a:pt x="2516563" y="1942441"/>
                </a:lnTo>
                <a:lnTo>
                  <a:pt x="2516994" y="1941557"/>
                </a:lnTo>
                <a:lnTo>
                  <a:pt x="2517413" y="1940674"/>
                </a:lnTo>
                <a:lnTo>
                  <a:pt x="2517844" y="1939796"/>
                </a:lnTo>
                <a:lnTo>
                  <a:pt x="2518262" y="1938918"/>
                </a:lnTo>
                <a:lnTo>
                  <a:pt x="2518681" y="1938030"/>
                </a:lnTo>
                <a:lnTo>
                  <a:pt x="2519100" y="1937142"/>
                </a:lnTo>
                <a:lnTo>
                  <a:pt x="2519531" y="1936263"/>
                </a:lnTo>
                <a:lnTo>
                  <a:pt x="2519949" y="1935381"/>
                </a:lnTo>
                <a:lnTo>
                  <a:pt x="2520381" y="1934493"/>
                </a:lnTo>
                <a:lnTo>
                  <a:pt x="2520799" y="1933610"/>
                </a:lnTo>
                <a:lnTo>
                  <a:pt x="2521218" y="1932722"/>
                </a:lnTo>
                <a:lnTo>
                  <a:pt x="2521636" y="1931833"/>
                </a:lnTo>
                <a:lnTo>
                  <a:pt x="2522068" y="1930941"/>
                </a:lnTo>
                <a:lnTo>
                  <a:pt x="2522486" y="1930053"/>
                </a:lnTo>
                <a:lnTo>
                  <a:pt x="2522918" y="1929169"/>
                </a:lnTo>
                <a:lnTo>
                  <a:pt x="2523336" y="1928277"/>
                </a:lnTo>
                <a:lnTo>
                  <a:pt x="2523755" y="1927389"/>
                </a:lnTo>
                <a:lnTo>
                  <a:pt x="2524186" y="1926496"/>
                </a:lnTo>
                <a:lnTo>
                  <a:pt x="2524605" y="1925602"/>
                </a:lnTo>
                <a:lnTo>
                  <a:pt x="2525023" y="1924710"/>
                </a:lnTo>
                <a:lnTo>
                  <a:pt x="2525454" y="1923812"/>
                </a:lnTo>
                <a:lnTo>
                  <a:pt x="2525873" y="1922919"/>
                </a:lnTo>
                <a:lnTo>
                  <a:pt x="2526304" y="1922026"/>
                </a:lnTo>
                <a:lnTo>
                  <a:pt x="2526710" y="1921133"/>
                </a:lnTo>
                <a:lnTo>
                  <a:pt x="2527141" y="1920240"/>
                </a:lnTo>
                <a:lnTo>
                  <a:pt x="2527560" y="1919337"/>
                </a:lnTo>
                <a:lnTo>
                  <a:pt x="2527991" y="1918445"/>
                </a:lnTo>
                <a:lnTo>
                  <a:pt x="2528410" y="1917542"/>
                </a:lnTo>
                <a:lnTo>
                  <a:pt x="2528828" y="1916648"/>
                </a:lnTo>
                <a:lnTo>
                  <a:pt x="2529260" y="1915745"/>
                </a:lnTo>
                <a:lnTo>
                  <a:pt x="2529678" y="1914847"/>
                </a:lnTo>
                <a:lnTo>
                  <a:pt x="2530097" y="1913945"/>
                </a:lnTo>
                <a:lnTo>
                  <a:pt x="2530528" y="1913052"/>
                </a:lnTo>
                <a:lnTo>
                  <a:pt x="2530947" y="1912144"/>
                </a:lnTo>
                <a:lnTo>
                  <a:pt x="2531378" y="1911241"/>
                </a:lnTo>
                <a:lnTo>
                  <a:pt x="2531784" y="1910338"/>
                </a:lnTo>
                <a:lnTo>
                  <a:pt x="2532215" y="1909441"/>
                </a:lnTo>
                <a:lnTo>
                  <a:pt x="2532634" y="1908537"/>
                </a:lnTo>
                <a:lnTo>
                  <a:pt x="2533065" y="1907629"/>
                </a:lnTo>
                <a:lnTo>
                  <a:pt x="2533484" y="1906726"/>
                </a:lnTo>
                <a:lnTo>
                  <a:pt x="2533902" y="1905818"/>
                </a:lnTo>
                <a:lnTo>
                  <a:pt x="2534333" y="1904906"/>
                </a:lnTo>
                <a:lnTo>
                  <a:pt x="2534752" y="1903998"/>
                </a:lnTo>
                <a:lnTo>
                  <a:pt x="2535171" y="1903096"/>
                </a:lnTo>
                <a:lnTo>
                  <a:pt x="2535602" y="1902188"/>
                </a:lnTo>
                <a:lnTo>
                  <a:pt x="2536020" y="1901280"/>
                </a:lnTo>
                <a:lnTo>
                  <a:pt x="2536452" y="1900372"/>
                </a:lnTo>
                <a:lnTo>
                  <a:pt x="2536870" y="1899454"/>
                </a:lnTo>
                <a:lnTo>
                  <a:pt x="2537289" y="1898546"/>
                </a:lnTo>
                <a:lnTo>
                  <a:pt x="2537707" y="1897633"/>
                </a:lnTo>
                <a:lnTo>
                  <a:pt x="2538139" y="1896720"/>
                </a:lnTo>
                <a:lnTo>
                  <a:pt x="2538557" y="1895812"/>
                </a:lnTo>
                <a:lnTo>
                  <a:pt x="2538989" y="1894895"/>
                </a:lnTo>
                <a:lnTo>
                  <a:pt x="2539407" y="1893982"/>
                </a:lnTo>
                <a:lnTo>
                  <a:pt x="2539826" y="1893069"/>
                </a:lnTo>
                <a:lnTo>
                  <a:pt x="2540244" y="1892151"/>
                </a:lnTo>
                <a:lnTo>
                  <a:pt x="2540676" y="1891233"/>
                </a:lnTo>
                <a:lnTo>
                  <a:pt x="2541094" y="1890316"/>
                </a:lnTo>
                <a:lnTo>
                  <a:pt x="2541525" y="1889403"/>
                </a:lnTo>
                <a:lnTo>
                  <a:pt x="2541944" y="1888485"/>
                </a:lnTo>
                <a:lnTo>
                  <a:pt x="2542363" y="1887567"/>
                </a:lnTo>
                <a:lnTo>
                  <a:pt x="2542794" y="1886645"/>
                </a:lnTo>
                <a:lnTo>
                  <a:pt x="2543212" y="1885727"/>
                </a:lnTo>
                <a:lnTo>
                  <a:pt x="2543631" y="1884804"/>
                </a:lnTo>
                <a:lnTo>
                  <a:pt x="2544062" y="1883886"/>
                </a:lnTo>
                <a:lnTo>
                  <a:pt x="2544481" y="1882964"/>
                </a:lnTo>
                <a:lnTo>
                  <a:pt x="2544912" y="1882036"/>
                </a:lnTo>
                <a:lnTo>
                  <a:pt x="2545318" y="1881118"/>
                </a:lnTo>
                <a:lnTo>
                  <a:pt x="2545749" y="1880196"/>
                </a:lnTo>
                <a:lnTo>
                  <a:pt x="2546168" y="1879273"/>
                </a:lnTo>
                <a:lnTo>
                  <a:pt x="2546599" y="1878344"/>
                </a:lnTo>
                <a:lnTo>
                  <a:pt x="2547018" y="1877422"/>
                </a:lnTo>
                <a:lnTo>
                  <a:pt x="2547436" y="1876489"/>
                </a:lnTo>
                <a:lnTo>
                  <a:pt x="2547867" y="1875567"/>
                </a:lnTo>
                <a:lnTo>
                  <a:pt x="2548286" y="1874644"/>
                </a:lnTo>
                <a:lnTo>
                  <a:pt x="2548705" y="1873712"/>
                </a:lnTo>
                <a:lnTo>
                  <a:pt x="2549136" y="1872784"/>
                </a:lnTo>
                <a:lnTo>
                  <a:pt x="2549554" y="1871856"/>
                </a:lnTo>
                <a:lnTo>
                  <a:pt x="2549986" y="1870929"/>
                </a:lnTo>
                <a:lnTo>
                  <a:pt x="2550404" y="1869995"/>
                </a:lnTo>
                <a:lnTo>
                  <a:pt x="2550823" y="1869068"/>
                </a:lnTo>
                <a:lnTo>
                  <a:pt x="2551241" y="1868135"/>
                </a:lnTo>
                <a:lnTo>
                  <a:pt x="2551673" y="1867203"/>
                </a:lnTo>
                <a:lnTo>
                  <a:pt x="2552104" y="1866270"/>
                </a:lnTo>
                <a:lnTo>
                  <a:pt x="2552523" y="1865337"/>
                </a:lnTo>
                <a:lnTo>
                  <a:pt x="2552941" y="1864404"/>
                </a:lnTo>
                <a:lnTo>
                  <a:pt x="2553360" y="1863467"/>
                </a:lnTo>
                <a:lnTo>
                  <a:pt x="2553791" y="1862535"/>
                </a:lnTo>
                <a:lnTo>
                  <a:pt x="2554210" y="1861602"/>
                </a:lnTo>
                <a:lnTo>
                  <a:pt x="2554641" y="1860664"/>
                </a:lnTo>
                <a:lnTo>
                  <a:pt x="2555059" y="1859722"/>
                </a:lnTo>
                <a:lnTo>
                  <a:pt x="2555478" y="1858794"/>
                </a:lnTo>
                <a:lnTo>
                  <a:pt x="2555897" y="1857852"/>
                </a:lnTo>
                <a:lnTo>
                  <a:pt x="2556328" y="1856913"/>
                </a:lnTo>
                <a:lnTo>
                  <a:pt x="2556746" y="1855971"/>
                </a:lnTo>
                <a:lnTo>
                  <a:pt x="2557178" y="1855034"/>
                </a:lnTo>
                <a:lnTo>
                  <a:pt x="2557596" y="1854095"/>
                </a:lnTo>
                <a:lnTo>
                  <a:pt x="2558015" y="1853153"/>
                </a:lnTo>
                <a:lnTo>
                  <a:pt x="2558446" y="1852216"/>
                </a:lnTo>
                <a:lnTo>
                  <a:pt x="2558865" y="1851269"/>
                </a:lnTo>
                <a:lnTo>
                  <a:pt x="2559283" y="1850325"/>
                </a:lnTo>
                <a:lnTo>
                  <a:pt x="2559715" y="1849388"/>
                </a:lnTo>
                <a:lnTo>
                  <a:pt x="2560133" y="1848441"/>
                </a:lnTo>
                <a:lnTo>
                  <a:pt x="2560564" y="1847493"/>
                </a:lnTo>
                <a:lnTo>
                  <a:pt x="2560970" y="1846555"/>
                </a:lnTo>
                <a:lnTo>
                  <a:pt x="2561402" y="1845608"/>
                </a:lnTo>
                <a:lnTo>
                  <a:pt x="2561820" y="1844660"/>
                </a:lnTo>
                <a:lnTo>
                  <a:pt x="2562251" y="1843713"/>
                </a:lnTo>
                <a:lnTo>
                  <a:pt x="2562670" y="1842766"/>
                </a:lnTo>
                <a:lnTo>
                  <a:pt x="2563089" y="1841817"/>
                </a:lnTo>
                <a:lnTo>
                  <a:pt x="2563520" y="1840870"/>
                </a:lnTo>
                <a:lnTo>
                  <a:pt x="2563938" y="1839922"/>
                </a:lnTo>
                <a:lnTo>
                  <a:pt x="2564357" y="1838975"/>
                </a:lnTo>
                <a:lnTo>
                  <a:pt x="2564788" y="1838023"/>
                </a:lnTo>
                <a:lnTo>
                  <a:pt x="2565207" y="1837075"/>
                </a:lnTo>
                <a:lnTo>
                  <a:pt x="2565638" y="1836118"/>
                </a:lnTo>
                <a:lnTo>
                  <a:pt x="2566044" y="1835169"/>
                </a:lnTo>
                <a:lnTo>
                  <a:pt x="2566475" y="1834217"/>
                </a:lnTo>
                <a:lnTo>
                  <a:pt x="2566894" y="1833259"/>
                </a:lnTo>
                <a:lnTo>
                  <a:pt x="2567325" y="1832317"/>
                </a:lnTo>
                <a:lnTo>
                  <a:pt x="2567744" y="1831360"/>
                </a:lnTo>
                <a:lnTo>
                  <a:pt x="2568162" y="1830407"/>
                </a:lnTo>
                <a:lnTo>
                  <a:pt x="2568594" y="1829450"/>
                </a:lnTo>
                <a:lnTo>
                  <a:pt x="2569012" y="1828497"/>
                </a:lnTo>
                <a:lnTo>
                  <a:pt x="2569431" y="1827535"/>
                </a:lnTo>
                <a:lnTo>
                  <a:pt x="2569862" y="1826577"/>
                </a:lnTo>
                <a:lnTo>
                  <a:pt x="2570281" y="1825625"/>
                </a:lnTo>
                <a:lnTo>
                  <a:pt x="2570712" y="1824667"/>
                </a:lnTo>
                <a:lnTo>
                  <a:pt x="2571130" y="1823705"/>
                </a:lnTo>
                <a:lnTo>
                  <a:pt x="2571549" y="1822742"/>
                </a:lnTo>
                <a:lnTo>
                  <a:pt x="2571968" y="1821790"/>
                </a:lnTo>
                <a:lnTo>
                  <a:pt x="2572399" y="1820827"/>
                </a:lnTo>
                <a:lnTo>
                  <a:pt x="2572817" y="1819866"/>
                </a:lnTo>
                <a:lnTo>
                  <a:pt x="2573249" y="1818908"/>
                </a:lnTo>
                <a:lnTo>
                  <a:pt x="2573667" y="1817946"/>
                </a:lnTo>
                <a:lnTo>
                  <a:pt x="2574086" y="1816983"/>
                </a:lnTo>
                <a:lnTo>
                  <a:pt x="2574504" y="1816021"/>
                </a:lnTo>
                <a:lnTo>
                  <a:pt x="2574936" y="1815058"/>
                </a:lnTo>
                <a:lnTo>
                  <a:pt x="2575354" y="1814090"/>
                </a:lnTo>
                <a:lnTo>
                  <a:pt x="2575786" y="1813129"/>
                </a:lnTo>
                <a:lnTo>
                  <a:pt x="2576204" y="1812167"/>
                </a:lnTo>
                <a:lnTo>
                  <a:pt x="2576623" y="1811194"/>
                </a:lnTo>
                <a:lnTo>
                  <a:pt x="2577054" y="1810231"/>
                </a:lnTo>
                <a:lnTo>
                  <a:pt x="2577473" y="1809258"/>
                </a:lnTo>
                <a:lnTo>
                  <a:pt x="2577891" y="1808297"/>
                </a:lnTo>
                <a:lnTo>
                  <a:pt x="2578322" y="1807329"/>
                </a:lnTo>
                <a:lnTo>
                  <a:pt x="2578741" y="1806357"/>
                </a:lnTo>
                <a:lnTo>
                  <a:pt x="2579172" y="1805389"/>
                </a:lnTo>
                <a:lnTo>
                  <a:pt x="2579578" y="1804426"/>
                </a:lnTo>
                <a:lnTo>
                  <a:pt x="2580009" y="1803455"/>
                </a:lnTo>
                <a:lnTo>
                  <a:pt x="2580428" y="1802477"/>
                </a:lnTo>
                <a:lnTo>
                  <a:pt x="2580859" y="1801504"/>
                </a:lnTo>
                <a:lnTo>
                  <a:pt x="2581278" y="1800538"/>
                </a:lnTo>
                <a:lnTo>
                  <a:pt x="2581696" y="1799565"/>
                </a:lnTo>
                <a:lnTo>
                  <a:pt x="2582128" y="1798598"/>
                </a:lnTo>
                <a:lnTo>
                  <a:pt x="2582546" y="1797621"/>
                </a:lnTo>
                <a:lnTo>
                  <a:pt x="2582965" y="1796648"/>
                </a:lnTo>
                <a:lnTo>
                  <a:pt x="2583396" y="1795670"/>
                </a:lnTo>
                <a:lnTo>
                  <a:pt x="2583815" y="1794699"/>
                </a:lnTo>
                <a:lnTo>
                  <a:pt x="2584246" y="1793721"/>
                </a:lnTo>
                <a:lnTo>
                  <a:pt x="2584664" y="1792745"/>
                </a:lnTo>
                <a:lnTo>
                  <a:pt x="2585083" y="1791767"/>
                </a:lnTo>
                <a:lnTo>
                  <a:pt x="2585502" y="1790789"/>
                </a:lnTo>
                <a:lnTo>
                  <a:pt x="2585933" y="1789812"/>
                </a:lnTo>
                <a:lnTo>
                  <a:pt x="2586352" y="1788834"/>
                </a:lnTo>
                <a:lnTo>
                  <a:pt x="2586783" y="1787858"/>
                </a:lnTo>
                <a:lnTo>
                  <a:pt x="2587201" y="1786880"/>
                </a:lnTo>
                <a:lnTo>
                  <a:pt x="2587620" y="1785903"/>
                </a:lnTo>
                <a:lnTo>
                  <a:pt x="2588039" y="1784926"/>
                </a:lnTo>
                <a:lnTo>
                  <a:pt x="2588470" y="1783939"/>
                </a:lnTo>
                <a:lnTo>
                  <a:pt x="2588888" y="1782961"/>
                </a:lnTo>
                <a:lnTo>
                  <a:pt x="2589320" y="1781974"/>
                </a:lnTo>
                <a:lnTo>
                  <a:pt x="2589738" y="1780996"/>
                </a:lnTo>
                <a:lnTo>
                  <a:pt x="2590157" y="1780010"/>
                </a:lnTo>
                <a:lnTo>
                  <a:pt x="2590588" y="1779027"/>
                </a:lnTo>
                <a:lnTo>
                  <a:pt x="2591007" y="1778050"/>
                </a:lnTo>
                <a:lnTo>
                  <a:pt x="2591438" y="1777062"/>
                </a:lnTo>
                <a:lnTo>
                  <a:pt x="2591856" y="1776075"/>
                </a:lnTo>
                <a:lnTo>
                  <a:pt x="2592275" y="1775093"/>
                </a:lnTo>
                <a:lnTo>
                  <a:pt x="2592694" y="1774106"/>
                </a:lnTo>
                <a:lnTo>
                  <a:pt x="2593125" y="1773124"/>
                </a:lnTo>
                <a:lnTo>
                  <a:pt x="2593543" y="1772136"/>
                </a:lnTo>
                <a:lnTo>
                  <a:pt x="2593975" y="1771144"/>
                </a:lnTo>
                <a:lnTo>
                  <a:pt x="2594393" y="1770156"/>
                </a:lnTo>
                <a:lnTo>
                  <a:pt x="2594825" y="1769170"/>
                </a:lnTo>
                <a:lnTo>
                  <a:pt x="2595230" y="1768178"/>
                </a:lnTo>
                <a:lnTo>
                  <a:pt x="2595662" y="1767195"/>
                </a:lnTo>
                <a:lnTo>
                  <a:pt x="2596080" y="1766198"/>
                </a:lnTo>
                <a:lnTo>
                  <a:pt x="2596512" y="1765206"/>
                </a:lnTo>
                <a:lnTo>
                  <a:pt x="2596930" y="1764223"/>
                </a:lnTo>
                <a:lnTo>
                  <a:pt x="2597349" y="1763226"/>
                </a:lnTo>
                <a:lnTo>
                  <a:pt x="2597767" y="1762234"/>
                </a:lnTo>
                <a:lnTo>
                  <a:pt x="2598199" y="1761243"/>
                </a:lnTo>
                <a:lnTo>
                  <a:pt x="2598617" y="1760249"/>
                </a:lnTo>
                <a:lnTo>
                  <a:pt x="2599048" y="1759258"/>
                </a:lnTo>
                <a:lnTo>
                  <a:pt x="2599467" y="1758266"/>
                </a:lnTo>
                <a:lnTo>
                  <a:pt x="2599886" y="1757269"/>
                </a:lnTo>
                <a:lnTo>
                  <a:pt x="2600304" y="1756271"/>
                </a:lnTo>
                <a:lnTo>
                  <a:pt x="2600735" y="1755279"/>
                </a:lnTo>
                <a:lnTo>
                  <a:pt x="2601154" y="1754282"/>
                </a:lnTo>
                <a:lnTo>
                  <a:pt x="2601585" y="1753285"/>
                </a:lnTo>
                <a:lnTo>
                  <a:pt x="2602004" y="1752288"/>
                </a:lnTo>
                <a:lnTo>
                  <a:pt x="2602435" y="1751290"/>
                </a:lnTo>
                <a:lnTo>
                  <a:pt x="2602841" y="1750298"/>
                </a:lnTo>
                <a:lnTo>
                  <a:pt x="2603272" y="1749296"/>
                </a:lnTo>
                <a:lnTo>
                  <a:pt x="2603691" y="1748294"/>
                </a:lnTo>
                <a:lnTo>
                  <a:pt x="2604122" y="1747292"/>
                </a:lnTo>
                <a:lnTo>
                  <a:pt x="2604541" y="1746295"/>
                </a:lnTo>
                <a:lnTo>
                  <a:pt x="2604959" y="1745302"/>
                </a:lnTo>
                <a:lnTo>
                  <a:pt x="2605391" y="1744300"/>
                </a:lnTo>
                <a:lnTo>
                  <a:pt x="2605809" y="1743293"/>
                </a:lnTo>
                <a:lnTo>
                  <a:pt x="2606228" y="1742291"/>
                </a:lnTo>
                <a:lnTo>
                  <a:pt x="2606659" y="1741289"/>
                </a:lnTo>
                <a:lnTo>
                  <a:pt x="2607078" y="1740287"/>
                </a:lnTo>
                <a:lnTo>
                  <a:pt x="2607509" y="1739280"/>
                </a:lnTo>
                <a:lnTo>
                  <a:pt x="2607915" y="1738278"/>
                </a:lnTo>
                <a:lnTo>
                  <a:pt x="2608346" y="1737281"/>
                </a:lnTo>
                <a:lnTo>
                  <a:pt x="2608765" y="1736269"/>
                </a:lnTo>
                <a:lnTo>
                  <a:pt x="2609196" y="1735262"/>
                </a:lnTo>
                <a:lnTo>
                  <a:pt x="2609614" y="1734260"/>
                </a:lnTo>
                <a:lnTo>
                  <a:pt x="2610033" y="1733253"/>
                </a:lnTo>
                <a:lnTo>
                  <a:pt x="2610464" y="1732246"/>
                </a:lnTo>
                <a:lnTo>
                  <a:pt x="2610883" y="1731244"/>
                </a:lnTo>
                <a:lnTo>
                  <a:pt x="2611301" y="1730236"/>
                </a:lnTo>
                <a:lnTo>
                  <a:pt x="2611733" y="1729229"/>
                </a:lnTo>
                <a:lnTo>
                  <a:pt x="2612151" y="1728222"/>
                </a:lnTo>
                <a:lnTo>
                  <a:pt x="2612583" y="1727210"/>
                </a:lnTo>
                <a:lnTo>
                  <a:pt x="2613001" y="1726193"/>
                </a:lnTo>
                <a:lnTo>
                  <a:pt x="2613420" y="1725186"/>
                </a:lnTo>
                <a:lnTo>
                  <a:pt x="2613838" y="1724179"/>
                </a:lnTo>
                <a:lnTo>
                  <a:pt x="2614270" y="1723172"/>
                </a:lnTo>
                <a:lnTo>
                  <a:pt x="2614688" y="1722154"/>
                </a:lnTo>
                <a:lnTo>
                  <a:pt x="2615119" y="1721147"/>
                </a:lnTo>
                <a:lnTo>
                  <a:pt x="2615538" y="1720131"/>
                </a:lnTo>
                <a:lnTo>
                  <a:pt x="2615957" y="1719124"/>
                </a:lnTo>
                <a:lnTo>
                  <a:pt x="2616375" y="1718107"/>
                </a:lnTo>
                <a:lnTo>
                  <a:pt x="2616806" y="1717090"/>
                </a:lnTo>
                <a:lnTo>
                  <a:pt x="2617225" y="1716083"/>
                </a:lnTo>
                <a:lnTo>
                  <a:pt x="2617656" y="1715065"/>
                </a:lnTo>
                <a:lnTo>
                  <a:pt x="2618075" y="1714049"/>
                </a:lnTo>
                <a:lnTo>
                  <a:pt x="2618493" y="1713032"/>
                </a:lnTo>
                <a:lnTo>
                  <a:pt x="2618925" y="1712020"/>
                </a:lnTo>
                <a:lnTo>
                  <a:pt x="2619343" y="1711003"/>
                </a:lnTo>
                <a:lnTo>
                  <a:pt x="2619762" y="1709985"/>
                </a:lnTo>
                <a:lnTo>
                  <a:pt x="2620193" y="1708968"/>
                </a:lnTo>
                <a:lnTo>
                  <a:pt x="2620612" y="1707947"/>
                </a:lnTo>
                <a:lnTo>
                  <a:pt x="2621043" y="1706930"/>
                </a:lnTo>
                <a:lnTo>
                  <a:pt x="2621449" y="1705912"/>
                </a:lnTo>
                <a:lnTo>
                  <a:pt x="2621880" y="1704891"/>
                </a:lnTo>
                <a:lnTo>
                  <a:pt x="2622299" y="1703874"/>
                </a:lnTo>
                <a:lnTo>
                  <a:pt x="2622730" y="1702852"/>
                </a:lnTo>
                <a:lnTo>
                  <a:pt x="2623149" y="1701835"/>
                </a:lnTo>
                <a:lnTo>
                  <a:pt x="2623567" y="1700813"/>
                </a:lnTo>
                <a:lnTo>
                  <a:pt x="2623998" y="1699786"/>
                </a:lnTo>
                <a:lnTo>
                  <a:pt x="2624417" y="1698764"/>
                </a:lnTo>
                <a:lnTo>
                  <a:pt x="2624836" y="1697746"/>
                </a:lnTo>
                <a:lnTo>
                  <a:pt x="2625267" y="1696725"/>
                </a:lnTo>
                <a:lnTo>
                  <a:pt x="2625685" y="1695703"/>
                </a:lnTo>
                <a:lnTo>
                  <a:pt x="2626117" y="1694676"/>
                </a:lnTo>
                <a:lnTo>
                  <a:pt x="2626535" y="1693655"/>
                </a:lnTo>
                <a:lnTo>
                  <a:pt x="2626954" y="1692632"/>
                </a:lnTo>
                <a:lnTo>
                  <a:pt x="2627385" y="1691601"/>
                </a:lnTo>
                <a:lnTo>
                  <a:pt x="2627804" y="1690573"/>
                </a:lnTo>
                <a:lnTo>
                  <a:pt x="2628222" y="1689551"/>
                </a:lnTo>
                <a:lnTo>
                  <a:pt x="2628653" y="1688520"/>
                </a:lnTo>
                <a:lnTo>
                  <a:pt x="2629072" y="1687498"/>
                </a:lnTo>
                <a:lnTo>
                  <a:pt x="2629491" y="1686471"/>
                </a:lnTo>
                <a:lnTo>
                  <a:pt x="2629922" y="1685444"/>
                </a:lnTo>
                <a:lnTo>
                  <a:pt x="2630340" y="1684411"/>
                </a:lnTo>
                <a:lnTo>
                  <a:pt x="2630772" y="1683385"/>
                </a:lnTo>
                <a:lnTo>
                  <a:pt x="2631190" y="1682353"/>
                </a:lnTo>
                <a:lnTo>
                  <a:pt x="2631609" y="1681327"/>
                </a:lnTo>
                <a:lnTo>
                  <a:pt x="2632027" y="1680299"/>
                </a:lnTo>
                <a:lnTo>
                  <a:pt x="2632459" y="1679268"/>
                </a:lnTo>
                <a:lnTo>
                  <a:pt x="2632877" y="1678235"/>
                </a:lnTo>
                <a:lnTo>
                  <a:pt x="2633309" y="1677209"/>
                </a:lnTo>
                <a:lnTo>
                  <a:pt x="2633727" y="1676177"/>
                </a:lnTo>
                <a:lnTo>
                  <a:pt x="2634146" y="1675145"/>
                </a:lnTo>
                <a:lnTo>
                  <a:pt x="2634577" y="1674113"/>
                </a:lnTo>
                <a:lnTo>
                  <a:pt x="2634996" y="1673077"/>
                </a:lnTo>
                <a:lnTo>
                  <a:pt x="2635414" y="1672044"/>
                </a:lnTo>
                <a:lnTo>
                  <a:pt x="2635845" y="1671013"/>
                </a:lnTo>
                <a:lnTo>
                  <a:pt x="2636264" y="1669970"/>
                </a:lnTo>
                <a:lnTo>
                  <a:pt x="2636695" y="1668944"/>
                </a:lnTo>
                <a:lnTo>
                  <a:pt x="2637101" y="1667903"/>
                </a:lnTo>
                <a:lnTo>
                  <a:pt x="2637532" y="1666870"/>
                </a:lnTo>
                <a:lnTo>
                  <a:pt x="2637951" y="1665834"/>
                </a:lnTo>
                <a:lnTo>
                  <a:pt x="2638382" y="1664801"/>
                </a:lnTo>
                <a:lnTo>
                  <a:pt x="2638801" y="1663765"/>
                </a:lnTo>
                <a:lnTo>
                  <a:pt x="2639219" y="1662723"/>
                </a:lnTo>
                <a:lnTo>
                  <a:pt x="2639651" y="1661686"/>
                </a:lnTo>
                <a:lnTo>
                  <a:pt x="2640069" y="1660655"/>
                </a:lnTo>
                <a:lnTo>
                  <a:pt x="2640488" y="1659612"/>
                </a:lnTo>
                <a:lnTo>
                  <a:pt x="2640919" y="1658576"/>
                </a:lnTo>
                <a:lnTo>
                  <a:pt x="2641338" y="1657539"/>
                </a:lnTo>
                <a:lnTo>
                  <a:pt x="2641769" y="1656497"/>
                </a:lnTo>
                <a:lnTo>
                  <a:pt x="2642175" y="1655450"/>
                </a:lnTo>
                <a:lnTo>
                  <a:pt x="2642606" y="1654414"/>
                </a:lnTo>
                <a:lnTo>
                  <a:pt x="2643025" y="1653371"/>
                </a:lnTo>
                <a:lnTo>
                  <a:pt x="2643456" y="1652335"/>
                </a:lnTo>
                <a:lnTo>
                  <a:pt x="2643875" y="1651288"/>
                </a:lnTo>
                <a:lnTo>
                  <a:pt x="2644293" y="1650251"/>
                </a:lnTo>
                <a:lnTo>
                  <a:pt x="2644724" y="1649209"/>
                </a:lnTo>
                <a:lnTo>
                  <a:pt x="2645143" y="1648163"/>
                </a:lnTo>
                <a:lnTo>
                  <a:pt x="2645562" y="1647125"/>
                </a:lnTo>
                <a:lnTo>
                  <a:pt x="2645993" y="1646079"/>
                </a:lnTo>
                <a:lnTo>
                  <a:pt x="2646411" y="1645032"/>
                </a:lnTo>
                <a:lnTo>
                  <a:pt x="2646843" y="1643996"/>
                </a:lnTo>
                <a:lnTo>
                  <a:pt x="2647261" y="1642948"/>
                </a:lnTo>
                <a:lnTo>
                  <a:pt x="2647680" y="1641901"/>
                </a:lnTo>
                <a:lnTo>
                  <a:pt x="2648098" y="1640855"/>
                </a:lnTo>
                <a:lnTo>
                  <a:pt x="2648530" y="1639808"/>
                </a:lnTo>
                <a:lnTo>
                  <a:pt x="2648948" y="1638762"/>
                </a:lnTo>
                <a:lnTo>
                  <a:pt x="2649380" y="1637714"/>
                </a:lnTo>
                <a:lnTo>
                  <a:pt x="2649798" y="1636668"/>
                </a:lnTo>
                <a:lnTo>
                  <a:pt x="2650217" y="1635621"/>
                </a:lnTo>
                <a:lnTo>
                  <a:pt x="2650635" y="1634575"/>
                </a:lnTo>
                <a:lnTo>
                  <a:pt x="2651067" y="1633528"/>
                </a:lnTo>
                <a:lnTo>
                  <a:pt x="2651485" y="1632471"/>
                </a:lnTo>
                <a:lnTo>
                  <a:pt x="2651916" y="1631429"/>
                </a:lnTo>
                <a:lnTo>
                  <a:pt x="2652335" y="1630382"/>
                </a:lnTo>
                <a:lnTo>
                  <a:pt x="2652754" y="1629326"/>
                </a:lnTo>
                <a:lnTo>
                  <a:pt x="2653185" y="1628279"/>
                </a:lnTo>
                <a:lnTo>
                  <a:pt x="2653603" y="1627227"/>
                </a:lnTo>
                <a:lnTo>
                  <a:pt x="2654022" y="1626181"/>
                </a:lnTo>
                <a:lnTo>
                  <a:pt x="2654453" y="1625124"/>
                </a:lnTo>
                <a:lnTo>
                  <a:pt x="2654872" y="1624073"/>
                </a:lnTo>
                <a:lnTo>
                  <a:pt x="2655303" y="1623025"/>
                </a:lnTo>
                <a:lnTo>
                  <a:pt x="2655709" y="1621968"/>
                </a:lnTo>
                <a:lnTo>
                  <a:pt x="2656140" y="1620917"/>
                </a:lnTo>
                <a:lnTo>
                  <a:pt x="2656559" y="1619860"/>
                </a:lnTo>
                <a:lnTo>
                  <a:pt x="2656990" y="1618808"/>
                </a:lnTo>
                <a:lnTo>
                  <a:pt x="2657409" y="1617752"/>
                </a:lnTo>
                <a:lnTo>
                  <a:pt x="2657827" y="1616700"/>
                </a:lnTo>
                <a:lnTo>
                  <a:pt x="2658259" y="1615643"/>
                </a:lnTo>
                <a:lnTo>
                  <a:pt x="2658677" y="1614592"/>
                </a:lnTo>
                <a:lnTo>
                  <a:pt x="2659096" y="1613535"/>
                </a:lnTo>
                <a:lnTo>
                  <a:pt x="2659527" y="1612473"/>
                </a:lnTo>
                <a:lnTo>
                  <a:pt x="2659946" y="1611422"/>
                </a:lnTo>
                <a:lnTo>
                  <a:pt x="2660377" y="1610365"/>
                </a:lnTo>
                <a:lnTo>
                  <a:pt x="2660795" y="1609313"/>
                </a:lnTo>
                <a:lnTo>
                  <a:pt x="2661214" y="1608252"/>
                </a:lnTo>
                <a:lnTo>
                  <a:pt x="2661633" y="1607195"/>
                </a:lnTo>
                <a:lnTo>
                  <a:pt x="2662064" y="1606133"/>
                </a:lnTo>
                <a:lnTo>
                  <a:pt x="2662482" y="1605082"/>
                </a:lnTo>
                <a:lnTo>
                  <a:pt x="2662914" y="1604020"/>
                </a:lnTo>
                <a:lnTo>
                  <a:pt x="2663332" y="1602958"/>
                </a:lnTo>
                <a:lnTo>
                  <a:pt x="2663751" y="1601901"/>
                </a:lnTo>
                <a:lnTo>
                  <a:pt x="2664169" y="1600840"/>
                </a:lnTo>
                <a:lnTo>
                  <a:pt x="2664601" y="1599778"/>
                </a:lnTo>
                <a:lnTo>
                  <a:pt x="2665019" y="1598716"/>
                </a:lnTo>
                <a:lnTo>
                  <a:pt x="2665450" y="1597656"/>
                </a:lnTo>
                <a:lnTo>
                  <a:pt x="2665869" y="1596594"/>
                </a:lnTo>
                <a:lnTo>
                  <a:pt x="2666288" y="1595532"/>
                </a:lnTo>
                <a:lnTo>
                  <a:pt x="2666719" y="1594470"/>
                </a:lnTo>
                <a:lnTo>
                  <a:pt x="2667138" y="1593409"/>
                </a:lnTo>
                <a:lnTo>
                  <a:pt x="2667569" y="1592347"/>
                </a:lnTo>
                <a:lnTo>
                  <a:pt x="2667987" y="1591285"/>
                </a:lnTo>
                <a:lnTo>
                  <a:pt x="2668406" y="1590223"/>
                </a:lnTo>
                <a:lnTo>
                  <a:pt x="2668837" y="1589153"/>
                </a:lnTo>
                <a:lnTo>
                  <a:pt x="2669256" y="1588091"/>
                </a:lnTo>
                <a:lnTo>
                  <a:pt x="2669674" y="1587029"/>
                </a:lnTo>
                <a:lnTo>
                  <a:pt x="2670106" y="1585962"/>
                </a:lnTo>
                <a:lnTo>
                  <a:pt x="2670524" y="1584901"/>
                </a:lnTo>
                <a:lnTo>
                  <a:pt x="2670955" y="1583829"/>
                </a:lnTo>
                <a:lnTo>
                  <a:pt x="2671361" y="1582767"/>
                </a:lnTo>
                <a:lnTo>
                  <a:pt x="2671793" y="1581696"/>
                </a:lnTo>
                <a:lnTo>
                  <a:pt x="2672211" y="1580634"/>
                </a:lnTo>
                <a:lnTo>
                  <a:pt x="2672642" y="1579568"/>
                </a:lnTo>
                <a:lnTo>
                  <a:pt x="2673061" y="1578496"/>
                </a:lnTo>
                <a:lnTo>
                  <a:pt x="2673480" y="1577434"/>
                </a:lnTo>
                <a:lnTo>
                  <a:pt x="2673911" y="1576368"/>
                </a:lnTo>
                <a:lnTo>
                  <a:pt x="2674329" y="1575296"/>
                </a:lnTo>
                <a:lnTo>
                  <a:pt x="2674748" y="1574224"/>
                </a:lnTo>
                <a:lnTo>
                  <a:pt x="2675179" y="1573158"/>
                </a:lnTo>
                <a:lnTo>
                  <a:pt x="2675598" y="1572087"/>
                </a:lnTo>
                <a:lnTo>
                  <a:pt x="2676029" y="1571020"/>
                </a:lnTo>
                <a:lnTo>
                  <a:pt x="2676435" y="1569949"/>
                </a:lnTo>
                <a:lnTo>
                  <a:pt x="2676866" y="1568881"/>
                </a:lnTo>
                <a:lnTo>
                  <a:pt x="2677285" y="1567813"/>
                </a:lnTo>
                <a:lnTo>
                  <a:pt x="2677716" y="1566732"/>
                </a:lnTo>
                <a:lnTo>
                  <a:pt x="2678135" y="1565664"/>
                </a:lnTo>
                <a:lnTo>
                  <a:pt x="2678553" y="1564596"/>
                </a:lnTo>
                <a:lnTo>
                  <a:pt x="2678985" y="1563528"/>
                </a:lnTo>
                <a:lnTo>
                  <a:pt x="2679403" y="1562447"/>
                </a:lnTo>
                <a:lnTo>
                  <a:pt x="2679822" y="1561379"/>
                </a:lnTo>
                <a:lnTo>
                  <a:pt x="2680253" y="1560311"/>
                </a:lnTo>
                <a:lnTo>
                  <a:pt x="2680672" y="1559230"/>
                </a:lnTo>
                <a:lnTo>
                  <a:pt x="2681103" y="1558162"/>
                </a:lnTo>
                <a:lnTo>
                  <a:pt x="2681521" y="1557081"/>
                </a:lnTo>
                <a:lnTo>
                  <a:pt x="2681940" y="1556013"/>
                </a:lnTo>
                <a:lnTo>
                  <a:pt x="2682359" y="1554932"/>
                </a:lnTo>
                <a:lnTo>
                  <a:pt x="2682790" y="1553864"/>
                </a:lnTo>
                <a:lnTo>
                  <a:pt x="2683208" y="1552783"/>
                </a:lnTo>
                <a:lnTo>
                  <a:pt x="2683640" y="1551702"/>
                </a:lnTo>
                <a:lnTo>
                  <a:pt x="2684058" y="1550634"/>
                </a:lnTo>
                <a:lnTo>
                  <a:pt x="2684477" y="1549553"/>
                </a:lnTo>
                <a:lnTo>
                  <a:pt x="2684895" y="1548485"/>
                </a:lnTo>
                <a:lnTo>
                  <a:pt x="2685327" y="1547404"/>
                </a:lnTo>
                <a:lnTo>
                  <a:pt x="2685745" y="1546323"/>
                </a:lnTo>
                <a:lnTo>
                  <a:pt x="2686177" y="1545255"/>
                </a:lnTo>
                <a:lnTo>
                  <a:pt x="2686595" y="1544175"/>
                </a:lnTo>
                <a:lnTo>
                  <a:pt x="2687014" y="1543094"/>
                </a:lnTo>
                <a:lnTo>
                  <a:pt x="2687445" y="1542013"/>
                </a:lnTo>
                <a:lnTo>
                  <a:pt x="2687864" y="1540932"/>
                </a:lnTo>
                <a:lnTo>
                  <a:pt x="2688282" y="1539864"/>
                </a:lnTo>
                <a:lnTo>
                  <a:pt x="2688713" y="1538783"/>
                </a:lnTo>
                <a:lnTo>
                  <a:pt x="2689132" y="1537702"/>
                </a:lnTo>
                <a:lnTo>
                  <a:pt x="2689563" y="1536621"/>
                </a:lnTo>
                <a:lnTo>
                  <a:pt x="2689969" y="1535541"/>
                </a:lnTo>
                <a:lnTo>
                  <a:pt x="2690400" y="1534460"/>
                </a:lnTo>
                <a:lnTo>
                  <a:pt x="2690819" y="1533379"/>
                </a:lnTo>
                <a:lnTo>
                  <a:pt x="2691250" y="1532298"/>
                </a:lnTo>
                <a:lnTo>
                  <a:pt x="2691669" y="1531217"/>
                </a:lnTo>
                <a:lnTo>
                  <a:pt x="2692087" y="1530136"/>
                </a:lnTo>
                <a:lnTo>
                  <a:pt x="2692519" y="1529056"/>
                </a:lnTo>
                <a:lnTo>
                  <a:pt x="2692937" y="1527975"/>
                </a:lnTo>
                <a:lnTo>
                  <a:pt x="2693356" y="1526881"/>
                </a:lnTo>
                <a:lnTo>
                  <a:pt x="2693787" y="1525800"/>
                </a:lnTo>
                <a:lnTo>
                  <a:pt x="2694206" y="1524719"/>
                </a:lnTo>
                <a:lnTo>
                  <a:pt x="2694637" y="1523639"/>
                </a:lnTo>
                <a:lnTo>
                  <a:pt x="2695056" y="1522558"/>
                </a:lnTo>
                <a:lnTo>
                  <a:pt x="2695474" y="1521464"/>
                </a:lnTo>
                <a:lnTo>
                  <a:pt x="2695893" y="1520383"/>
                </a:lnTo>
                <a:lnTo>
                  <a:pt x="2696324" y="1519303"/>
                </a:lnTo>
                <a:lnTo>
                  <a:pt x="2696743" y="1518222"/>
                </a:lnTo>
                <a:lnTo>
                  <a:pt x="2697174" y="1517128"/>
                </a:lnTo>
                <a:lnTo>
                  <a:pt x="2697592" y="1516047"/>
                </a:lnTo>
                <a:lnTo>
                  <a:pt x="2698011" y="1514966"/>
                </a:lnTo>
                <a:lnTo>
                  <a:pt x="2698430" y="1513873"/>
                </a:lnTo>
                <a:lnTo>
                  <a:pt x="2698861" y="1512792"/>
                </a:lnTo>
                <a:lnTo>
                  <a:pt x="2699279" y="1511699"/>
                </a:lnTo>
                <a:lnTo>
                  <a:pt x="2699711" y="1510618"/>
                </a:lnTo>
                <a:lnTo>
                  <a:pt x="2700129" y="1509524"/>
                </a:lnTo>
                <a:lnTo>
                  <a:pt x="2700548" y="1508443"/>
                </a:lnTo>
                <a:lnTo>
                  <a:pt x="2700979" y="1507362"/>
                </a:lnTo>
                <a:lnTo>
                  <a:pt x="2701398" y="1506269"/>
                </a:lnTo>
                <a:lnTo>
                  <a:pt x="2701816" y="1505175"/>
                </a:lnTo>
                <a:lnTo>
                  <a:pt x="2702248" y="1504082"/>
                </a:lnTo>
                <a:lnTo>
                  <a:pt x="2702666" y="1503001"/>
                </a:lnTo>
                <a:lnTo>
                  <a:pt x="2703097" y="1501907"/>
                </a:lnTo>
                <a:lnTo>
                  <a:pt x="2703516" y="1500827"/>
                </a:lnTo>
                <a:lnTo>
                  <a:pt x="2703935" y="1499733"/>
                </a:lnTo>
                <a:lnTo>
                  <a:pt x="2704353" y="1498639"/>
                </a:lnTo>
                <a:lnTo>
                  <a:pt x="2704784" y="1497559"/>
                </a:lnTo>
                <a:lnTo>
                  <a:pt x="2705216" y="1496465"/>
                </a:lnTo>
                <a:lnTo>
                  <a:pt x="2705622" y="1495371"/>
                </a:lnTo>
                <a:lnTo>
                  <a:pt x="2706053" y="1494278"/>
                </a:lnTo>
                <a:lnTo>
                  <a:pt x="2706471" y="1493184"/>
                </a:lnTo>
                <a:lnTo>
                  <a:pt x="2706903" y="1492104"/>
                </a:lnTo>
                <a:lnTo>
                  <a:pt x="2707321" y="1491010"/>
                </a:lnTo>
                <a:lnTo>
                  <a:pt x="2707740" y="1489916"/>
                </a:lnTo>
                <a:lnTo>
                  <a:pt x="2708171" y="1488823"/>
                </a:lnTo>
                <a:lnTo>
                  <a:pt x="2708590" y="1487729"/>
                </a:lnTo>
                <a:lnTo>
                  <a:pt x="2709008" y="1486636"/>
                </a:lnTo>
                <a:lnTo>
                  <a:pt x="2709439" y="1485542"/>
                </a:lnTo>
                <a:lnTo>
                  <a:pt x="2709858" y="1484449"/>
                </a:lnTo>
                <a:lnTo>
                  <a:pt x="2710289" y="1483355"/>
                </a:lnTo>
                <a:lnTo>
                  <a:pt x="2710695" y="1482262"/>
                </a:lnTo>
                <a:lnTo>
                  <a:pt x="2711126" y="1481168"/>
                </a:lnTo>
                <a:lnTo>
                  <a:pt x="2711545" y="1480074"/>
                </a:lnTo>
                <a:lnTo>
                  <a:pt x="2711976" y="1478981"/>
                </a:lnTo>
                <a:lnTo>
                  <a:pt x="2712395" y="1477887"/>
                </a:lnTo>
                <a:lnTo>
                  <a:pt x="2712813" y="1476794"/>
                </a:lnTo>
                <a:lnTo>
                  <a:pt x="2713232" y="1475688"/>
                </a:lnTo>
                <a:lnTo>
                  <a:pt x="2713663" y="1474594"/>
                </a:lnTo>
                <a:lnTo>
                  <a:pt x="2714082" y="1473500"/>
                </a:lnTo>
                <a:lnTo>
                  <a:pt x="2714513" y="1472407"/>
                </a:lnTo>
                <a:lnTo>
                  <a:pt x="2714932" y="1471301"/>
                </a:lnTo>
                <a:lnTo>
                  <a:pt x="2715363" y="1470220"/>
                </a:lnTo>
                <a:lnTo>
                  <a:pt x="2715782" y="1469113"/>
                </a:lnTo>
                <a:lnTo>
                  <a:pt x="2716200" y="1468020"/>
                </a:lnTo>
                <a:lnTo>
                  <a:pt x="2716619" y="1466926"/>
                </a:lnTo>
                <a:lnTo>
                  <a:pt x="2717050" y="1465820"/>
                </a:lnTo>
                <a:lnTo>
                  <a:pt x="2717469" y="1464727"/>
                </a:lnTo>
                <a:lnTo>
                  <a:pt x="2717900" y="1463633"/>
                </a:lnTo>
                <a:lnTo>
                  <a:pt x="2718306" y="1462527"/>
                </a:lnTo>
                <a:lnTo>
                  <a:pt x="2718737" y="1461433"/>
                </a:lnTo>
                <a:lnTo>
                  <a:pt x="2719156" y="1460327"/>
                </a:lnTo>
                <a:lnTo>
                  <a:pt x="2719587" y="1459246"/>
                </a:lnTo>
                <a:lnTo>
                  <a:pt x="2720005" y="1458140"/>
                </a:lnTo>
                <a:lnTo>
                  <a:pt x="2720424" y="1457034"/>
                </a:lnTo>
                <a:lnTo>
                  <a:pt x="2720855" y="1455940"/>
                </a:lnTo>
                <a:lnTo>
                  <a:pt x="2721274" y="1454834"/>
                </a:lnTo>
                <a:lnTo>
                  <a:pt x="2721692" y="1453740"/>
                </a:lnTo>
                <a:lnTo>
                  <a:pt x="2722124" y="1452634"/>
                </a:lnTo>
                <a:lnTo>
                  <a:pt x="2722542" y="1451540"/>
                </a:lnTo>
                <a:lnTo>
                  <a:pt x="2722974" y="1450434"/>
                </a:lnTo>
                <a:lnTo>
                  <a:pt x="2723392" y="1449328"/>
                </a:lnTo>
                <a:lnTo>
                  <a:pt x="2723811" y="1448234"/>
                </a:lnTo>
                <a:lnTo>
                  <a:pt x="2724229" y="1447128"/>
                </a:lnTo>
                <a:lnTo>
                  <a:pt x="2724661" y="1446034"/>
                </a:lnTo>
                <a:lnTo>
                  <a:pt x="2725079" y="1444928"/>
                </a:lnTo>
                <a:lnTo>
                  <a:pt x="2725510" y="1443822"/>
                </a:lnTo>
                <a:lnTo>
                  <a:pt x="2725929" y="1442716"/>
                </a:lnTo>
                <a:lnTo>
                  <a:pt x="2726348" y="1441622"/>
                </a:lnTo>
                <a:lnTo>
                  <a:pt x="2726766" y="1440516"/>
                </a:lnTo>
                <a:lnTo>
                  <a:pt x="2727197" y="1439422"/>
                </a:lnTo>
                <a:lnTo>
                  <a:pt x="2727616" y="1438303"/>
                </a:lnTo>
                <a:lnTo>
                  <a:pt x="2728047" y="1437210"/>
                </a:lnTo>
                <a:lnTo>
                  <a:pt x="2728466" y="1436103"/>
                </a:lnTo>
                <a:lnTo>
                  <a:pt x="2728884" y="1434997"/>
                </a:lnTo>
                <a:lnTo>
                  <a:pt x="2729316" y="1433904"/>
                </a:lnTo>
                <a:lnTo>
                  <a:pt x="2729734" y="1432797"/>
                </a:lnTo>
                <a:lnTo>
                  <a:pt x="2730153" y="1431678"/>
                </a:lnTo>
                <a:lnTo>
                  <a:pt x="2730584" y="1430585"/>
                </a:lnTo>
                <a:lnTo>
                  <a:pt x="2731003" y="1429478"/>
                </a:lnTo>
                <a:lnTo>
                  <a:pt x="2731434" y="1428372"/>
                </a:lnTo>
                <a:lnTo>
                  <a:pt x="2731840" y="1427266"/>
                </a:lnTo>
                <a:lnTo>
                  <a:pt x="2732271" y="1426160"/>
                </a:lnTo>
                <a:lnTo>
                  <a:pt x="2732690" y="1425053"/>
                </a:lnTo>
                <a:lnTo>
                  <a:pt x="2733121" y="1423947"/>
                </a:lnTo>
                <a:lnTo>
                  <a:pt x="2733540" y="1422841"/>
                </a:lnTo>
                <a:lnTo>
                  <a:pt x="2733958" y="1421735"/>
                </a:lnTo>
                <a:lnTo>
                  <a:pt x="2734389" y="1420628"/>
                </a:lnTo>
                <a:lnTo>
                  <a:pt x="2734808" y="1419522"/>
                </a:lnTo>
                <a:lnTo>
                  <a:pt x="2735227" y="1418416"/>
                </a:lnTo>
                <a:lnTo>
                  <a:pt x="2735658" y="1417310"/>
                </a:lnTo>
                <a:lnTo>
                  <a:pt x="2736076" y="1416203"/>
                </a:lnTo>
                <a:lnTo>
                  <a:pt x="2736508" y="1415097"/>
                </a:lnTo>
                <a:lnTo>
                  <a:pt x="2736914" y="1413991"/>
                </a:lnTo>
                <a:lnTo>
                  <a:pt x="2737345" y="1412872"/>
                </a:lnTo>
                <a:lnTo>
                  <a:pt x="2737763" y="1411765"/>
                </a:lnTo>
                <a:lnTo>
                  <a:pt x="2738195" y="1410659"/>
                </a:lnTo>
                <a:lnTo>
                  <a:pt x="2738613" y="1409553"/>
                </a:lnTo>
                <a:lnTo>
                  <a:pt x="2739045" y="1408447"/>
                </a:lnTo>
                <a:lnTo>
                  <a:pt x="2739463" y="1407340"/>
                </a:lnTo>
                <a:lnTo>
                  <a:pt x="2739882" y="1406221"/>
                </a:lnTo>
                <a:lnTo>
                  <a:pt x="2740300" y="1405115"/>
                </a:lnTo>
                <a:lnTo>
                  <a:pt x="2740732" y="1404009"/>
                </a:lnTo>
                <a:lnTo>
                  <a:pt x="2741150" y="1402903"/>
                </a:lnTo>
                <a:lnTo>
                  <a:pt x="2741581" y="1401784"/>
                </a:lnTo>
                <a:lnTo>
                  <a:pt x="2742000" y="1400677"/>
                </a:lnTo>
                <a:lnTo>
                  <a:pt x="2742419" y="1399571"/>
                </a:lnTo>
                <a:lnTo>
                  <a:pt x="2742850" y="1398452"/>
                </a:lnTo>
                <a:lnTo>
                  <a:pt x="2743268" y="1397346"/>
                </a:lnTo>
                <a:lnTo>
                  <a:pt x="2743700" y="1396240"/>
                </a:lnTo>
                <a:lnTo>
                  <a:pt x="2744118" y="1395121"/>
                </a:lnTo>
                <a:lnTo>
                  <a:pt x="2744537" y="1394014"/>
                </a:lnTo>
                <a:lnTo>
                  <a:pt x="2744955" y="1392908"/>
                </a:lnTo>
                <a:lnTo>
                  <a:pt x="2745387" y="1391802"/>
                </a:lnTo>
                <a:lnTo>
                  <a:pt x="2745805" y="1390683"/>
                </a:lnTo>
                <a:lnTo>
                  <a:pt x="2746236" y="1389564"/>
                </a:lnTo>
                <a:lnTo>
                  <a:pt x="2746655" y="1388457"/>
                </a:lnTo>
                <a:lnTo>
                  <a:pt x="2747074" y="1387351"/>
                </a:lnTo>
                <a:lnTo>
                  <a:pt x="2747492" y="1386232"/>
                </a:lnTo>
                <a:lnTo>
                  <a:pt x="2747924" y="1385113"/>
                </a:lnTo>
                <a:lnTo>
                  <a:pt x="2748342" y="1384007"/>
                </a:lnTo>
                <a:lnTo>
                  <a:pt x="2748773" y="1382901"/>
                </a:lnTo>
                <a:lnTo>
                  <a:pt x="2749192" y="1381782"/>
                </a:lnTo>
                <a:lnTo>
                  <a:pt x="2749611" y="1380675"/>
                </a:lnTo>
                <a:lnTo>
                  <a:pt x="2750042" y="1379556"/>
                </a:lnTo>
                <a:lnTo>
                  <a:pt x="2750460" y="1378437"/>
                </a:lnTo>
                <a:lnTo>
                  <a:pt x="2750879" y="1377331"/>
                </a:lnTo>
                <a:lnTo>
                  <a:pt x="2751310" y="1376212"/>
                </a:lnTo>
                <a:lnTo>
                  <a:pt x="2751729" y="1375106"/>
                </a:lnTo>
                <a:lnTo>
                  <a:pt x="2752160" y="1373987"/>
                </a:lnTo>
                <a:lnTo>
                  <a:pt x="2752566" y="1372868"/>
                </a:lnTo>
                <a:lnTo>
                  <a:pt x="2752997" y="1371762"/>
                </a:lnTo>
                <a:lnTo>
                  <a:pt x="2753416" y="1370643"/>
                </a:lnTo>
                <a:lnTo>
                  <a:pt x="2753847" y="1369524"/>
                </a:lnTo>
                <a:lnTo>
                  <a:pt x="2754266" y="1368405"/>
                </a:lnTo>
                <a:lnTo>
                  <a:pt x="2754684" y="1367298"/>
                </a:lnTo>
                <a:lnTo>
                  <a:pt x="2755115" y="1366179"/>
                </a:lnTo>
                <a:lnTo>
                  <a:pt x="2755534" y="1365060"/>
                </a:lnTo>
                <a:lnTo>
                  <a:pt x="2755953" y="1363954"/>
                </a:lnTo>
                <a:lnTo>
                  <a:pt x="2756384" y="1362835"/>
                </a:lnTo>
                <a:lnTo>
                  <a:pt x="2756802" y="1361716"/>
                </a:lnTo>
                <a:lnTo>
                  <a:pt x="2757234" y="1360597"/>
                </a:lnTo>
                <a:lnTo>
                  <a:pt x="2757652" y="1359491"/>
                </a:lnTo>
                <a:lnTo>
                  <a:pt x="2758071" y="1358372"/>
                </a:lnTo>
                <a:lnTo>
                  <a:pt x="2758489" y="1357253"/>
                </a:lnTo>
                <a:lnTo>
                  <a:pt x="2758921" y="1356134"/>
                </a:lnTo>
                <a:lnTo>
                  <a:pt x="2759339" y="1355015"/>
                </a:lnTo>
                <a:lnTo>
                  <a:pt x="2759771" y="1353909"/>
                </a:lnTo>
                <a:lnTo>
                  <a:pt x="2760189" y="1352790"/>
                </a:lnTo>
                <a:lnTo>
                  <a:pt x="2760608" y="1351671"/>
                </a:lnTo>
                <a:lnTo>
                  <a:pt x="2761026" y="1350552"/>
                </a:lnTo>
                <a:lnTo>
                  <a:pt x="2761458" y="1349433"/>
                </a:lnTo>
                <a:lnTo>
                  <a:pt x="2761876" y="1348314"/>
                </a:lnTo>
                <a:lnTo>
                  <a:pt x="2762307" y="1347195"/>
                </a:lnTo>
                <a:lnTo>
                  <a:pt x="2762726" y="1346076"/>
                </a:lnTo>
                <a:lnTo>
                  <a:pt x="2763145" y="1344970"/>
                </a:lnTo>
                <a:lnTo>
                  <a:pt x="2763576" y="1343838"/>
                </a:lnTo>
                <a:lnTo>
                  <a:pt x="2763994" y="1342732"/>
                </a:lnTo>
                <a:lnTo>
                  <a:pt x="2764413" y="1341613"/>
                </a:lnTo>
                <a:lnTo>
                  <a:pt x="2764844" y="1340494"/>
                </a:lnTo>
                <a:lnTo>
                  <a:pt x="2765263" y="1339375"/>
                </a:lnTo>
                <a:lnTo>
                  <a:pt x="2765694" y="1338256"/>
                </a:lnTo>
                <a:lnTo>
                  <a:pt x="2766100" y="1337137"/>
                </a:lnTo>
                <a:lnTo>
                  <a:pt x="2766531" y="1336018"/>
                </a:lnTo>
                <a:lnTo>
                  <a:pt x="2766950" y="1334899"/>
                </a:lnTo>
                <a:lnTo>
                  <a:pt x="2767381" y="1333780"/>
                </a:lnTo>
                <a:lnTo>
                  <a:pt x="2767800" y="1332661"/>
                </a:lnTo>
                <a:lnTo>
                  <a:pt x="2768218" y="1331542"/>
                </a:lnTo>
                <a:lnTo>
                  <a:pt x="2768650" y="1330423"/>
                </a:lnTo>
                <a:lnTo>
                  <a:pt x="2769068" y="1329304"/>
                </a:lnTo>
                <a:lnTo>
                  <a:pt x="2769487" y="1328185"/>
                </a:lnTo>
                <a:lnTo>
                  <a:pt x="2769918" y="1327066"/>
                </a:lnTo>
                <a:lnTo>
                  <a:pt x="2770337" y="1325934"/>
                </a:lnTo>
                <a:lnTo>
                  <a:pt x="2770768" y="1324828"/>
                </a:lnTo>
                <a:lnTo>
                  <a:pt x="2771186" y="1323696"/>
                </a:lnTo>
                <a:lnTo>
                  <a:pt x="2771605" y="1322577"/>
                </a:lnTo>
                <a:lnTo>
                  <a:pt x="2772024" y="1321458"/>
                </a:lnTo>
                <a:lnTo>
                  <a:pt x="2772455" y="1320339"/>
                </a:lnTo>
                <a:lnTo>
                  <a:pt x="2772873" y="1319220"/>
                </a:lnTo>
                <a:lnTo>
                  <a:pt x="2773305" y="1318101"/>
                </a:lnTo>
                <a:lnTo>
                  <a:pt x="2773723" y="1316982"/>
                </a:lnTo>
                <a:lnTo>
                  <a:pt x="2774142" y="1315851"/>
                </a:lnTo>
                <a:lnTo>
                  <a:pt x="2774560" y="1314732"/>
                </a:lnTo>
                <a:lnTo>
                  <a:pt x="2774992" y="1313613"/>
                </a:lnTo>
                <a:lnTo>
                  <a:pt x="2775410" y="1312494"/>
                </a:lnTo>
                <a:lnTo>
                  <a:pt x="2775842" y="1311375"/>
                </a:lnTo>
                <a:lnTo>
                  <a:pt x="2776260" y="1310243"/>
                </a:lnTo>
                <a:lnTo>
                  <a:pt x="2776679" y="1309124"/>
                </a:lnTo>
                <a:lnTo>
                  <a:pt x="2777097" y="1308005"/>
                </a:lnTo>
                <a:lnTo>
                  <a:pt x="2777529" y="1306886"/>
                </a:lnTo>
                <a:lnTo>
                  <a:pt x="2777947" y="1305767"/>
                </a:lnTo>
                <a:lnTo>
                  <a:pt x="2778378" y="1304648"/>
                </a:lnTo>
                <a:lnTo>
                  <a:pt x="2778797" y="1303516"/>
                </a:lnTo>
                <a:lnTo>
                  <a:pt x="2779216" y="1302397"/>
                </a:lnTo>
                <a:lnTo>
                  <a:pt x="2779634" y="1301278"/>
                </a:lnTo>
                <a:lnTo>
                  <a:pt x="2780065" y="1300147"/>
                </a:lnTo>
                <a:lnTo>
                  <a:pt x="2780484" y="1299028"/>
                </a:lnTo>
                <a:lnTo>
                  <a:pt x="2780915" y="1297909"/>
                </a:lnTo>
                <a:lnTo>
                  <a:pt x="2781334" y="1296777"/>
                </a:lnTo>
                <a:lnTo>
                  <a:pt x="2781752" y="1295658"/>
                </a:lnTo>
                <a:lnTo>
                  <a:pt x="2782184" y="1294539"/>
                </a:lnTo>
                <a:lnTo>
                  <a:pt x="2782602" y="1293407"/>
                </a:lnTo>
                <a:lnTo>
                  <a:pt x="2783034" y="1292288"/>
                </a:lnTo>
                <a:lnTo>
                  <a:pt x="2783452" y="1291169"/>
                </a:lnTo>
                <a:lnTo>
                  <a:pt x="2783871" y="1290038"/>
                </a:lnTo>
                <a:lnTo>
                  <a:pt x="2784302" y="1288919"/>
                </a:lnTo>
                <a:lnTo>
                  <a:pt x="2784721" y="1287800"/>
                </a:lnTo>
                <a:lnTo>
                  <a:pt x="2785139" y="1286668"/>
                </a:lnTo>
                <a:lnTo>
                  <a:pt x="2785570" y="1285549"/>
                </a:lnTo>
                <a:lnTo>
                  <a:pt x="2785989" y="1284430"/>
                </a:lnTo>
                <a:lnTo>
                  <a:pt x="2786420" y="1283311"/>
                </a:lnTo>
                <a:lnTo>
                  <a:pt x="2786826" y="1282179"/>
                </a:lnTo>
                <a:lnTo>
                  <a:pt x="2787257" y="1281048"/>
                </a:lnTo>
                <a:lnTo>
                  <a:pt x="2787676" y="1279929"/>
                </a:lnTo>
                <a:lnTo>
                  <a:pt x="2788107" y="1278810"/>
                </a:lnTo>
                <a:lnTo>
                  <a:pt x="2788526" y="1277691"/>
                </a:lnTo>
                <a:lnTo>
                  <a:pt x="2788944" y="1276559"/>
                </a:lnTo>
                <a:lnTo>
                  <a:pt x="2789376" y="1275440"/>
                </a:lnTo>
                <a:lnTo>
                  <a:pt x="2789794" y="1274308"/>
                </a:lnTo>
                <a:lnTo>
                  <a:pt x="2790213" y="1273189"/>
                </a:lnTo>
                <a:lnTo>
                  <a:pt x="2790644" y="1272058"/>
                </a:lnTo>
                <a:lnTo>
                  <a:pt x="2791063" y="1270939"/>
                </a:lnTo>
                <a:lnTo>
                  <a:pt x="2791494" y="1269820"/>
                </a:lnTo>
                <a:lnTo>
                  <a:pt x="2791912" y="1268688"/>
                </a:lnTo>
                <a:lnTo>
                  <a:pt x="2792331" y="1267569"/>
                </a:lnTo>
                <a:lnTo>
                  <a:pt x="2792750" y="1266437"/>
                </a:lnTo>
                <a:lnTo>
                  <a:pt x="2793181" y="1265318"/>
                </a:lnTo>
                <a:lnTo>
                  <a:pt x="2793599" y="1264186"/>
                </a:lnTo>
                <a:lnTo>
                  <a:pt x="2794031" y="1263067"/>
                </a:lnTo>
                <a:lnTo>
                  <a:pt x="2794449" y="1261936"/>
                </a:lnTo>
                <a:lnTo>
                  <a:pt x="2794868" y="1260804"/>
                </a:lnTo>
                <a:lnTo>
                  <a:pt x="2795287" y="1259685"/>
                </a:lnTo>
                <a:lnTo>
                  <a:pt x="2795718" y="1258566"/>
                </a:lnTo>
                <a:lnTo>
                  <a:pt x="2796136" y="1257434"/>
                </a:lnTo>
                <a:lnTo>
                  <a:pt x="2796568" y="1256303"/>
                </a:lnTo>
                <a:lnTo>
                  <a:pt x="2796986" y="1255184"/>
                </a:lnTo>
                <a:lnTo>
                  <a:pt x="2797405" y="1254065"/>
                </a:lnTo>
                <a:lnTo>
                  <a:pt x="2797836" y="1252933"/>
                </a:lnTo>
                <a:lnTo>
                  <a:pt x="2798255" y="1251814"/>
                </a:lnTo>
                <a:lnTo>
                  <a:pt x="2798673" y="1250682"/>
                </a:lnTo>
                <a:lnTo>
                  <a:pt x="2799104" y="1249551"/>
                </a:lnTo>
                <a:lnTo>
                  <a:pt x="2799523" y="1248432"/>
                </a:lnTo>
                <a:lnTo>
                  <a:pt x="2799954" y="1247300"/>
                </a:lnTo>
                <a:lnTo>
                  <a:pt x="2800360" y="1246181"/>
                </a:lnTo>
                <a:lnTo>
                  <a:pt x="2800791" y="1245062"/>
                </a:lnTo>
                <a:lnTo>
                  <a:pt x="2801210" y="1243930"/>
                </a:lnTo>
                <a:lnTo>
                  <a:pt x="2801641" y="1242799"/>
                </a:lnTo>
                <a:lnTo>
                  <a:pt x="2802060" y="1241680"/>
                </a:lnTo>
                <a:lnTo>
                  <a:pt x="2802478" y="1240548"/>
                </a:lnTo>
                <a:lnTo>
                  <a:pt x="2802910" y="1239429"/>
                </a:lnTo>
                <a:lnTo>
                  <a:pt x="2803328" y="1238297"/>
                </a:lnTo>
                <a:lnTo>
                  <a:pt x="2803747" y="1237178"/>
                </a:lnTo>
                <a:lnTo>
                  <a:pt x="2804178" y="1236047"/>
                </a:lnTo>
                <a:lnTo>
                  <a:pt x="2804597" y="1234928"/>
                </a:lnTo>
                <a:lnTo>
                  <a:pt x="2805028" y="1233796"/>
                </a:lnTo>
                <a:lnTo>
                  <a:pt x="2805447" y="1232664"/>
                </a:lnTo>
                <a:lnTo>
                  <a:pt x="2805865" y="1231545"/>
                </a:lnTo>
                <a:lnTo>
                  <a:pt x="2806284" y="1230413"/>
                </a:lnTo>
                <a:lnTo>
                  <a:pt x="2806715" y="1229294"/>
                </a:lnTo>
                <a:lnTo>
                  <a:pt x="2807134" y="1228163"/>
                </a:lnTo>
                <a:lnTo>
                  <a:pt x="2807565" y="1227044"/>
                </a:lnTo>
                <a:lnTo>
                  <a:pt x="2807983" y="1225912"/>
                </a:lnTo>
                <a:lnTo>
                  <a:pt x="2808402" y="1224780"/>
                </a:lnTo>
                <a:lnTo>
                  <a:pt x="2808821" y="1223661"/>
                </a:lnTo>
                <a:lnTo>
                  <a:pt x="2809252" y="1222530"/>
                </a:lnTo>
                <a:lnTo>
                  <a:pt x="2809670" y="1221411"/>
                </a:lnTo>
                <a:lnTo>
                  <a:pt x="2810102" y="1220279"/>
                </a:lnTo>
                <a:lnTo>
                  <a:pt x="2810520" y="1219160"/>
                </a:lnTo>
                <a:lnTo>
                  <a:pt x="2810939" y="1218028"/>
                </a:lnTo>
                <a:lnTo>
                  <a:pt x="2811357" y="1216897"/>
                </a:lnTo>
                <a:lnTo>
                  <a:pt x="2811789" y="1215778"/>
                </a:lnTo>
                <a:lnTo>
                  <a:pt x="2812207" y="1214646"/>
                </a:lnTo>
                <a:lnTo>
                  <a:pt x="2812639" y="1213514"/>
                </a:lnTo>
                <a:lnTo>
                  <a:pt x="2813057" y="1212395"/>
                </a:lnTo>
                <a:lnTo>
                  <a:pt x="2813476" y="1211264"/>
                </a:lnTo>
                <a:lnTo>
                  <a:pt x="2813894" y="1210145"/>
                </a:lnTo>
                <a:lnTo>
                  <a:pt x="2814326" y="1209013"/>
                </a:lnTo>
                <a:lnTo>
                  <a:pt x="2814744" y="1207894"/>
                </a:lnTo>
                <a:lnTo>
                  <a:pt x="2815175" y="1206762"/>
                </a:lnTo>
                <a:lnTo>
                  <a:pt x="2815594" y="1205630"/>
                </a:lnTo>
                <a:lnTo>
                  <a:pt x="2816013" y="1204499"/>
                </a:lnTo>
                <a:lnTo>
                  <a:pt x="2816444" y="1203380"/>
                </a:lnTo>
                <a:lnTo>
                  <a:pt x="2816862" y="1202248"/>
                </a:lnTo>
                <a:lnTo>
                  <a:pt x="2817281" y="1201129"/>
                </a:lnTo>
                <a:lnTo>
                  <a:pt x="2817712" y="1199997"/>
                </a:lnTo>
                <a:lnTo>
                  <a:pt x="2818131" y="1198878"/>
                </a:lnTo>
                <a:lnTo>
                  <a:pt x="2818562" y="1197747"/>
                </a:lnTo>
                <a:lnTo>
                  <a:pt x="2818968" y="1196615"/>
                </a:lnTo>
                <a:lnTo>
                  <a:pt x="2819399" y="1195483"/>
                </a:lnTo>
                <a:lnTo>
                  <a:pt x="4228683" y="1195483"/>
                </a:lnTo>
                <a:lnTo>
                  <a:pt x="4229102" y="1195483"/>
                </a:lnTo>
              </a:path>
            </a:pathLst>
          </a:custGeom>
          <a:ln w="17810">
            <a:solidFill>
              <a:srgbClr val="007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53439" y="231710"/>
            <a:ext cx="4229100" cy="2391410"/>
          </a:xfrm>
          <a:custGeom>
            <a:avLst/>
            <a:gdLst/>
            <a:ahLst/>
            <a:cxnLst/>
            <a:rect l="l" t="t" r="r" b="b"/>
            <a:pathLst>
              <a:path w="4229100" h="2391410">
                <a:moveTo>
                  <a:pt x="0" y="1195483"/>
                </a:moveTo>
                <a:lnTo>
                  <a:pt x="427" y="1193233"/>
                </a:lnTo>
                <a:lnTo>
                  <a:pt x="848" y="1190982"/>
                </a:lnTo>
                <a:lnTo>
                  <a:pt x="1276" y="1188731"/>
                </a:lnTo>
                <a:lnTo>
                  <a:pt x="1692" y="1186468"/>
                </a:lnTo>
                <a:lnTo>
                  <a:pt x="2118" y="1184217"/>
                </a:lnTo>
                <a:lnTo>
                  <a:pt x="2535" y="1181966"/>
                </a:lnTo>
                <a:lnTo>
                  <a:pt x="2966" y="1179716"/>
                </a:lnTo>
                <a:lnTo>
                  <a:pt x="3384" y="1177465"/>
                </a:lnTo>
                <a:lnTo>
                  <a:pt x="3810" y="1175202"/>
                </a:lnTo>
                <a:lnTo>
                  <a:pt x="4227" y="1172951"/>
                </a:lnTo>
                <a:lnTo>
                  <a:pt x="4658" y="1170700"/>
                </a:lnTo>
                <a:lnTo>
                  <a:pt x="5074" y="1168450"/>
                </a:lnTo>
                <a:lnTo>
                  <a:pt x="5502" y="1166199"/>
                </a:lnTo>
                <a:lnTo>
                  <a:pt x="5918" y="1163936"/>
                </a:lnTo>
                <a:lnTo>
                  <a:pt x="6345" y="1161685"/>
                </a:lnTo>
                <a:lnTo>
                  <a:pt x="6767" y="1159434"/>
                </a:lnTo>
                <a:lnTo>
                  <a:pt x="7194" y="1157183"/>
                </a:lnTo>
                <a:lnTo>
                  <a:pt x="7610" y="1154933"/>
                </a:lnTo>
                <a:lnTo>
                  <a:pt x="8036" y="1152682"/>
                </a:lnTo>
                <a:lnTo>
                  <a:pt x="8459" y="1150431"/>
                </a:lnTo>
                <a:lnTo>
                  <a:pt x="8885" y="1148181"/>
                </a:lnTo>
                <a:lnTo>
                  <a:pt x="9302" y="1145917"/>
                </a:lnTo>
                <a:lnTo>
                  <a:pt x="9728" y="1143679"/>
                </a:lnTo>
                <a:lnTo>
                  <a:pt x="10151" y="1141429"/>
                </a:lnTo>
                <a:lnTo>
                  <a:pt x="10577" y="1139165"/>
                </a:lnTo>
                <a:lnTo>
                  <a:pt x="10993" y="1136915"/>
                </a:lnTo>
                <a:lnTo>
                  <a:pt x="11420" y="1134664"/>
                </a:lnTo>
                <a:lnTo>
                  <a:pt x="11842" y="1132413"/>
                </a:lnTo>
                <a:lnTo>
                  <a:pt x="12269" y="1130162"/>
                </a:lnTo>
                <a:lnTo>
                  <a:pt x="12685" y="1127912"/>
                </a:lnTo>
                <a:lnTo>
                  <a:pt x="13111" y="1125661"/>
                </a:lnTo>
                <a:lnTo>
                  <a:pt x="13534" y="1123410"/>
                </a:lnTo>
                <a:lnTo>
                  <a:pt x="13960" y="1121160"/>
                </a:lnTo>
                <a:lnTo>
                  <a:pt x="14377" y="1118909"/>
                </a:lnTo>
                <a:lnTo>
                  <a:pt x="14803" y="1116671"/>
                </a:lnTo>
                <a:lnTo>
                  <a:pt x="15226" y="1114420"/>
                </a:lnTo>
                <a:lnTo>
                  <a:pt x="15652" y="1112170"/>
                </a:lnTo>
                <a:lnTo>
                  <a:pt x="16068" y="1109932"/>
                </a:lnTo>
                <a:lnTo>
                  <a:pt x="16495" y="1107668"/>
                </a:lnTo>
                <a:lnTo>
                  <a:pt x="16916" y="1105430"/>
                </a:lnTo>
                <a:lnTo>
                  <a:pt x="17344" y="1103180"/>
                </a:lnTo>
                <a:lnTo>
                  <a:pt x="17760" y="1100942"/>
                </a:lnTo>
                <a:lnTo>
                  <a:pt x="18186" y="1098691"/>
                </a:lnTo>
                <a:lnTo>
                  <a:pt x="18609" y="1096440"/>
                </a:lnTo>
                <a:lnTo>
                  <a:pt x="19035" y="1094190"/>
                </a:lnTo>
                <a:lnTo>
                  <a:pt x="19452" y="1091952"/>
                </a:lnTo>
                <a:lnTo>
                  <a:pt x="19878" y="1089701"/>
                </a:lnTo>
                <a:lnTo>
                  <a:pt x="20301" y="1087463"/>
                </a:lnTo>
                <a:lnTo>
                  <a:pt x="20727" y="1085212"/>
                </a:lnTo>
                <a:lnTo>
                  <a:pt x="21144" y="1082974"/>
                </a:lnTo>
                <a:lnTo>
                  <a:pt x="21570" y="1080736"/>
                </a:lnTo>
                <a:lnTo>
                  <a:pt x="21991" y="1078486"/>
                </a:lnTo>
                <a:lnTo>
                  <a:pt x="22419" y="1076248"/>
                </a:lnTo>
                <a:lnTo>
                  <a:pt x="22835" y="1073997"/>
                </a:lnTo>
                <a:lnTo>
                  <a:pt x="23262" y="1071759"/>
                </a:lnTo>
                <a:lnTo>
                  <a:pt x="23684" y="1069508"/>
                </a:lnTo>
                <a:lnTo>
                  <a:pt x="24110" y="1067270"/>
                </a:lnTo>
                <a:lnTo>
                  <a:pt x="24527" y="1065045"/>
                </a:lnTo>
                <a:lnTo>
                  <a:pt x="24953" y="1062794"/>
                </a:lnTo>
                <a:lnTo>
                  <a:pt x="25376" y="1060556"/>
                </a:lnTo>
                <a:lnTo>
                  <a:pt x="25802" y="1058319"/>
                </a:lnTo>
                <a:lnTo>
                  <a:pt x="26219" y="1056081"/>
                </a:lnTo>
                <a:lnTo>
                  <a:pt x="26645" y="1053843"/>
                </a:lnTo>
                <a:lnTo>
                  <a:pt x="27066" y="1051605"/>
                </a:lnTo>
                <a:lnTo>
                  <a:pt x="27494" y="1049367"/>
                </a:lnTo>
                <a:lnTo>
                  <a:pt x="27910" y="1047141"/>
                </a:lnTo>
                <a:lnTo>
                  <a:pt x="28337" y="1044891"/>
                </a:lnTo>
                <a:lnTo>
                  <a:pt x="28759" y="1042653"/>
                </a:lnTo>
                <a:lnTo>
                  <a:pt x="29185" y="1040427"/>
                </a:lnTo>
                <a:lnTo>
                  <a:pt x="29602" y="1038189"/>
                </a:lnTo>
                <a:lnTo>
                  <a:pt x="30028" y="1035964"/>
                </a:lnTo>
                <a:lnTo>
                  <a:pt x="30451" y="1033726"/>
                </a:lnTo>
                <a:lnTo>
                  <a:pt x="30877" y="1031488"/>
                </a:lnTo>
                <a:lnTo>
                  <a:pt x="31294" y="1029250"/>
                </a:lnTo>
                <a:lnTo>
                  <a:pt x="31720" y="1027025"/>
                </a:lnTo>
                <a:lnTo>
                  <a:pt x="32141" y="1024800"/>
                </a:lnTo>
                <a:lnTo>
                  <a:pt x="32569" y="1022575"/>
                </a:lnTo>
                <a:lnTo>
                  <a:pt x="32985" y="1020337"/>
                </a:lnTo>
                <a:lnTo>
                  <a:pt x="33412" y="1018099"/>
                </a:lnTo>
                <a:lnTo>
                  <a:pt x="33833" y="1015873"/>
                </a:lnTo>
                <a:lnTo>
                  <a:pt x="34260" y="1013648"/>
                </a:lnTo>
                <a:lnTo>
                  <a:pt x="34677" y="1011423"/>
                </a:lnTo>
                <a:lnTo>
                  <a:pt x="35103" y="1009198"/>
                </a:lnTo>
                <a:lnTo>
                  <a:pt x="35526" y="1006972"/>
                </a:lnTo>
                <a:lnTo>
                  <a:pt x="35952" y="1004747"/>
                </a:lnTo>
                <a:lnTo>
                  <a:pt x="36369" y="1002522"/>
                </a:lnTo>
                <a:lnTo>
                  <a:pt x="36795" y="1000297"/>
                </a:lnTo>
                <a:lnTo>
                  <a:pt x="37216" y="998071"/>
                </a:lnTo>
                <a:lnTo>
                  <a:pt x="37644" y="995859"/>
                </a:lnTo>
                <a:lnTo>
                  <a:pt x="38060" y="993633"/>
                </a:lnTo>
                <a:lnTo>
                  <a:pt x="38487" y="991408"/>
                </a:lnTo>
                <a:lnTo>
                  <a:pt x="38914" y="989196"/>
                </a:lnTo>
                <a:lnTo>
                  <a:pt x="39336" y="986970"/>
                </a:lnTo>
                <a:lnTo>
                  <a:pt x="39762" y="984758"/>
                </a:lnTo>
                <a:lnTo>
                  <a:pt x="40178" y="982533"/>
                </a:lnTo>
                <a:lnTo>
                  <a:pt x="40606" y="980320"/>
                </a:lnTo>
                <a:lnTo>
                  <a:pt x="41027" y="978095"/>
                </a:lnTo>
                <a:lnTo>
                  <a:pt x="41454" y="975882"/>
                </a:lnTo>
                <a:lnTo>
                  <a:pt x="41870" y="973670"/>
                </a:lnTo>
                <a:lnTo>
                  <a:pt x="42296" y="971457"/>
                </a:lnTo>
                <a:lnTo>
                  <a:pt x="42719" y="969245"/>
                </a:lnTo>
                <a:lnTo>
                  <a:pt x="43145" y="967032"/>
                </a:lnTo>
                <a:lnTo>
                  <a:pt x="43562" y="964820"/>
                </a:lnTo>
                <a:lnTo>
                  <a:pt x="43988" y="962607"/>
                </a:lnTo>
                <a:lnTo>
                  <a:pt x="44411" y="960395"/>
                </a:lnTo>
                <a:lnTo>
                  <a:pt x="44837" y="958182"/>
                </a:lnTo>
                <a:lnTo>
                  <a:pt x="45253" y="955982"/>
                </a:lnTo>
                <a:lnTo>
                  <a:pt x="45681" y="953770"/>
                </a:lnTo>
                <a:lnTo>
                  <a:pt x="46102" y="951557"/>
                </a:lnTo>
                <a:lnTo>
                  <a:pt x="46529" y="949357"/>
                </a:lnTo>
                <a:lnTo>
                  <a:pt x="46945" y="947157"/>
                </a:lnTo>
                <a:lnTo>
                  <a:pt x="47373" y="944945"/>
                </a:lnTo>
                <a:lnTo>
                  <a:pt x="47794" y="942745"/>
                </a:lnTo>
                <a:lnTo>
                  <a:pt x="48220" y="940545"/>
                </a:lnTo>
                <a:lnTo>
                  <a:pt x="48637" y="938345"/>
                </a:lnTo>
                <a:lnTo>
                  <a:pt x="49063" y="936133"/>
                </a:lnTo>
                <a:lnTo>
                  <a:pt x="49486" y="933946"/>
                </a:lnTo>
                <a:lnTo>
                  <a:pt x="49912" y="931733"/>
                </a:lnTo>
                <a:lnTo>
                  <a:pt x="50329" y="929546"/>
                </a:lnTo>
                <a:lnTo>
                  <a:pt x="50756" y="927346"/>
                </a:lnTo>
                <a:lnTo>
                  <a:pt x="51177" y="925159"/>
                </a:lnTo>
                <a:lnTo>
                  <a:pt x="51604" y="922947"/>
                </a:lnTo>
                <a:lnTo>
                  <a:pt x="52020" y="920760"/>
                </a:lnTo>
                <a:lnTo>
                  <a:pt x="52448" y="918572"/>
                </a:lnTo>
                <a:lnTo>
                  <a:pt x="52869" y="916385"/>
                </a:lnTo>
                <a:lnTo>
                  <a:pt x="53295" y="914186"/>
                </a:lnTo>
                <a:lnTo>
                  <a:pt x="53712" y="911998"/>
                </a:lnTo>
                <a:lnTo>
                  <a:pt x="54138" y="909811"/>
                </a:lnTo>
                <a:lnTo>
                  <a:pt x="54561" y="907624"/>
                </a:lnTo>
                <a:lnTo>
                  <a:pt x="54987" y="905437"/>
                </a:lnTo>
                <a:lnTo>
                  <a:pt x="55404" y="903250"/>
                </a:lnTo>
                <a:lnTo>
                  <a:pt x="55831" y="901063"/>
                </a:lnTo>
                <a:lnTo>
                  <a:pt x="56252" y="898876"/>
                </a:lnTo>
                <a:lnTo>
                  <a:pt x="56679" y="896701"/>
                </a:lnTo>
                <a:lnTo>
                  <a:pt x="57095" y="894514"/>
                </a:lnTo>
                <a:lnTo>
                  <a:pt x="57523" y="892340"/>
                </a:lnTo>
                <a:lnTo>
                  <a:pt x="57944" y="890153"/>
                </a:lnTo>
                <a:lnTo>
                  <a:pt x="58370" y="887978"/>
                </a:lnTo>
                <a:lnTo>
                  <a:pt x="58787" y="885804"/>
                </a:lnTo>
                <a:lnTo>
                  <a:pt x="59213" y="883617"/>
                </a:lnTo>
                <a:lnTo>
                  <a:pt x="59636" y="881455"/>
                </a:lnTo>
                <a:lnTo>
                  <a:pt x="60062" y="879281"/>
                </a:lnTo>
                <a:lnTo>
                  <a:pt x="60479" y="877106"/>
                </a:lnTo>
                <a:lnTo>
                  <a:pt x="60905" y="874932"/>
                </a:lnTo>
                <a:lnTo>
                  <a:pt x="61327" y="872758"/>
                </a:lnTo>
                <a:lnTo>
                  <a:pt x="61754" y="870596"/>
                </a:lnTo>
                <a:lnTo>
                  <a:pt x="62170" y="868422"/>
                </a:lnTo>
                <a:lnTo>
                  <a:pt x="62598" y="866260"/>
                </a:lnTo>
                <a:lnTo>
                  <a:pt x="63019" y="864085"/>
                </a:lnTo>
                <a:lnTo>
                  <a:pt x="63445" y="861924"/>
                </a:lnTo>
                <a:lnTo>
                  <a:pt x="63862" y="859762"/>
                </a:lnTo>
                <a:lnTo>
                  <a:pt x="64288" y="857600"/>
                </a:lnTo>
                <a:lnTo>
                  <a:pt x="64711" y="855439"/>
                </a:lnTo>
                <a:lnTo>
                  <a:pt x="65137" y="853277"/>
                </a:lnTo>
                <a:lnTo>
                  <a:pt x="65554" y="851115"/>
                </a:lnTo>
                <a:lnTo>
                  <a:pt x="65980" y="848966"/>
                </a:lnTo>
                <a:lnTo>
                  <a:pt x="66402" y="846805"/>
                </a:lnTo>
                <a:lnTo>
                  <a:pt x="66829" y="844656"/>
                </a:lnTo>
                <a:lnTo>
                  <a:pt x="67245" y="842494"/>
                </a:lnTo>
                <a:lnTo>
                  <a:pt x="67673" y="840332"/>
                </a:lnTo>
                <a:lnTo>
                  <a:pt x="68094" y="838196"/>
                </a:lnTo>
                <a:lnTo>
                  <a:pt x="68521" y="836035"/>
                </a:lnTo>
                <a:lnTo>
                  <a:pt x="68937" y="833898"/>
                </a:lnTo>
                <a:lnTo>
                  <a:pt x="69363" y="831749"/>
                </a:lnTo>
                <a:lnTo>
                  <a:pt x="69786" y="829600"/>
                </a:lnTo>
                <a:lnTo>
                  <a:pt x="70212" y="827451"/>
                </a:lnTo>
                <a:lnTo>
                  <a:pt x="70629" y="825315"/>
                </a:lnTo>
                <a:lnTo>
                  <a:pt x="71055" y="823166"/>
                </a:lnTo>
                <a:lnTo>
                  <a:pt x="71478" y="821030"/>
                </a:lnTo>
                <a:lnTo>
                  <a:pt x="71904" y="818894"/>
                </a:lnTo>
                <a:lnTo>
                  <a:pt x="72320" y="816745"/>
                </a:lnTo>
                <a:lnTo>
                  <a:pt x="72747" y="814608"/>
                </a:lnTo>
                <a:lnTo>
                  <a:pt x="73169" y="812485"/>
                </a:lnTo>
                <a:lnTo>
                  <a:pt x="73596" y="810336"/>
                </a:lnTo>
                <a:lnTo>
                  <a:pt x="74012" y="808212"/>
                </a:lnTo>
                <a:lnTo>
                  <a:pt x="74438" y="806076"/>
                </a:lnTo>
                <a:lnTo>
                  <a:pt x="74861" y="803953"/>
                </a:lnTo>
                <a:lnTo>
                  <a:pt x="75287" y="801829"/>
                </a:lnTo>
                <a:lnTo>
                  <a:pt x="75704" y="799693"/>
                </a:lnTo>
                <a:lnTo>
                  <a:pt x="76130" y="797569"/>
                </a:lnTo>
                <a:lnTo>
                  <a:pt x="76558" y="795446"/>
                </a:lnTo>
                <a:lnTo>
                  <a:pt x="76979" y="793322"/>
                </a:lnTo>
                <a:lnTo>
                  <a:pt x="77405" y="791199"/>
                </a:lnTo>
                <a:lnTo>
                  <a:pt x="77822" y="789075"/>
                </a:lnTo>
                <a:lnTo>
                  <a:pt x="78249" y="786964"/>
                </a:lnTo>
                <a:lnTo>
                  <a:pt x="78671" y="784841"/>
                </a:lnTo>
                <a:lnTo>
                  <a:pt x="79097" y="782730"/>
                </a:lnTo>
                <a:lnTo>
                  <a:pt x="79515" y="780619"/>
                </a:lnTo>
                <a:lnTo>
                  <a:pt x="79941" y="778508"/>
                </a:lnTo>
                <a:lnTo>
                  <a:pt x="80362" y="776385"/>
                </a:lnTo>
                <a:lnTo>
                  <a:pt x="80789" y="774274"/>
                </a:lnTo>
                <a:lnTo>
                  <a:pt x="81205" y="772176"/>
                </a:lnTo>
                <a:lnTo>
                  <a:pt x="81633" y="770065"/>
                </a:lnTo>
                <a:lnTo>
                  <a:pt x="82054" y="767954"/>
                </a:lnTo>
                <a:lnTo>
                  <a:pt x="82480" y="765856"/>
                </a:lnTo>
                <a:lnTo>
                  <a:pt x="82897" y="763745"/>
                </a:lnTo>
                <a:lnTo>
                  <a:pt x="83324" y="761647"/>
                </a:lnTo>
                <a:lnTo>
                  <a:pt x="83746" y="759549"/>
                </a:lnTo>
                <a:lnTo>
                  <a:pt x="84172" y="757451"/>
                </a:lnTo>
                <a:lnTo>
                  <a:pt x="84590" y="755353"/>
                </a:lnTo>
                <a:lnTo>
                  <a:pt x="85016" y="753268"/>
                </a:lnTo>
                <a:lnTo>
                  <a:pt x="85437" y="751170"/>
                </a:lnTo>
                <a:lnTo>
                  <a:pt x="85864" y="749072"/>
                </a:lnTo>
                <a:lnTo>
                  <a:pt x="86280" y="746986"/>
                </a:lnTo>
                <a:lnTo>
                  <a:pt x="86708" y="744901"/>
                </a:lnTo>
                <a:lnTo>
                  <a:pt x="87129" y="742815"/>
                </a:lnTo>
                <a:lnTo>
                  <a:pt x="87555" y="740730"/>
                </a:lnTo>
                <a:lnTo>
                  <a:pt x="87972" y="738645"/>
                </a:lnTo>
                <a:lnTo>
                  <a:pt x="88399" y="736559"/>
                </a:lnTo>
                <a:lnTo>
                  <a:pt x="88821" y="734487"/>
                </a:lnTo>
                <a:lnTo>
                  <a:pt x="89247" y="732401"/>
                </a:lnTo>
                <a:lnTo>
                  <a:pt x="89664" y="730328"/>
                </a:lnTo>
                <a:lnTo>
                  <a:pt x="90091" y="728256"/>
                </a:lnTo>
                <a:lnTo>
                  <a:pt x="90512" y="726183"/>
                </a:lnTo>
                <a:lnTo>
                  <a:pt x="90939" y="724110"/>
                </a:lnTo>
                <a:lnTo>
                  <a:pt x="91355" y="722038"/>
                </a:lnTo>
                <a:lnTo>
                  <a:pt x="91783" y="719965"/>
                </a:lnTo>
                <a:lnTo>
                  <a:pt x="92204" y="717905"/>
                </a:lnTo>
                <a:lnTo>
                  <a:pt x="92630" y="715833"/>
                </a:lnTo>
                <a:lnTo>
                  <a:pt x="93047" y="713773"/>
                </a:lnTo>
                <a:lnTo>
                  <a:pt x="93474" y="711700"/>
                </a:lnTo>
                <a:lnTo>
                  <a:pt x="93896" y="709653"/>
                </a:lnTo>
                <a:lnTo>
                  <a:pt x="94322" y="707593"/>
                </a:lnTo>
                <a:lnTo>
                  <a:pt x="94739" y="705533"/>
                </a:lnTo>
                <a:lnTo>
                  <a:pt x="95166" y="703486"/>
                </a:lnTo>
                <a:lnTo>
                  <a:pt x="95587" y="701426"/>
                </a:lnTo>
                <a:lnTo>
                  <a:pt x="96014" y="699378"/>
                </a:lnTo>
                <a:lnTo>
                  <a:pt x="96430" y="697318"/>
                </a:lnTo>
                <a:lnTo>
                  <a:pt x="96858" y="695271"/>
                </a:lnTo>
                <a:lnTo>
                  <a:pt x="97279" y="693237"/>
                </a:lnTo>
                <a:lnTo>
                  <a:pt x="97706" y="691189"/>
                </a:lnTo>
                <a:lnTo>
                  <a:pt x="98122" y="689142"/>
                </a:lnTo>
                <a:lnTo>
                  <a:pt x="98549" y="687108"/>
                </a:lnTo>
                <a:lnTo>
                  <a:pt x="98971" y="685060"/>
                </a:lnTo>
                <a:lnTo>
                  <a:pt x="99397" y="683026"/>
                </a:lnTo>
                <a:lnTo>
                  <a:pt x="99814" y="680991"/>
                </a:lnTo>
                <a:lnTo>
                  <a:pt x="100241" y="678957"/>
                </a:lnTo>
                <a:lnTo>
                  <a:pt x="100663" y="676935"/>
                </a:lnTo>
                <a:lnTo>
                  <a:pt x="101089" y="674901"/>
                </a:lnTo>
                <a:lnTo>
                  <a:pt x="101505" y="672866"/>
                </a:lnTo>
                <a:lnTo>
                  <a:pt x="101933" y="670844"/>
                </a:lnTo>
                <a:lnTo>
                  <a:pt x="102354" y="668822"/>
                </a:lnTo>
                <a:lnTo>
                  <a:pt x="102781" y="666801"/>
                </a:lnTo>
                <a:lnTo>
                  <a:pt x="103197" y="664779"/>
                </a:lnTo>
                <a:lnTo>
                  <a:pt x="103623" y="662757"/>
                </a:lnTo>
                <a:lnTo>
                  <a:pt x="104046" y="660748"/>
                </a:lnTo>
                <a:lnTo>
                  <a:pt x="104472" y="658739"/>
                </a:lnTo>
                <a:lnTo>
                  <a:pt x="104889" y="656717"/>
                </a:lnTo>
                <a:lnTo>
                  <a:pt x="105316" y="654708"/>
                </a:lnTo>
                <a:lnTo>
                  <a:pt x="105738" y="652699"/>
                </a:lnTo>
                <a:lnTo>
                  <a:pt x="106164" y="650690"/>
                </a:lnTo>
                <a:lnTo>
                  <a:pt x="106580" y="648693"/>
                </a:lnTo>
                <a:lnTo>
                  <a:pt x="107008" y="646684"/>
                </a:lnTo>
                <a:lnTo>
                  <a:pt x="107429" y="644675"/>
                </a:lnTo>
                <a:lnTo>
                  <a:pt x="107856" y="642679"/>
                </a:lnTo>
                <a:lnTo>
                  <a:pt x="108272" y="640682"/>
                </a:lnTo>
                <a:lnTo>
                  <a:pt x="108700" y="638686"/>
                </a:lnTo>
                <a:lnTo>
                  <a:pt x="109121" y="636690"/>
                </a:lnTo>
                <a:lnTo>
                  <a:pt x="109547" y="634706"/>
                </a:lnTo>
                <a:lnTo>
                  <a:pt x="109964" y="632710"/>
                </a:lnTo>
                <a:lnTo>
                  <a:pt x="110391" y="630726"/>
                </a:lnTo>
                <a:lnTo>
                  <a:pt x="110813" y="628742"/>
                </a:lnTo>
                <a:lnTo>
                  <a:pt x="111239" y="626759"/>
                </a:lnTo>
                <a:lnTo>
                  <a:pt x="111656" y="624775"/>
                </a:lnTo>
                <a:lnTo>
                  <a:pt x="112083" y="622791"/>
                </a:lnTo>
                <a:lnTo>
                  <a:pt x="112504" y="620820"/>
                </a:lnTo>
                <a:lnTo>
                  <a:pt x="112931" y="618837"/>
                </a:lnTo>
                <a:lnTo>
                  <a:pt x="113347" y="616879"/>
                </a:lnTo>
                <a:lnTo>
                  <a:pt x="113775" y="614895"/>
                </a:lnTo>
                <a:lnTo>
                  <a:pt x="114196" y="612924"/>
                </a:lnTo>
                <a:lnTo>
                  <a:pt x="114622" y="610966"/>
                </a:lnTo>
                <a:lnTo>
                  <a:pt x="115049" y="609008"/>
                </a:lnTo>
                <a:lnTo>
                  <a:pt x="115466" y="607037"/>
                </a:lnTo>
                <a:lnTo>
                  <a:pt x="115893" y="605078"/>
                </a:lnTo>
                <a:lnTo>
                  <a:pt x="116314" y="603120"/>
                </a:lnTo>
                <a:lnTo>
                  <a:pt x="116740" y="601162"/>
                </a:lnTo>
                <a:lnTo>
                  <a:pt x="117158" y="599216"/>
                </a:lnTo>
                <a:lnTo>
                  <a:pt x="117584" y="597258"/>
                </a:lnTo>
                <a:lnTo>
                  <a:pt x="118006" y="595313"/>
                </a:lnTo>
                <a:lnTo>
                  <a:pt x="118432" y="593354"/>
                </a:lnTo>
                <a:lnTo>
                  <a:pt x="118850" y="591409"/>
                </a:lnTo>
                <a:lnTo>
                  <a:pt x="119276" y="589463"/>
                </a:lnTo>
                <a:lnTo>
                  <a:pt x="119693" y="587518"/>
                </a:lnTo>
                <a:lnTo>
                  <a:pt x="120124" y="585585"/>
                </a:lnTo>
                <a:lnTo>
                  <a:pt x="120540" y="583652"/>
                </a:lnTo>
                <a:lnTo>
                  <a:pt x="120968" y="581720"/>
                </a:lnTo>
                <a:lnTo>
                  <a:pt x="121384" y="579787"/>
                </a:lnTo>
                <a:lnTo>
                  <a:pt x="121815" y="577854"/>
                </a:lnTo>
                <a:lnTo>
                  <a:pt x="122233" y="575921"/>
                </a:lnTo>
                <a:lnTo>
                  <a:pt x="122659" y="574001"/>
                </a:lnTo>
                <a:lnTo>
                  <a:pt x="123076" y="572068"/>
                </a:lnTo>
                <a:lnTo>
                  <a:pt x="123502" y="570148"/>
                </a:lnTo>
                <a:lnTo>
                  <a:pt x="123925" y="568241"/>
                </a:lnTo>
                <a:lnTo>
                  <a:pt x="124351" y="566321"/>
                </a:lnTo>
                <a:lnTo>
                  <a:pt x="124768" y="564401"/>
                </a:lnTo>
                <a:lnTo>
                  <a:pt x="125194" y="562481"/>
                </a:lnTo>
                <a:lnTo>
                  <a:pt x="125615" y="560573"/>
                </a:lnTo>
                <a:lnTo>
                  <a:pt x="126043" y="558666"/>
                </a:lnTo>
                <a:lnTo>
                  <a:pt x="126459" y="556759"/>
                </a:lnTo>
                <a:lnTo>
                  <a:pt x="126886" y="554851"/>
                </a:lnTo>
                <a:lnTo>
                  <a:pt x="127308" y="552957"/>
                </a:lnTo>
                <a:lnTo>
                  <a:pt x="127734" y="551062"/>
                </a:lnTo>
                <a:lnTo>
                  <a:pt x="128151" y="549167"/>
                </a:lnTo>
                <a:lnTo>
                  <a:pt x="128577" y="547260"/>
                </a:lnTo>
                <a:lnTo>
                  <a:pt x="129000" y="545365"/>
                </a:lnTo>
                <a:lnTo>
                  <a:pt x="129426" y="543471"/>
                </a:lnTo>
                <a:lnTo>
                  <a:pt x="129843" y="541589"/>
                </a:lnTo>
                <a:lnTo>
                  <a:pt x="130269" y="539707"/>
                </a:lnTo>
                <a:lnTo>
                  <a:pt x="130690" y="537825"/>
                </a:lnTo>
                <a:lnTo>
                  <a:pt x="131118" y="535943"/>
                </a:lnTo>
                <a:lnTo>
                  <a:pt x="131534" y="534061"/>
                </a:lnTo>
                <a:lnTo>
                  <a:pt x="131961" y="532179"/>
                </a:lnTo>
                <a:lnTo>
                  <a:pt x="132383" y="530310"/>
                </a:lnTo>
                <a:lnTo>
                  <a:pt x="132809" y="528441"/>
                </a:lnTo>
                <a:lnTo>
                  <a:pt x="133226" y="526571"/>
                </a:lnTo>
                <a:lnTo>
                  <a:pt x="133652" y="524715"/>
                </a:lnTo>
                <a:lnTo>
                  <a:pt x="134075" y="522846"/>
                </a:lnTo>
                <a:lnTo>
                  <a:pt x="134501" y="520976"/>
                </a:lnTo>
                <a:lnTo>
                  <a:pt x="134918" y="519120"/>
                </a:lnTo>
                <a:lnTo>
                  <a:pt x="135344" y="517263"/>
                </a:lnTo>
                <a:lnTo>
                  <a:pt x="135765" y="515407"/>
                </a:lnTo>
                <a:lnTo>
                  <a:pt x="136193" y="513550"/>
                </a:lnTo>
                <a:lnTo>
                  <a:pt x="136609" y="511707"/>
                </a:lnTo>
                <a:lnTo>
                  <a:pt x="137036" y="509850"/>
                </a:lnTo>
                <a:lnTo>
                  <a:pt x="137457" y="508019"/>
                </a:lnTo>
                <a:lnTo>
                  <a:pt x="137885" y="506175"/>
                </a:lnTo>
                <a:lnTo>
                  <a:pt x="138301" y="504332"/>
                </a:lnTo>
                <a:lnTo>
                  <a:pt x="138727" y="502488"/>
                </a:lnTo>
                <a:lnTo>
                  <a:pt x="139150" y="500657"/>
                </a:lnTo>
                <a:lnTo>
                  <a:pt x="139576" y="498826"/>
                </a:lnTo>
                <a:lnTo>
                  <a:pt x="139993" y="496995"/>
                </a:lnTo>
                <a:lnTo>
                  <a:pt x="140419" y="495163"/>
                </a:lnTo>
                <a:lnTo>
                  <a:pt x="140842" y="493345"/>
                </a:lnTo>
                <a:lnTo>
                  <a:pt x="141268" y="491527"/>
                </a:lnTo>
                <a:lnTo>
                  <a:pt x="141684" y="489696"/>
                </a:lnTo>
                <a:lnTo>
                  <a:pt x="142111" y="487877"/>
                </a:lnTo>
                <a:lnTo>
                  <a:pt x="142532" y="486072"/>
                </a:lnTo>
                <a:lnTo>
                  <a:pt x="142960" y="484253"/>
                </a:lnTo>
                <a:lnTo>
                  <a:pt x="143376" y="482448"/>
                </a:lnTo>
                <a:lnTo>
                  <a:pt x="143802" y="480642"/>
                </a:lnTo>
                <a:lnTo>
                  <a:pt x="144225" y="478836"/>
                </a:lnTo>
                <a:lnTo>
                  <a:pt x="144651" y="477031"/>
                </a:lnTo>
                <a:lnTo>
                  <a:pt x="145068" y="475225"/>
                </a:lnTo>
                <a:lnTo>
                  <a:pt x="145494" y="473432"/>
                </a:lnTo>
                <a:lnTo>
                  <a:pt x="145917" y="471639"/>
                </a:lnTo>
                <a:lnTo>
                  <a:pt x="146343" y="469846"/>
                </a:lnTo>
                <a:lnTo>
                  <a:pt x="146759" y="468053"/>
                </a:lnTo>
                <a:lnTo>
                  <a:pt x="147186" y="466273"/>
                </a:lnTo>
                <a:lnTo>
                  <a:pt x="147607" y="464480"/>
                </a:lnTo>
                <a:lnTo>
                  <a:pt x="148035" y="462700"/>
                </a:lnTo>
                <a:lnTo>
                  <a:pt x="148451" y="460920"/>
                </a:lnTo>
                <a:lnTo>
                  <a:pt x="148878" y="459140"/>
                </a:lnTo>
                <a:lnTo>
                  <a:pt x="149299" y="457372"/>
                </a:lnTo>
                <a:lnTo>
                  <a:pt x="149726" y="455592"/>
                </a:lnTo>
                <a:lnTo>
                  <a:pt x="150143" y="453837"/>
                </a:lnTo>
                <a:lnTo>
                  <a:pt x="150569" y="452057"/>
                </a:lnTo>
                <a:lnTo>
                  <a:pt x="150992" y="450302"/>
                </a:lnTo>
                <a:lnTo>
                  <a:pt x="151418" y="448535"/>
                </a:lnTo>
                <a:lnTo>
                  <a:pt x="151835" y="446780"/>
                </a:lnTo>
                <a:lnTo>
                  <a:pt x="152261" y="445025"/>
                </a:lnTo>
                <a:lnTo>
                  <a:pt x="152687" y="443270"/>
                </a:lnTo>
                <a:lnTo>
                  <a:pt x="153110" y="441516"/>
                </a:lnTo>
                <a:lnTo>
                  <a:pt x="153536" y="439774"/>
                </a:lnTo>
                <a:lnTo>
                  <a:pt x="153953" y="438032"/>
                </a:lnTo>
                <a:lnTo>
                  <a:pt x="154380" y="436290"/>
                </a:lnTo>
                <a:lnTo>
                  <a:pt x="154801" y="434547"/>
                </a:lnTo>
                <a:lnTo>
                  <a:pt x="155228" y="432818"/>
                </a:lnTo>
                <a:lnTo>
                  <a:pt x="155644" y="431076"/>
                </a:lnTo>
                <a:lnTo>
                  <a:pt x="156072" y="429347"/>
                </a:lnTo>
                <a:lnTo>
                  <a:pt x="156493" y="427617"/>
                </a:lnTo>
                <a:lnTo>
                  <a:pt x="156919" y="425888"/>
                </a:lnTo>
                <a:lnTo>
                  <a:pt x="157336" y="424171"/>
                </a:lnTo>
                <a:lnTo>
                  <a:pt x="157762" y="422442"/>
                </a:lnTo>
                <a:lnTo>
                  <a:pt x="158185" y="420725"/>
                </a:lnTo>
                <a:lnTo>
                  <a:pt x="158611" y="419022"/>
                </a:lnTo>
                <a:lnTo>
                  <a:pt x="159028" y="417305"/>
                </a:lnTo>
                <a:lnTo>
                  <a:pt x="159455" y="415588"/>
                </a:lnTo>
                <a:lnTo>
                  <a:pt x="159876" y="413897"/>
                </a:lnTo>
                <a:lnTo>
                  <a:pt x="160303" y="412180"/>
                </a:lnTo>
                <a:lnTo>
                  <a:pt x="160719" y="410489"/>
                </a:lnTo>
                <a:lnTo>
                  <a:pt x="161147" y="408785"/>
                </a:lnTo>
                <a:lnTo>
                  <a:pt x="161568" y="407094"/>
                </a:lnTo>
                <a:lnTo>
                  <a:pt x="161994" y="405390"/>
                </a:lnTo>
                <a:lnTo>
                  <a:pt x="162411" y="403712"/>
                </a:lnTo>
                <a:lnTo>
                  <a:pt x="162837" y="402021"/>
                </a:lnTo>
                <a:lnTo>
                  <a:pt x="163260" y="400329"/>
                </a:lnTo>
                <a:lnTo>
                  <a:pt x="163686" y="398651"/>
                </a:lnTo>
                <a:lnTo>
                  <a:pt x="164103" y="396972"/>
                </a:lnTo>
                <a:lnTo>
                  <a:pt x="164529" y="395294"/>
                </a:lnTo>
                <a:lnTo>
                  <a:pt x="164951" y="393628"/>
                </a:lnTo>
                <a:lnTo>
                  <a:pt x="165378" y="391962"/>
                </a:lnTo>
                <a:lnTo>
                  <a:pt x="165794" y="390284"/>
                </a:lnTo>
                <a:lnTo>
                  <a:pt x="166222" y="388618"/>
                </a:lnTo>
                <a:lnTo>
                  <a:pt x="166643" y="386965"/>
                </a:lnTo>
                <a:lnTo>
                  <a:pt x="167070" y="385312"/>
                </a:lnTo>
                <a:lnTo>
                  <a:pt x="167486" y="383646"/>
                </a:lnTo>
                <a:lnTo>
                  <a:pt x="167912" y="381993"/>
                </a:lnTo>
                <a:lnTo>
                  <a:pt x="168335" y="380340"/>
                </a:lnTo>
                <a:lnTo>
                  <a:pt x="168761" y="378700"/>
                </a:lnTo>
                <a:lnTo>
                  <a:pt x="169178" y="377060"/>
                </a:lnTo>
                <a:lnTo>
                  <a:pt x="169604" y="375419"/>
                </a:lnTo>
                <a:lnTo>
                  <a:pt x="170027" y="373766"/>
                </a:lnTo>
                <a:lnTo>
                  <a:pt x="170453" y="372139"/>
                </a:lnTo>
                <a:lnTo>
                  <a:pt x="170869" y="370511"/>
                </a:lnTo>
                <a:lnTo>
                  <a:pt x="171297" y="368871"/>
                </a:lnTo>
                <a:lnTo>
                  <a:pt x="171718" y="367243"/>
                </a:lnTo>
                <a:lnTo>
                  <a:pt x="172145" y="365628"/>
                </a:lnTo>
                <a:lnTo>
                  <a:pt x="172561" y="364013"/>
                </a:lnTo>
                <a:lnTo>
                  <a:pt x="172987" y="362386"/>
                </a:lnTo>
                <a:lnTo>
                  <a:pt x="173410" y="360771"/>
                </a:lnTo>
                <a:lnTo>
                  <a:pt x="173836" y="359156"/>
                </a:lnTo>
                <a:lnTo>
                  <a:pt x="174253" y="357554"/>
                </a:lnTo>
                <a:lnTo>
                  <a:pt x="174679" y="355951"/>
                </a:lnTo>
                <a:lnTo>
                  <a:pt x="175102" y="354349"/>
                </a:lnTo>
                <a:lnTo>
                  <a:pt x="175528" y="352734"/>
                </a:lnTo>
                <a:lnTo>
                  <a:pt x="175944" y="351145"/>
                </a:lnTo>
                <a:lnTo>
                  <a:pt x="176371" y="349555"/>
                </a:lnTo>
                <a:lnTo>
                  <a:pt x="176793" y="347966"/>
                </a:lnTo>
                <a:lnTo>
                  <a:pt x="177220" y="346364"/>
                </a:lnTo>
                <a:lnTo>
                  <a:pt x="177636" y="344787"/>
                </a:lnTo>
                <a:lnTo>
                  <a:pt x="178064" y="343210"/>
                </a:lnTo>
                <a:lnTo>
                  <a:pt x="178485" y="341621"/>
                </a:lnTo>
                <a:lnTo>
                  <a:pt x="178911" y="340057"/>
                </a:lnTo>
                <a:lnTo>
                  <a:pt x="179328" y="338480"/>
                </a:lnTo>
                <a:lnTo>
                  <a:pt x="179754" y="336916"/>
                </a:lnTo>
                <a:lnTo>
                  <a:pt x="180177" y="335339"/>
                </a:lnTo>
                <a:lnTo>
                  <a:pt x="180603" y="333788"/>
                </a:lnTo>
                <a:lnTo>
                  <a:pt x="181020" y="332211"/>
                </a:lnTo>
                <a:lnTo>
                  <a:pt x="181446" y="330660"/>
                </a:lnTo>
                <a:lnTo>
                  <a:pt x="181868" y="329108"/>
                </a:lnTo>
                <a:lnTo>
                  <a:pt x="182295" y="327557"/>
                </a:lnTo>
                <a:lnTo>
                  <a:pt x="182711" y="326006"/>
                </a:lnTo>
                <a:lnTo>
                  <a:pt x="183139" y="324455"/>
                </a:lnTo>
                <a:lnTo>
                  <a:pt x="183560" y="322916"/>
                </a:lnTo>
                <a:lnTo>
                  <a:pt x="183986" y="321377"/>
                </a:lnTo>
                <a:lnTo>
                  <a:pt x="184403" y="319851"/>
                </a:lnTo>
                <a:lnTo>
                  <a:pt x="184829" y="318313"/>
                </a:lnTo>
                <a:lnTo>
                  <a:pt x="185252" y="316787"/>
                </a:lnTo>
                <a:lnTo>
                  <a:pt x="185678" y="315261"/>
                </a:lnTo>
                <a:lnTo>
                  <a:pt x="186095" y="313735"/>
                </a:lnTo>
                <a:lnTo>
                  <a:pt x="186521" y="312209"/>
                </a:lnTo>
                <a:lnTo>
                  <a:pt x="186943" y="310696"/>
                </a:lnTo>
                <a:lnTo>
                  <a:pt x="187370" y="309183"/>
                </a:lnTo>
                <a:lnTo>
                  <a:pt x="187786" y="307670"/>
                </a:lnTo>
                <a:lnTo>
                  <a:pt x="188214" y="306157"/>
                </a:lnTo>
                <a:lnTo>
                  <a:pt x="188635" y="304656"/>
                </a:lnTo>
                <a:lnTo>
                  <a:pt x="189061" y="303156"/>
                </a:lnTo>
                <a:lnTo>
                  <a:pt x="189478" y="301655"/>
                </a:lnTo>
                <a:lnTo>
                  <a:pt x="189904" y="300167"/>
                </a:lnTo>
                <a:lnTo>
                  <a:pt x="190327" y="298680"/>
                </a:lnTo>
                <a:lnTo>
                  <a:pt x="190753" y="297179"/>
                </a:lnTo>
                <a:lnTo>
                  <a:pt x="191179" y="295704"/>
                </a:lnTo>
                <a:lnTo>
                  <a:pt x="191596" y="294204"/>
                </a:lnTo>
                <a:lnTo>
                  <a:pt x="192023" y="292741"/>
                </a:lnTo>
                <a:lnTo>
                  <a:pt x="192445" y="291266"/>
                </a:lnTo>
                <a:lnTo>
                  <a:pt x="192871" y="289791"/>
                </a:lnTo>
                <a:lnTo>
                  <a:pt x="193288" y="288316"/>
                </a:lnTo>
                <a:lnTo>
                  <a:pt x="193715" y="286854"/>
                </a:lnTo>
                <a:lnTo>
                  <a:pt x="194136" y="285392"/>
                </a:lnTo>
                <a:lnTo>
                  <a:pt x="194563" y="283929"/>
                </a:lnTo>
                <a:lnTo>
                  <a:pt x="194979" y="282467"/>
                </a:lnTo>
                <a:lnTo>
                  <a:pt x="195407" y="281018"/>
                </a:lnTo>
                <a:lnTo>
                  <a:pt x="195828" y="279568"/>
                </a:lnTo>
                <a:lnTo>
                  <a:pt x="196255" y="278131"/>
                </a:lnTo>
                <a:lnTo>
                  <a:pt x="196671" y="276681"/>
                </a:lnTo>
                <a:lnTo>
                  <a:pt x="197098" y="275232"/>
                </a:lnTo>
                <a:lnTo>
                  <a:pt x="197520" y="273795"/>
                </a:lnTo>
                <a:lnTo>
                  <a:pt x="197946" y="272371"/>
                </a:lnTo>
                <a:lnTo>
                  <a:pt x="198363" y="270934"/>
                </a:lnTo>
                <a:lnTo>
                  <a:pt x="198790" y="269510"/>
                </a:lnTo>
                <a:lnTo>
                  <a:pt x="199212" y="268086"/>
                </a:lnTo>
                <a:lnTo>
                  <a:pt x="199638" y="266661"/>
                </a:lnTo>
                <a:lnTo>
                  <a:pt x="200054" y="265250"/>
                </a:lnTo>
                <a:lnTo>
                  <a:pt x="200482" y="263839"/>
                </a:lnTo>
                <a:lnTo>
                  <a:pt x="200903" y="262427"/>
                </a:lnTo>
                <a:lnTo>
                  <a:pt x="201330" y="261016"/>
                </a:lnTo>
                <a:lnTo>
                  <a:pt x="201746" y="259617"/>
                </a:lnTo>
                <a:lnTo>
                  <a:pt x="202173" y="258218"/>
                </a:lnTo>
                <a:lnTo>
                  <a:pt x="202595" y="256819"/>
                </a:lnTo>
                <a:lnTo>
                  <a:pt x="203021" y="255421"/>
                </a:lnTo>
                <a:lnTo>
                  <a:pt x="203438" y="254035"/>
                </a:lnTo>
                <a:lnTo>
                  <a:pt x="203865" y="252636"/>
                </a:lnTo>
                <a:lnTo>
                  <a:pt x="204287" y="251263"/>
                </a:lnTo>
                <a:lnTo>
                  <a:pt x="204713" y="249877"/>
                </a:lnTo>
                <a:lnTo>
                  <a:pt x="205129" y="248503"/>
                </a:lnTo>
                <a:lnTo>
                  <a:pt x="205557" y="247130"/>
                </a:lnTo>
                <a:lnTo>
                  <a:pt x="205978" y="245757"/>
                </a:lnTo>
                <a:lnTo>
                  <a:pt x="206405" y="244396"/>
                </a:lnTo>
                <a:lnTo>
                  <a:pt x="206821" y="243036"/>
                </a:lnTo>
                <a:lnTo>
                  <a:pt x="207249" y="241662"/>
                </a:lnTo>
                <a:lnTo>
                  <a:pt x="207670" y="240314"/>
                </a:lnTo>
                <a:lnTo>
                  <a:pt x="208096" y="238954"/>
                </a:lnTo>
                <a:lnTo>
                  <a:pt x="208513" y="237606"/>
                </a:lnTo>
                <a:lnTo>
                  <a:pt x="208940" y="236258"/>
                </a:lnTo>
                <a:lnTo>
                  <a:pt x="209362" y="234910"/>
                </a:lnTo>
                <a:lnTo>
                  <a:pt x="209788" y="233575"/>
                </a:lnTo>
                <a:lnTo>
                  <a:pt x="210205" y="232240"/>
                </a:lnTo>
                <a:lnTo>
                  <a:pt x="210632" y="230905"/>
                </a:lnTo>
                <a:lnTo>
                  <a:pt x="211053" y="229582"/>
                </a:lnTo>
                <a:lnTo>
                  <a:pt x="211480" y="228247"/>
                </a:lnTo>
                <a:lnTo>
                  <a:pt x="211896" y="226925"/>
                </a:lnTo>
                <a:lnTo>
                  <a:pt x="212324" y="225602"/>
                </a:lnTo>
                <a:lnTo>
                  <a:pt x="212745" y="224293"/>
                </a:lnTo>
                <a:lnTo>
                  <a:pt x="213171" y="222983"/>
                </a:lnTo>
                <a:lnTo>
                  <a:pt x="213588" y="221673"/>
                </a:lnTo>
                <a:lnTo>
                  <a:pt x="214015" y="220363"/>
                </a:lnTo>
                <a:lnTo>
                  <a:pt x="214437" y="219066"/>
                </a:lnTo>
                <a:lnTo>
                  <a:pt x="214863" y="217769"/>
                </a:lnTo>
                <a:lnTo>
                  <a:pt x="215280" y="216472"/>
                </a:lnTo>
                <a:lnTo>
                  <a:pt x="215707" y="215175"/>
                </a:lnTo>
                <a:lnTo>
                  <a:pt x="216128" y="213891"/>
                </a:lnTo>
                <a:lnTo>
                  <a:pt x="216555" y="212607"/>
                </a:lnTo>
                <a:lnTo>
                  <a:pt x="216971" y="211323"/>
                </a:lnTo>
                <a:lnTo>
                  <a:pt x="217399" y="210051"/>
                </a:lnTo>
                <a:lnTo>
                  <a:pt x="217820" y="208767"/>
                </a:lnTo>
                <a:lnTo>
                  <a:pt x="218246" y="207495"/>
                </a:lnTo>
                <a:lnTo>
                  <a:pt x="218663" y="206236"/>
                </a:lnTo>
                <a:lnTo>
                  <a:pt x="219090" y="204977"/>
                </a:lnTo>
                <a:lnTo>
                  <a:pt x="219512" y="203706"/>
                </a:lnTo>
                <a:lnTo>
                  <a:pt x="219938" y="202447"/>
                </a:lnTo>
                <a:lnTo>
                  <a:pt x="220355" y="201201"/>
                </a:lnTo>
                <a:lnTo>
                  <a:pt x="220782" y="199955"/>
                </a:lnTo>
                <a:lnTo>
                  <a:pt x="221203" y="198696"/>
                </a:lnTo>
                <a:lnTo>
                  <a:pt x="221630" y="197462"/>
                </a:lnTo>
                <a:lnTo>
                  <a:pt x="222046" y="196229"/>
                </a:lnTo>
                <a:lnTo>
                  <a:pt x="222474" y="194995"/>
                </a:lnTo>
                <a:lnTo>
                  <a:pt x="222895" y="193762"/>
                </a:lnTo>
                <a:lnTo>
                  <a:pt x="223321" y="192529"/>
                </a:lnTo>
                <a:lnTo>
                  <a:pt x="223738" y="191308"/>
                </a:lnTo>
                <a:lnTo>
                  <a:pt x="224164" y="190087"/>
                </a:lnTo>
                <a:lnTo>
                  <a:pt x="224587" y="188867"/>
                </a:lnTo>
                <a:lnTo>
                  <a:pt x="225013" y="187646"/>
                </a:lnTo>
                <a:lnTo>
                  <a:pt x="225430" y="186438"/>
                </a:lnTo>
                <a:lnTo>
                  <a:pt x="225857" y="185230"/>
                </a:lnTo>
                <a:lnTo>
                  <a:pt x="226279" y="184022"/>
                </a:lnTo>
                <a:lnTo>
                  <a:pt x="226705" y="182827"/>
                </a:lnTo>
                <a:lnTo>
                  <a:pt x="227121" y="181631"/>
                </a:lnTo>
                <a:lnTo>
                  <a:pt x="227549" y="180449"/>
                </a:lnTo>
                <a:lnTo>
                  <a:pt x="227970" y="179253"/>
                </a:lnTo>
                <a:lnTo>
                  <a:pt x="228397" y="178071"/>
                </a:lnTo>
                <a:lnTo>
                  <a:pt x="228823" y="176888"/>
                </a:lnTo>
                <a:lnTo>
                  <a:pt x="229239" y="175706"/>
                </a:lnTo>
                <a:lnTo>
                  <a:pt x="229667" y="174536"/>
                </a:lnTo>
                <a:lnTo>
                  <a:pt x="230088" y="173366"/>
                </a:lnTo>
                <a:lnTo>
                  <a:pt x="230515" y="172196"/>
                </a:lnTo>
                <a:lnTo>
                  <a:pt x="230932" y="171039"/>
                </a:lnTo>
                <a:lnTo>
                  <a:pt x="231358" y="169869"/>
                </a:lnTo>
                <a:lnTo>
                  <a:pt x="231780" y="168712"/>
                </a:lnTo>
                <a:lnTo>
                  <a:pt x="232206" y="167568"/>
                </a:lnTo>
                <a:lnTo>
                  <a:pt x="232624" y="166423"/>
                </a:lnTo>
                <a:lnTo>
                  <a:pt x="233050" y="165279"/>
                </a:lnTo>
                <a:lnTo>
                  <a:pt x="233472" y="164122"/>
                </a:lnTo>
                <a:lnTo>
                  <a:pt x="233898" y="162990"/>
                </a:lnTo>
                <a:lnTo>
                  <a:pt x="234314" y="161858"/>
                </a:lnTo>
                <a:lnTo>
                  <a:pt x="234742" y="160727"/>
                </a:lnTo>
                <a:lnTo>
                  <a:pt x="235158" y="159595"/>
                </a:lnTo>
                <a:lnTo>
                  <a:pt x="235590" y="158476"/>
                </a:lnTo>
                <a:lnTo>
                  <a:pt x="236007" y="157357"/>
                </a:lnTo>
                <a:lnTo>
                  <a:pt x="236434" y="156251"/>
                </a:lnTo>
                <a:lnTo>
                  <a:pt x="236850" y="155132"/>
                </a:lnTo>
                <a:lnTo>
                  <a:pt x="237281" y="154025"/>
                </a:lnTo>
                <a:lnTo>
                  <a:pt x="237699" y="152906"/>
                </a:lnTo>
                <a:lnTo>
                  <a:pt x="238125" y="151813"/>
                </a:lnTo>
                <a:lnTo>
                  <a:pt x="238542" y="150719"/>
                </a:lnTo>
                <a:lnTo>
                  <a:pt x="238968" y="149626"/>
                </a:lnTo>
                <a:lnTo>
                  <a:pt x="239391" y="148532"/>
                </a:lnTo>
                <a:lnTo>
                  <a:pt x="239817" y="147451"/>
                </a:lnTo>
                <a:lnTo>
                  <a:pt x="240233" y="146370"/>
                </a:lnTo>
                <a:lnTo>
                  <a:pt x="240660" y="145290"/>
                </a:lnTo>
                <a:lnTo>
                  <a:pt x="241081" y="144209"/>
                </a:lnTo>
                <a:lnTo>
                  <a:pt x="241509" y="143141"/>
                </a:lnTo>
                <a:lnTo>
                  <a:pt x="241925" y="142073"/>
                </a:lnTo>
                <a:lnTo>
                  <a:pt x="242351" y="141004"/>
                </a:lnTo>
                <a:lnTo>
                  <a:pt x="242774" y="139949"/>
                </a:lnTo>
                <a:lnTo>
                  <a:pt x="243200" y="138894"/>
                </a:lnTo>
                <a:lnTo>
                  <a:pt x="243617" y="137838"/>
                </a:lnTo>
                <a:lnTo>
                  <a:pt x="244043" y="136796"/>
                </a:lnTo>
                <a:lnTo>
                  <a:pt x="244466" y="135740"/>
                </a:lnTo>
                <a:lnTo>
                  <a:pt x="244892" y="134710"/>
                </a:lnTo>
                <a:lnTo>
                  <a:pt x="245308" y="133667"/>
                </a:lnTo>
                <a:lnTo>
                  <a:pt x="245735" y="132625"/>
                </a:lnTo>
                <a:lnTo>
                  <a:pt x="246156" y="131607"/>
                </a:lnTo>
                <a:lnTo>
                  <a:pt x="246584" y="130578"/>
                </a:lnTo>
                <a:lnTo>
                  <a:pt x="247000" y="129560"/>
                </a:lnTo>
                <a:lnTo>
                  <a:pt x="247427" y="128543"/>
                </a:lnTo>
                <a:lnTo>
                  <a:pt x="247849" y="127526"/>
                </a:lnTo>
                <a:lnTo>
                  <a:pt x="248275" y="126508"/>
                </a:lnTo>
                <a:lnTo>
                  <a:pt x="248692" y="125504"/>
                </a:lnTo>
                <a:lnTo>
                  <a:pt x="249118" y="124499"/>
                </a:lnTo>
                <a:lnTo>
                  <a:pt x="249541" y="123508"/>
                </a:lnTo>
                <a:lnTo>
                  <a:pt x="249967" y="122516"/>
                </a:lnTo>
                <a:lnTo>
                  <a:pt x="250384" y="121524"/>
                </a:lnTo>
                <a:lnTo>
                  <a:pt x="250810" y="120532"/>
                </a:lnTo>
                <a:lnTo>
                  <a:pt x="251231" y="119540"/>
                </a:lnTo>
                <a:lnTo>
                  <a:pt x="251659" y="118561"/>
                </a:lnTo>
                <a:lnTo>
                  <a:pt x="252075" y="117582"/>
                </a:lnTo>
                <a:lnTo>
                  <a:pt x="252502" y="116616"/>
                </a:lnTo>
                <a:lnTo>
                  <a:pt x="252923" y="115649"/>
                </a:lnTo>
                <a:lnTo>
                  <a:pt x="253350" y="114683"/>
                </a:lnTo>
                <a:lnTo>
                  <a:pt x="253767" y="113716"/>
                </a:lnTo>
                <a:lnTo>
                  <a:pt x="254193" y="112763"/>
                </a:lnTo>
                <a:lnTo>
                  <a:pt x="254616" y="111809"/>
                </a:lnTo>
                <a:lnTo>
                  <a:pt x="255042" y="110868"/>
                </a:lnTo>
                <a:lnTo>
                  <a:pt x="255459" y="109914"/>
                </a:lnTo>
                <a:lnTo>
                  <a:pt x="255885" y="108973"/>
                </a:lnTo>
                <a:lnTo>
                  <a:pt x="256306" y="108032"/>
                </a:lnTo>
                <a:lnTo>
                  <a:pt x="256734" y="107092"/>
                </a:lnTo>
                <a:lnTo>
                  <a:pt x="257150" y="106163"/>
                </a:lnTo>
                <a:lnTo>
                  <a:pt x="257577" y="105235"/>
                </a:lnTo>
                <a:lnTo>
                  <a:pt x="257998" y="104319"/>
                </a:lnTo>
                <a:lnTo>
                  <a:pt x="258425" y="103391"/>
                </a:lnTo>
                <a:lnTo>
                  <a:pt x="258842" y="102488"/>
                </a:lnTo>
                <a:lnTo>
                  <a:pt x="259268" y="101573"/>
                </a:lnTo>
                <a:lnTo>
                  <a:pt x="259691" y="100657"/>
                </a:lnTo>
                <a:lnTo>
                  <a:pt x="260117" y="99755"/>
                </a:lnTo>
                <a:lnTo>
                  <a:pt x="260534" y="98864"/>
                </a:lnTo>
                <a:lnTo>
                  <a:pt x="260960" y="97974"/>
                </a:lnTo>
                <a:lnTo>
                  <a:pt x="261381" y="97072"/>
                </a:lnTo>
                <a:lnTo>
                  <a:pt x="261809" y="96194"/>
                </a:lnTo>
                <a:lnTo>
                  <a:pt x="262225" y="95304"/>
                </a:lnTo>
                <a:lnTo>
                  <a:pt x="262652" y="94427"/>
                </a:lnTo>
                <a:lnTo>
                  <a:pt x="263073" y="93549"/>
                </a:lnTo>
                <a:lnTo>
                  <a:pt x="263500" y="92685"/>
                </a:lnTo>
                <a:lnTo>
                  <a:pt x="263917" y="91807"/>
                </a:lnTo>
                <a:lnTo>
                  <a:pt x="264343" y="90943"/>
                </a:lnTo>
                <a:lnTo>
                  <a:pt x="264766" y="90078"/>
                </a:lnTo>
                <a:lnTo>
                  <a:pt x="265192" y="89226"/>
                </a:lnTo>
                <a:lnTo>
                  <a:pt x="265609" y="88374"/>
                </a:lnTo>
                <a:lnTo>
                  <a:pt x="266035" y="87522"/>
                </a:lnTo>
                <a:lnTo>
                  <a:pt x="266458" y="86683"/>
                </a:lnTo>
                <a:lnTo>
                  <a:pt x="266884" y="85844"/>
                </a:lnTo>
                <a:lnTo>
                  <a:pt x="267310" y="85004"/>
                </a:lnTo>
                <a:lnTo>
                  <a:pt x="267727" y="84178"/>
                </a:lnTo>
                <a:lnTo>
                  <a:pt x="268153" y="83339"/>
                </a:lnTo>
                <a:lnTo>
                  <a:pt x="268576" y="82525"/>
                </a:lnTo>
                <a:lnTo>
                  <a:pt x="269002" y="81698"/>
                </a:lnTo>
                <a:lnTo>
                  <a:pt x="269418" y="80884"/>
                </a:lnTo>
                <a:lnTo>
                  <a:pt x="269846" y="80071"/>
                </a:lnTo>
                <a:lnTo>
                  <a:pt x="270267" y="79257"/>
                </a:lnTo>
                <a:lnTo>
                  <a:pt x="270694" y="78456"/>
                </a:lnTo>
                <a:lnTo>
                  <a:pt x="271110" y="77655"/>
                </a:lnTo>
                <a:lnTo>
                  <a:pt x="271536" y="76866"/>
                </a:lnTo>
                <a:lnTo>
                  <a:pt x="271959" y="76065"/>
                </a:lnTo>
                <a:lnTo>
                  <a:pt x="272385" y="75277"/>
                </a:lnTo>
                <a:lnTo>
                  <a:pt x="272802" y="74488"/>
                </a:lnTo>
                <a:lnTo>
                  <a:pt x="273228" y="73700"/>
                </a:lnTo>
                <a:lnTo>
                  <a:pt x="273651" y="72937"/>
                </a:lnTo>
                <a:lnTo>
                  <a:pt x="274077" y="72161"/>
                </a:lnTo>
                <a:lnTo>
                  <a:pt x="274493" y="71398"/>
                </a:lnTo>
                <a:lnTo>
                  <a:pt x="274921" y="70635"/>
                </a:lnTo>
                <a:lnTo>
                  <a:pt x="275342" y="69860"/>
                </a:lnTo>
                <a:lnTo>
                  <a:pt x="275769" y="69110"/>
                </a:lnTo>
                <a:lnTo>
                  <a:pt x="276185" y="68347"/>
                </a:lnTo>
                <a:lnTo>
                  <a:pt x="276613" y="67609"/>
                </a:lnTo>
                <a:lnTo>
                  <a:pt x="277034" y="66859"/>
                </a:lnTo>
                <a:lnTo>
                  <a:pt x="277460" y="66121"/>
                </a:lnTo>
                <a:lnTo>
                  <a:pt x="277877" y="65384"/>
                </a:lnTo>
                <a:lnTo>
                  <a:pt x="278303" y="64646"/>
                </a:lnTo>
                <a:lnTo>
                  <a:pt x="278726" y="63922"/>
                </a:lnTo>
                <a:lnTo>
                  <a:pt x="279152" y="63197"/>
                </a:lnTo>
                <a:lnTo>
                  <a:pt x="279569" y="62472"/>
                </a:lnTo>
                <a:lnTo>
                  <a:pt x="279995" y="61760"/>
                </a:lnTo>
                <a:lnTo>
                  <a:pt x="280417" y="61035"/>
                </a:lnTo>
                <a:lnTo>
                  <a:pt x="280844" y="60336"/>
                </a:lnTo>
                <a:lnTo>
                  <a:pt x="281260" y="59624"/>
                </a:lnTo>
                <a:lnTo>
                  <a:pt x="281688" y="58924"/>
                </a:lnTo>
                <a:lnTo>
                  <a:pt x="282109" y="58225"/>
                </a:lnTo>
                <a:lnTo>
                  <a:pt x="282535" y="57538"/>
                </a:lnTo>
                <a:lnTo>
                  <a:pt x="282952" y="56852"/>
                </a:lnTo>
                <a:lnTo>
                  <a:pt x="283378" y="56165"/>
                </a:lnTo>
                <a:lnTo>
                  <a:pt x="283801" y="55491"/>
                </a:lnTo>
                <a:lnTo>
                  <a:pt x="284227" y="54804"/>
                </a:lnTo>
                <a:lnTo>
                  <a:pt x="284644" y="54130"/>
                </a:lnTo>
                <a:lnTo>
                  <a:pt x="285070" y="53469"/>
                </a:lnTo>
                <a:lnTo>
                  <a:pt x="285492" y="52808"/>
                </a:lnTo>
                <a:lnTo>
                  <a:pt x="285919" y="52134"/>
                </a:lnTo>
                <a:lnTo>
                  <a:pt x="286335" y="51486"/>
                </a:lnTo>
                <a:lnTo>
                  <a:pt x="286763" y="50837"/>
                </a:lnTo>
                <a:lnTo>
                  <a:pt x="287184" y="50189"/>
                </a:lnTo>
                <a:lnTo>
                  <a:pt x="287610" y="49540"/>
                </a:lnTo>
                <a:lnTo>
                  <a:pt x="288027" y="48904"/>
                </a:lnTo>
                <a:lnTo>
                  <a:pt x="288453" y="48268"/>
                </a:lnTo>
                <a:lnTo>
                  <a:pt x="288876" y="47633"/>
                </a:lnTo>
                <a:lnTo>
                  <a:pt x="289302" y="47010"/>
                </a:lnTo>
                <a:lnTo>
                  <a:pt x="289719" y="46374"/>
                </a:lnTo>
                <a:lnTo>
                  <a:pt x="290145" y="45763"/>
                </a:lnTo>
                <a:lnTo>
                  <a:pt x="290567" y="45140"/>
                </a:lnTo>
                <a:lnTo>
                  <a:pt x="290994" y="44530"/>
                </a:lnTo>
                <a:lnTo>
                  <a:pt x="291410" y="43932"/>
                </a:lnTo>
                <a:lnTo>
                  <a:pt x="291838" y="43322"/>
                </a:lnTo>
                <a:lnTo>
                  <a:pt x="292259" y="42724"/>
                </a:lnTo>
                <a:lnTo>
                  <a:pt x="292685" y="42127"/>
                </a:lnTo>
                <a:lnTo>
                  <a:pt x="293102" y="41542"/>
                </a:lnTo>
                <a:lnTo>
                  <a:pt x="293528" y="40944"/>
                </a:lnTo>
                <a:lnTo>
                  <a:pt x="293951" y="40372"/>
                </a:lnTo>
                <a:lnTo>
                  <a:pt x="294377" y="39787"/>
                </a:lnTo>
                <a:lnTo>
                  <a:pt x="294794" y="39215"/>
                </a:lnTo>
                <a:lnTo>
                  <a:pt x="295220" y="38643"/>
                </a:lnTo>
                <a:lnTo>
                  <a:pt x="295643" y="38070"/>
                </a:lnTo>
                <a:lnTo>
                  <a:pt x="296069" y="37524"/>
                </a:lnTo>
                <a:lnTo>
                  <a:pt x="296485" y="36964"/>
                </a:lnTo>
                <a:lnTo>
                  <a:pt x="296912" y="36405"/>
                </a:lnTo>
                <a:lnTo>
                  <a:pt x="297334" y="35858"/>
                </a:lnTo>
                <a:lnTo>
                  <a:pt x="297761" y="35311"/>
                </a:lnTo>
                <a:lnTo>
                  <a:pt x="298177" y="34777"/>
                </a:lnTo>
                <a:lnTo>
                  <a:pt x="300718" y="31611"/>
                </a:lnTo>
                <a:lnTo>
                  <a:pt x="301144" y="31090"/>
                </a:lnTo>
                <a:lnTo>
                  <a:pt x="301560" y="30581"/>
                </a:lnTo>
                <a:lnTo>
                  <a:pt x="301987" y="30072"/>
                </a:lnTo>
                <a:lnTo>
                  <a:pt x="302409" y="29576"/>
                </a:lnTo>
                <a:lnTo>
                  <a:pt x="302836" y="29080"/>
                </a:lnTo>
                <a:lnTo>
                  <a:pt x="303252" y="28585"/>
                </a:lnTo>
                <a:lnTo>
                  <a:pt x="303678" y="28101"/>
                </a:lnTo>
                <a:lnTo>
                  <a:pt x="304101" y="27618"/>
                </a:lnTo>
                <a:lnTo>
                  <a:pt x="304527" y="27135"/>
                </a:lnTo>
                <a:lnTo>
                  <a:pt x="304954" y="26664"/>
                </a:lnTo>
                <a:lnTo>
                  <a:pt x="305370" y="26194"/>
                </a:lnTo>
                <a:lnTo>
                  <a:pt x="305798" y="25723"/>
                </a:lnTo>
                <a:lnTo>
                  <a:pt x="306219" y="25266"/>
                </a:lnTo>
                <a:lnTo>
                  <a:pt x="306645" y="24795"/>
                </a:lnTo>
                <a:lnTo>
                  <a:pt x="307062" y="24350"/>
                </a:lnTo>
                <a:lnTo>
                  <a:pt x="307489" y="23892"/>
                </a:lnTo>
                <a:lnTo>
                  <a:pt x="307911" y="23447"/>
                </a:lnTo>
                <a:lnTo>
                  <a:pt x="308337" y="23015"/>
                </a:lnTo>
                <a:lnTo>
                  <a:pt x="308754" y="22570"/>
                </a:lnTo>
                <a:lnTo>
                  <a:pt x="309181" y="22138"/>
                </a:lnTo>
                <a:lnTo>
                  <a:pt x="309602" y="21705"/>
                </a:lnTo>
                <a:lnTo>
                  <a:pt x="310029" y="21273"/>
                </a:lnTo>
                <a:lnTo>
                  <a:pt x="310445" y="20866"/>
                </a:lnTo>
                <a:lnTo>
                  <a:pt x="310873" y="20446"/>
                </a:lnTo>
                <a:lnTo>
                  <a:pt x="311294" y="20027"/>
                </a:lnTo>
                <a:lnTo>
                  <a:pt x="311720" y="19620"/>
                </a:lnTo>
                <a:lnTo>
                  <a:pt x="312137" y="19213"/>
                </a:lnTo>
                <a:lnTo>
                  <a:pt x="312564" y="18819"/>
                </a:lnTo>
                <a:lnTo>
                  <a:pt x="312986" y="18425"/>
                </a:lnTo>
                <a:lnTo>
                  <a:pt x="313412" y="18030"/>
                </a:lnTo>
                <a:lnTo>
                  <a:pt x="313829" y="17636"/>
                </a:lnTo>
                <a:lnTo>
                  <a:pt x="314256" y="17255"/>
                </a:lnTo>
                <a:lnTo>
                  <a:pt x="314677" y="16873"/>
                </a:lnTo>
                <a:lnTo>
                  <a:pt x="315104" y="16505"/>
                </a:lnTo>
                <a:lnTo>
                  <a:pt x="315520" y="16123"/>
                </a:lnTo>
                <a:lnTo>
                  <a:pt x="315948" y="15767"/>
                </a:lnTo>
                <a:lnTo>
                  <a:pt x="316369" y="15398"/>
                </a:lnTo>
                <a:lnTo>
                  <a:pt x="316795" y="15042"/>
                </a:lnTo>
                <a:lnTo>
                  <a:pt x="317212" y="14686"/>
                </a:lnTo>
                <a:lnTo>
                  <a:pt x="317639" y="14343"/>
                </a:lnTo>
                <a:lnTo>
                  <a:pt x="318061" y="13987"/>
                </a:lnTo>
                <a:lnTo>
                  <a:pt x="318487" y="13643"/>
                </a:lnTo>
                <a:lnTo>
                  <a:pt x="318904" y="13313"/>
                </a:lnTo>
                <a:lnTo>
                  <a:pt x="319331" y="12982"/>
                </a:lnTo>
                <a:lnTo>
                  <a:pt x="319752" y="12652"/>
                </a:lnTo>
                <a:lnTo>
                  <a:pt x="320179" y="12334"/>
                </a:lnTo>
                <a:lnTo>
                  <a:pt x="320595" y="12003"/>
                </a:lnTo>
                <a:lnTo>
                  <a:pt x="321023" y="11698"/>
                </a:lnTo>
                <a:lnTo>
                  <a:pt x="321444" y="11380"/>
                </a:lnTo>
                <a:lnTo>
                  <a:pt x="321871" y="11062"/>
                </a:lnTo>
                <a:lnTo>
                  <a:pt x="322287" y="10770"/>
                </a:lnTo>
                <a:lnTo>
                  <a:pt x="322714" y="10465"/>
                </a:lnTo>
                <a:lnTo>
                  <a:pt x="323136" y="10172"/>
                </a:lnTo>
                <a:lnTo>
                  <a:pt x="323562" y="9880"/>
                </a:lnTo>
                <a:lnTo>
                  <a:pt x="323979" y="9587"/>
                </a:lnTo>
                <a:lnTo>
                  <a:pt x="324406" y="9307"/>
                </a:lnTo>
                <a:lnTo>
                  <a:pt x="324828" y="9028"/>
                </a:lnTo>
                <a:lnTo>
                  <a:pt x="325254" y="8761"/>
                </a:lnTo>
                <a:lnTo>
                  <a:pt x="325670" y="8481"/>
                </a:lnTo>
                <a:lnTo>
                  <a:pt x="326098" y="8214"/>
                </a:lnTo>
                <a:lnTo>
                  <a:pt x="326519" y="7960"/>
                </a:lnTo>
                <a:lnTo>
                  <a:pt x="326946" y="7705"/>
                </a:lnTo>
                <a:lnTo>
                  <a:pt x="327362" y="7451"/>
                </a:lnTo>
                <a:lnTo>
                  <a:pt x="327788" y="7197"/>
                </a:lnTo>
                <a:lnTo>
                  <a:pt x="328211" y="6955"/>
                </a:lnTo>
                <a:lnTo>
                  <a:pt x="328637" y="6713"/>
                </a:lnTo>
                <a:lnTo>
                  <a:pt x="329054" y="6472"/>
                </a:lnTo>
                <a:lnTo>
                  <a:pt x="329481" y="6243"/>
                </a:lnTo>
                <a:lnTo>
                  <a:pt x="329903" y="6014"/>
                </a:lnTo>
                <a:lnTo>
                  <a:pt x="330329" y="5798"/>
                </a:lnTo>
                <a:lnTo>
                  <a:pt x="330745" y="5569"/>
                </a:lnTo>
                <a:lnTo>
                  <a:pt x="331173" y="5353"/>
                </a:lnTo>
                <a:lnTo>
                  <a:pt x="331594" y="5149"/>
                </a:lnTo>
                <a:lnTo>
                  <a:pt x="332021" y="4946"/>
                </a:lnTo>
                <a:lnTo>
                  <a:pt x="332437" y="4730"/>
                </a:lnTo>
                <a:lnTo>
                  <a:pt x="332865" y="4539"/>
                </a:lnTo>
                <a:lnTo>
                  <a:pt x="333286" y="4348"/>
                </a:lnTo>
                <a:lnTo>
                  <a:pt x="333712" y="4158"/>
                </a:lnTo>
                <a:lnTo>
                  <a:pt x="334129" y="3967"/>
                </a:lnTo>
                <a:lnTo>
                  <a:pt x="334556" y="3789"/>
                </a:lnTo>
                <a:lnTo>
                  <a:pt x="334978" y="3611"/>
                </a:lnTo>
                <a:lnTo>
                  <a:pt x="335404" y="3433"/>
                </a:lnTo>
                <a:lnTo>
                  <a:pt x="335821" y="3267"/>
                </a:lnTo>
                <a:lnTo>
                  <a:pt x="336248" y="3102"/>
                </a:lnTo>
                <a:lnTo>
                  <a:pt x="336669" y="2950"/>
                </a:lnTo>
                <a:lnTo>
                  <a:pt x="337096" y="2784"/>
                </a:lnTo>
                <a:lnTo>
                  <a:pt x="337512" y="2632"/>
                </a:lnTo>
                <a:lnTo>
                  <a:pt x="337940" y="2492"/>
                </a:lnTo>
                <a:lnTo>
                  <a:pt x="338361" y="2339"/>
                </a:lnTo>
                <a:lnTo>
                  <a:pt x="338787" y="2199"/>
                </a:lnTo>
                <a:lnTo>
                  <a:pt x="339204" y="2072"/>
                </a:lnTo>
                <a:lnTo>
                  <a:pt x="339630" y="1945"/>
                </a:lnTo>
                <a:lnTo>
                  <a:pt x="340053" y="1818"/>
                </a:lnTo>
                <a:lnTo>
                  <a:pt x="340479" y="1691"/>
                </a:lnTo>
                <a:lnTo>
                  <a:pt x="340896" y="1576"/>
                </a:lnTo>
                <a:lnTo>
                  <a:pt x="341323" y="1462"/>
                </a:lnTo>
                <a:lnTo>
                  <a:pt x="341744" y="1347"/>
                </a:lnTo>
                <a:lnTo>
                  <a:pt x="342171" y="1246"/>
                </a:lnTo>
                <a:lnTo>
                  <a:pt x="342597" y="1144"/>
                </a:lnTo>
                <a:lnTo>
                  <a:pt x="343015" y="1055"/>
                </a:lnTo>
                <a:lnTo>
                  <a:pt x="343441" y="953"/>
                </a:lnTo>
                <a:lnTo>
                  <a:pt x="343862" y="864"/>
                </a:lnTo>
                <a:lnTo>
                  <a:pt x="344289" y="788"/>
                </a:lnTo>
                <a:lnTo>
                  <a:pt x="344705" y="712"/>
                </a:lnTo>
                <a:lnTo>
                  <a:pt x="345133" y="635"/>
                </a:lnTo>
                <a:lnTo>
                  <a:pt x="345554" y="559"/>
                </a:lnTo>
                <a:lnTo>
                  <a:pt x="345980" y="495"/>
                </a:lnTo>
                <a:lnTo>
                  <a:pt x="346398" y="432"/>
                </a:lnTo>
                <a:lnTo>
                  <a:pt x="346824" y="368"/>
                </a:lnTo>
                <a:lnTo>
                  <a:pt x="347246" y="317"/>
                </a:lnTo>
                <a:lnTo>
                  <a:pt x="347672" y="267"/>
                </a:lnTo>
                <a:lnTo>
                  <a:pt x="348090" y="216"/>
                </a:lnTo>
                <a:lnTo>
                  <a:pt x="348516" y="178"/>
                </a:lnTo>
                <a:lnTo>
                  <a:pt x="348937" y="139"/>
                </a:lnTo>
                <a:lnTo>
                  <a:pt x="349364" y="114"/>
                </a:lnTo>
                <a:lnTo>
                  <a:pt x="349780" y="76"/>
                </a:lnTo>
                <a:lnTo>
                  <a:pt x="350208" y="63"/>
                </a:lnTo>
                <a:lnTo>
                  <a:pt x="350629" y="38"/>
                </a:lnTo>
                <a:lnTo>
                  <a:pt x="351056" y="25"/>
                </a:lnTo>
                <a:lnTo>
                  <a:pt x="351473" y="0"/>
                </a:lnTo>
                <a:lnTo>
                  <a:pt x="351899" y="0"/>
                </a:lnTo>
                <a:lnTo>
                  <a:pt x="352316" y="0"/>
                </a:lnTo>
                <a:lnTo>
                  <a:pt x="352747" y="0"/>
                </a:lnTo>
                <a:lnTo>
                  <a:pt x="353165" y="0"/>
                </a:lnTo>
                <a:lnTo>
                  <a:pt x="353591" y="12"/>
                </a:lnTo>
                <a:lnTo>
                  <a:pt x="354008" y="25"/>
                </a:lnTo>
                <a:lnTo>
                  <a:pt x="354439" y="50"/>
                </a:lnTo>
                <a:lnTo>
                  <a:pt x="354855" y="63"/>
                </a:lnTo>
                <a:lnTo>
                  <a:pt x="355283" y="89"/>
                </a:lnTo>
                <a:lnTo>
                  <a:pt x="355699" y="127"/>
                </a:lnTo>
                <a:lnTo>
                  <a:pt x="356126" y="165"/>
                </a:lnTo>
                <a:lnTo>
                  <a:pt x="356547" y="190"/>
                </a:lnTo>
                <a:lnTo>
                  <a:pt x="356974" y="241"/>
                </a:lnTo>
                <a:lnTo>
                  <a:pt x="357391" y="292"/>
                </a:lnTo>
                <a:lnTo>
                  <a:pt x="357817" y="343"/>
                </a:lnTo>
                <a:lnTo>
                  <a:pt x="358240" y="406"/>
                </a:lnTo>
                <a:lnTo>
                  <a:pt x="358666" y="457"/>
                </a:lnTo>
                <a:lnTo>
                  <a:pt x="359083" y="521"/>
                </a:lnTo>
                <a:lnTo>
                  <a:pt x="359509" y="597"/>
                </a:lnTo>
                <a:lnTo>
                  <a:pt x="359930" y="673"/>
                </a:lnTo>
                <a:lnTo>
                  <a:pt x="360358" y="750"/>
                </a:lnTo>
                <a:lnTo>
                  <a:pt x="360774" y="826"/>
                </a:lnTo>
                <a:lnTo>
                  <a:pt x="361201" y="915"/>
                </a:lnTo>
                <a:lnTo>
                  <a:pt x="361622" y="1004"/>
                </a:lnTo>
                <a:lnTo>
                  <a:pt x="362050" y="1093"/>
                </a:lnTo>
                <a:lnTo>
                  <a:pt x="362466" y="1195"/>
                </a:lnTo>
                <a:lnTo>
                  <a:pt x="362892" y="1297"/>
                </a:lnTo>
                <a:lnTo>
                  <a:pt x="363315" y="1398"/>
                </a:lnTo>
                <a:lnTo>
                  <a:pt x="363741" y="1513"/>
                </a:lnTo>
                <a:lnTo>
                  <a:pt x="364158" y="1627"/>
                </a:lnTo>
                <a:lnTo>
                  <a:pt x="364584" y="1754"/>
                </a:lnTo>
                <a:lnTo>
                  <a:pt x="365007" y="1881"/>
                </a:lnTo>
                <a:lnTo>
                  <a:pt x="365433" y="2009"/>
                </a:lnTo>
                <a:lnTo>
                  <a:pt x="365849" y="2136"/>
                </a:lnTo>
                <a:lnTo>
                  <a:pt x="366276" y="2276"/>
                </a:lnTo>
                <a:lnTo>
                  <a:pt x="366697" y="2415"/>
                </a:lnTo>
                <a:lnTo>
                  <a:pt x="367125" y="2568"/>
                </a:lnTo>
                <a:lnTo>
                  <a:pt x="367541" y="2708"/>
                </a:lnTo>
                <a:lnTo>
                  <a:pt x="367967" y="2861"/>
                </a:lnTo>
                <a:lnTo>
                  <a:pt x="368390" y="3026"/>
                </a:lnTo>
                <a:lnTo>
                  <a:pt x="368816" y="3191"/>
                </a:lnTo>
                <a:lnTo>
                  <a:pt x="369233" y="3344"/>
                </a:lnTo>
                <a:lnTo>
                  <a:pt x="369659" y="3522"/>
                </a:lnTo>
                <a:lnTo>
                  <a:pt x="370082" y="3700"/>
                </a:lnTo>
                <a:lnTo>
                  <a:pt x="370508" y="3878"/>
                </a:lnTo>
                <a:lnTo>
                  <a:pt x="370924" y="4069"/>
                </a:lnTo>
                <a:lnTo>
                  <a:pt x="371351" y="4247"/>
                </a:lnTo>
                <a:lnTo>
                  <a:pt x="371772" y="4450"/>
                </a:lnTo>
                <a:lnTo>
                  <a:pt x="372200" y="4628"/>
                </a:lnTo>
                <a:lnTo>
                  <a:pt x="372616" y="4844"/>
                </a:lnTo>
                <a:lnTo>
                  <a:pt x="373043" y="5035"/>
                </a:lnTo>
                <a:lnTo>
                  <a:pt x="373464" y="5251"/>
                </a:lnTo>
                <a:lnTo>
                  <a:pt x="373891" y="5467"/>
                </a:lnTo>
                <a:lnTo>
                  <a:pt x="374308" y="5683"/>
                </a:lnTo>
                <a:lnTo>
                  <a:pt x="374734" y="5900"/>
                </a:lnTo>
                <a:lnTo>
                  <a:pt x="375157" y="6128"/>
                </a:lnTo>
                <a:lnTo>
                  <a:pt x="375583" y="6357"/>
                </a:lnTo>
                <a:lnTo>
                  <a:pt x="376000" y="6599"/>
                </a:lnTo>
                <a:lnTo>
                  <a:pt x="376426" y="6841"/>
                </a:lnTo>
                <a:lnTo>
                  <a:pt x="376847" y="7082"/>
                </a:lnTo>
                <a:lnTo>
                  <a:pt x="377275" y="7324"/>
                </a:lnTo>
                <a:lnTo>
                  <a:pt x="377691" y="7578"/>
                </a:lnTo>
                <a:lnTo>
                  <a:pt x="378118" y="7832"/>
                </a:lnTo>
                <a:lnTo>
                  <a:pt x="378539" y="8087"/>
                </a:lnTo>
                <a:lnTo>
                  <a:pt x="378966" y="8354"/>
                </a:lnTo>
                <a:lnTo>
                  <a:pt x="379383" y="8621"/>
                </a:lnTo>
                <a:lnTo>
                  <a:pt x="379809" y="8888"/>
                </a:lnTo>
                <a:lnTo>
                  <a:pt x="380232" y="9168"/>
                </a:lnTo>
                <a:lnTo>
                  <a:pt x="380658" y="9447"/>
                </a:lnTo>
                <a:lnTo>
                  <a:pt x="381075" y="9740"/>
                </a:lnTo>
                <a:lnTo>
                  <a:pt x="381501" y="10032"/>
                </a:lnTo>
                <a:lnTo>
                  <a:pt x="381927" y="10325"/>
                </a:lnTo>
                <a:lnTo>
                  <a:pt x="382350" y="10617"/>
                </a:lnTo>
                <a:lnTo>
                  <a:pt x="382776" y="10910"/>
                </a:lnTo>
                <a:lnTo>
                  <a:pt x="383193" y="11215"/>
                </a:lnTo>
                <a:lnTo>
                  <a:pt x="383619" y="11533"/>
                </a:lnTo>
                <a:lnTo>
                  <a:pt x="384041" y="11851"/>
                </a:lnTo>
                <a:lnTo>
                  <a:pt x="384468" y="12168"/>
                </a:lnTo>
                <a:lnTo>
                  <a:pt x="384884" y="12486"/>
                </a:lnTo>
                <a:lnTo>
                  <a:pt x="385312" y="12817"/>
                </a:lnTo>
                <a:lnTo>
                  <a:pt x="385733" y="13148"/>
                </a:lnTo>
                <a:lnTo>
                  <a:pt x="386159" y="13478"/>
                </a:lnTo>
                <a:lnTo>
                  <a:pt x="386576" y="13822"/>
                </a:lnTo>
                <a:lnTo>
                  <a:pt x="387002" y="14165"/>
                </a:lnTo>
                <a:lnTo>
                  <a:pt x="387425" y="14508"/>
                </a:lnTo>
                <a:lnTo>
                  <a:pt x="387851" y="14864"/>
                </a:lnTo>
                <a:lnTo>
                  <a:pt x="388268" y="15220"/>
                </a:lnTo>
                <a:lnTo>
                  <a:pt x="388694" y="15576"/>
                </a:lnTo>
                <a:lnTo>
                  <a:pt x="389116" y="15945"/>
                </a:lnTo>
                <a:lnTo>
                  <a:pt x="389543" y="16314"/>
                </a:lnTo>
                <a:lnTo>
                  <a:pt x="389959" y="16683"/>
                </a:lnTo>
                <a:lnTo>
                  <a:pt x="390387" y="17077"/>
                </a:lnTo>
                <a:lnTo>
                  <a:pt x="390808" y="17458"/>
                </a:lnTo>
                <a:lnTo>
                  <a:pt x="391235" y="17840"/>
                </a:lnTo>
                <a:lnTo>
                  <a:pt x="391651" y="18221"/>
                </a:lnTo>
                <a:lnTo>
                  <a:pt x="392077" y="18615"/>
                </a:lnTo>
                <a:lnTo>
                  <a:pt x="392500" y="19022"/>
                </a:lnTo>
                <a:lnTo>
                  <a:pt x="392926" y="19416"/>
                </a:lnTo>
                <a:lnTo>
                  <a:pt x="393343" y="19823"/>
                </a:lnTo>
                <a:lnTo>
                  <a:pt x="393769" y="20243"/>
                </a:lnTo>
                <a:lnTo>
                  <a:pt x="394192" y="20650"/>
                </a:lnTo>
                <a:lnTo>
                  <a:pt x="394618" y="21069"/>
                </a:lnTo>
                <a:lnTo>
                  <a:pt x="395034" y="21489"/>
                </a:lnTo>
                <a:lnTo>
                  <a:pt x="395462" y="21921"/>
                </a:lnTo>
                <a:lnTo>
                  <a:pt x="395883" y="22354"/>
                </a:lnTo>
                <a:lnTo>
                  <a:pt x="396310" y="22786"/>
                </a:lnTo>
                <a:lnTo>
                  <a:pt x="396726" y="23231"/>
                </a:lnTo>
                <a:lnTo>
                  <a:pt x="397152" y="23676"/>
                </a:lnTo>
                <a:lnTo>
                  <a:pt x="397575" y="24121"/>
                </a:lnTo>
                <a:lnTo>
                  <a:pt x="398001" y="24566"/>
                </a:lnTo>
                <a:lnTo>
                  <a:pt x="398418" y="25024"/>
                </a:lnTo>
                <a:lnTo>
                  <a:pt x="398844" y="25495"/>
                </a:lnTo>
                <a:lnTo>
                  <a:pt x="399267" y="25952"/>
                </a:lnTo>
                <a:lnTo>
                  <a:pt x="399693" y="26423"/>
                </a:lnTo>
                <a:lnTo>
                  <a:pt x="400109" y="26906"/>
                </a:lnTo>
                <a:lnTo>
                  <a:pt x="400536" y="27377"/>
                </a:lnTo>
                <a:lnTo>
                  <a:pt x="400958" y="27860"/>
                </a:lnTo>
                <a:lnTo>
                  <a:pt x="401385" y="28343"/>
                </a:lnTo>
                <a:lnTo>
                  <a:pt x="401801" y="28839"/>
                </a:lnTo>
                <a:lnTo>
                  <a:pt x="402229" y="29335"/>
                </a:lnTo>
                <a:lnTo>
                  <a:pt x="402650" y="29831"/>
                </a:lnTo>
                <a:lnTo>
                  <a:pt x="403076" y="30327"/>
                </a:lnTo>
                <a:lnTo>
                  <a:pt x="403493" y="30835"/>
                </a:lnTo>
                <a:lnTo>
                  <a:pt x="403919" y="31344"/>
                </a:lnTo>
                <a:lnTo>
                  <a:pt x="404342" y="31865"/>
                </a:lnTo>
                <a:lnTo>
                  <a:pt x="404768" y="32387"/>
                </a:lnTo>
                <a:lnTo>
                  <a:pt x="405185" y="32908"/>
                </a:lnTo>
                <a:lnTo>
                  <a:pt x="405611" y="33429"/>
                </a:lnTo>
                <a:lnTo>
                  <a:pt x="406033" y="33963"/>
                </a:lnTo>
                <a:lnTo>
                  <a:pt x="406460" y="34497"/>
                </a:lnTo>
                <a:lnTo>
                  <a:pt x="406876" y="35044"/>
                </a:lnTo>
                <a:lnTo>
                  <a:pt x="407304" y="35578"/>
                </a:lnTo>
                <a:lnTo>
                  <a:pt x="407725" y="36125"/>
                </a:lnTo>
                <a:lnTo>
                  <a:pt x="408151" y="36684"/>
                </a:lnTo>
                <a:lnTo>
                  <a:pt x="408568" y="37231"/>
                </a:lnTo>
                <a:lnTo>
                  <a:pt x="408994" y="37791"/>
                </a:lnTo>
                <a:lnTo>
                  <a:pt x="409417" y="38363"/>
                </a:lnTo>
                <a:lnTo>
                  <a:pt x="409843" y="38935"/>
                </a:lnTo>
                <a:lnTo>
                  <a:pt x="410260" y="39507"/>
                </a:lnTo>
                <a:lnTo>
                  <a:pt x="410686" y="40080"/>
                </a:lnTo>
                <a:lnTo>
                  <a:pt x="411108" y="40664"/>
                </a:lnTo>
                <a:lnTo>
                  <a:pt x="411535" y="41249"/>
                </a:lnTo>
                <a:lnTo>
                  <a:pt x="411951" y="41834"/>
                </a:lnTo>
                <a:lnTo>
                  <a:pt x="412378" y="42432"/>
                </a:lnTo>
                <a:lnTo>
                  <a:pt x="412800" y="43030"/>
                </a:lnTo>
                <a:lnTo>
                  <a:pt x="413226" y="43627"/>
                </a:lnTo>
                <a:lnTo>
                  <a:pt x="413643" y="44225"/>
                </a:lnTo>
                <a:lnTo>
                  <a:pt x="414069" y="44835"/>
                </a:lnTo>
                <a:lnTo>
                  <a:pt x="414492" y="45458"/>
                </a:lnTo>
                <a:lnTo>
                  <a:pt x="414918" y="46069"/>
                </a:lnTo>
                <a:lnTo>
                  <a:pt x="415340" y="46692"/>
                </a:lnTo>
                <a:lnTo>
                  <a:pt x="415759" y="47328"/>
                </a:lnTo>
                <a:lnTo>
                  <a:pt x="416177" y="47951"/>
                </a:lnTo>
                <a:lnTo>
                  <a:pt x="416609" y="48586"/>
                </a:lnTo>
                <a:lnTo>
                  <a:pt x="417027" y="49222"/>
                </a:lnTo>
                <a:lnTo>
                  <a:pt x="417459" y="49858"/>
                </a:lnTo>
                <a:lnTo>
                  <a:pt x="417877" y="50506"/>
                </a:lnTo>
                <a:lnTo>
                  <a:pt x="418296" y="51155"/>
                </a:lnTo>
                <a:lnTo>
                  <a:pt x="418727" y="51816"/>
                </a:lnTo>
                <a:lnTo>
                  <a:pt x="419146" y="52465"/>
                </a:lnTo>
                <a:lnTo>
                  <a:pt x="419577" y="53126"/>
                </a:lnTo>
                <a:lnTo>
                  <a:pt x="419995" y="53800"/>
                </a:lnTo>
                <a:lnTo>
                  <a:pt x="420414" y="54474"/>
                </a:lnTo>
                <a:lnTo>
                  <a:pt x="422951" y="58581"/>
                </a:lnTo>
                <a:lnTo>
                  <a:pt x="423382" y="59268"/>
                </a:lnTo>
                <a:lnTo>
                  <a:pt x="423801" y="59980"/>
                </a:lnTo>
                <a:lnTo>
                  <a:pt x="424219" y="60692"/>
                </a:lnTo>
                <a:lnTo>
                  <a:pt x="424651" y="61391"/>
                </a:lnTo>
                <a:lnTo>
                  <a:pt x="425069" y="62116"/>
                </a:lnTo>
                <a:lnTo>
                  <a:pt x="425500" y="62841"/>
                </a:lnTo>
                <a:lnTo>
                  <a:pt x="425906" y="63553"/>
                </a:lnTo>
                <a:lnTo>
                  <a:pt x="426338" y="64278"/>
                </a:lnTo>
                <a:lnTo>
                  <a:pt x="426756" y="65015"/>
                </a:lnTo>
                <a:lnTo>
                  <a:pt x="427187" y="65753"/>
                </a:lnTo>
                <a:lnTo>
                  <a:pt x="427606" y="66490"/>
                </a:lnTo>
                <a:lnTo>
                  <a:pt x="428025" y="67228"/>
                </a:lnTo>
                <a:lnTo>
                  <a:pt x="428456" y="67978"/>
                </a:lnTo>
                <a:lnTo>
                  <a:pt x="428874" y="68728"/>
                </a:lnTo>
                <a:lnTo>
                  <a:pt x="429293" y="69478"/>
                </a:lnTo>
                <a:lnTo>
                  <a:pt x="429724" y="70241"/>
                </a:lnTo>
                <a:lnTo>
                  <a:pt x="430143" y="71017"/>
                </a:lnTo>
                <a:lnTo>
                  <a:pt x="430574" y="71767"/>
                </a:lnTo>
                <a:lnTo>
                  <a:pt x="430993" y="72543"/>
                </a:lnTo>
                <a:lnTo>
                  <a:pt x="431411" y="73319"/>
                </a:lnTo>
                <a:lnTo>
                  <a:pt x="431830" y="74107"/>
                </a:lnTo>
                <a:lnTo>
                  <a:pt x="432261" y="74883"/>
                </a:lnTo>
                <a:lnTo>
                  <a:pt x="432680" y="75671"/>
                </a:lnTo>
                <a:lnTo>
                  <a:pt x="433111" y="76459"/>
                </a:lnTo>
                <a:lnTo>
                  <a:pt x="433529" y="77260"/>
                </a:lnTo>
                <a:lnTo>
                  <a:pt x="433948" y="78049"/>
                </a:lnTo>
                <a:lnTo>
                  <a:pt x="434367" y="78850"/>
                </a:lnTo>
                <a:lnTo>
                  <a:pt x="434798" y="79664"/>
                </a:lnTo>
                <a:lnTo>
                  <a:pt x="435216" y="80477"/>
                </a:lnTo>
                <a:lnTo>
                  <a:pt x="435648" y="81291"/>
                </a:lnTo>
                <a:lnTo>
                  <a:pt x="436066" y="82105"/>
                </a:lnTo>
                <a:lnTo>
                  <a:pt x="436485" y="82932"/>
                </a:lnTo>
                <a:lnTo>
                  <a:pt x="436916" y="83758"/>
                </a:lnTo>
                <a:lnTo>
                  <a:pt x="437335" y="84585"/>
                </a:lnTo>
                <a:lnTo>
                  <a:pt x="437753" y="85424"/>
                </a:lnTo>
                <a:lnTo>
                  <a:pt x="438185" y="86263"/>
                </a:lnTo>
                <a:lnTo>
                  <a:pt x="438603" y="87102"/>
                </a:lnTo>
                <a:lnTo>
                  <a:pt x="439034" y="87954"/>
                </a:lnTo>
                <a:lnTo>
                  <a:pt x="439440" y="88806"/>
                </a:lnTo>
                <a:lnTo>
                  <a:pt x="439872" y="89658"/>
                </a:lnTo>
                <a:lnTo>
                  <a:pt x="440290" y="90510"/>
                </a:lnTo>
                <a:lnTo>
                  <a:pt x="440721" y="91375"/>
                </a:lnTo>
                <a:lnTo>
                  <a:pt x="441140" y="92240"/>
                </a:lnTo>
                <a:lnTo>
                  <a:pt x="441559" y="93117"/>
                </a:lnTo>
                <a:lnTo>
                  <a:pt x="441990" y="93982"/>
                </a:lnTo>
                <a:lnTo>
                  <a:pt x="442408" y="94859"/>
                </a:lnTo>
                <a:lnTo>
                  <a:pt x="442827" y="95736"/>
                </a:lnTo>
                <a:lnTo>
                  <a:pt x="443258" y="96626"/>
                </a:lnTo>
                <a:lnTo>
                  <a:pt x="443677" y="97517"/>
                </a:lnTo>
                <a:lnTo>
                  <a:pt x="444108" y="98419"/>
                </a:lnTo>
                <a:lnTo>
                  <a:pt x="444514" y="99309"/>
                </a:lnTo>
                <a:lnTo>
                  <a:pt x="444945" y="100212"/>
                </a:lnTo>
                <a:lnTo>
                  <a:pt x="445364" y="101115"/>
                </a:lnTo>
                <a:lnTo>
                  <a:pt x="445795" y="102031"/>
                </a:lnTo>
                <a:lnTo>
                  <a:pt x="446214" y="102933"/>
                </a:lnTo>
                <a:lnTo>
                  <a:pt x="446632" y="103862"/>
                </a:lnTo>
                <a:lnTo>
                  <a:pt x="447064" y="104777"/>
                </a:lnTo>
                <a:lnTo>
                  <a:pt x="447482" y="105706"/>
                </a:lnTo>
                <a:lnTo>
                  <a:pt x="447901" y="106634"/>
                </a:lnTo>
                <a:lnTo>
                  <a:pt x="448332" y="107562"/>
                </a:lnTo>
                <a:lnTo>
                  <a:pt x="448751" y="108503"/>
                </a:lnTo>
                <a:lnTo>
                  <a:pt x="449182" y="109444"/>
                </a:lnTo>
                <a:lnTo>
                  <a:pt x="449600" y="110385"/>
                </a:lnTo>
                <a:lnTo>
                  <a:pt x="450019" y="111339"/>
                </a:lnTo>
                <a:lnTo>
                  <a:pt x="450438" y="112280"/>
                </a:lnTo>
                <a:lnTo>
                  <a:pt x="450869" y="113233"/>
                </a:lnTo>
                <a:lnTo>
                  <a:pt x="451287" y="114200"/>
                </a:lnTo>
                <a:lnTo>
                  <a:pt x="451719" y="115166"/>
                </a:lnTo>
                <a:lnTo>
                  <a:pt x="452137" y="116132"/>
                </a:lnTo>
                <a:lnTo>
                  <a:pt x="452556" y="117099"/>
                </a:lnTo>
                <a:lnTo>
                  <a:pt x="452974" y="118065"/>
                </a:lnTo>
                <a:lnTo>
                  <a:pt x="453406" y="119044"/>
                </a:lnTo>
                <a:lnTo>
                  <a:pt x="453824" y="120036"/>
                </a:lnTo>
                <a:lnTo>
                  <a:pt x="454256" y="121028"/>
                </a:lnTo>
                <a:lnTo>
                  <a:pt x="454674" y="122020"/>
                </a:lnTo>
                <a:lnTo>
                  <a:pt x="455093" y="123012"/>
                </a:lnTo>
                <a:lnTo>
                  <a:pt x="455524" y="124003"/>
                </a:lnTo>
                <a:lnTo>
                  <a:pt x="455943" y="124995"/>
                </a:lnTo>
                <a:lnTo>
                  <a:pt x="456361" y="126013"/>
                </a:lnTo>
                <a:lnTo>
                  <a:pt x="456792" y="127017"/>
                </a:lnTo>
                <a:lnTo>
                  <a:pt x="457211" y="128034"/>
                </a:lnTo>
                <a:lnTo>
                  <a:pt x="457642" y="129052"/>
                </a:lnTo>
                <a:lnTo>
                  <a:pt x="458061" y="130069"/>
                </a:lnTo>
                <a:lnTo>
                  <a:pt x="458479" y="131086"/>
                </a:lnTo>
                <a:lnTo>
                  <a:pt x="458911" y="132116"/>
                </a:lnTo>
                <a:lnTo>
                  <a:pt x="459329" y="133146"/>
                </a:lnTo>
                <a:lnTo>
                  <a:pt x="459761" y="134189"/>
                </a:lnTo>
                <a:lnTo>
                  <a:pt x="460166" y="135231"/>
                </a:lnTo>
                <a:lnTo>
                  <a:pt x="460598" y="136261"/>
                </a:lnTo>
                <a:lnTo>
                  <a:pt x="461016" y="137317"/>
                </a:lnTo>
                <a:lnTo>
                  <a:pt x="461448" y="138372"/>
                </a:lnTo>
                <a:lnTo>
                  <a:pt x="461866" y="139428"/>
                </a:lnTo>
                <a:lnTo>
                  <a:pt x="462285" y="140483"/>
                </a:lnTo>
                <a:lnTo>
                  <a:pt x="462716" y="141538"/>
                </a:lnTo>
                <a:lnTo>
                  <a:pt x="463135" y="142607"/>
                </a:lnTo>
                <a:lnTo>
                  <a:pt x="463553" y="143675"/>
                </a:lnTo>
                <a:lnTo>
                  <a:pt x="463984" y="144743"/>
                </a:lnTo>
                <a:lnTo>
                  <a:pt x="464403" y="145824"/>
                </a:lnTo>
                <a:lnTo>
                  <a:pt x="464834" y="146905"/>
                </a:lnTo>
                <a:lnTo>
                  <a:pt x="465253" y="147998"/>
                </a:lnTo>
                <a:lnTo>
                  <a:pt x="465671" y="149079"/>
                </a:lnTo>
                <a:lnTo>
                  <a:pt x="466090" y="150172"/>
                </a:lnTo>
                <a:lnTo>
                  <a:pt x="466521" y="151266"/>
                </a:lnTo>
                <a:lnTo>
                  <a:pt x="466940" y="152360"/>
                </a:lnTo>
                <a:lnTo>
                  <a:pt x="467371" y="153466"/>
                </a:lnTo>
                <a:lnTo>
                  <a:pt x="467790" y="154572"/>
                </a:lnTo>
                <a:lnTo>
                  <a:pt x="468208" y="155678"/>
                </a:lnTo>
                <a:lnTo>
                  <a:pt x="468627" y="156797"/>
                </a:lnTo>
                <a:lnTo>
                  <a:pt x="469058" y="157916"/>
                </a:lnTo>
                <a:lnTo>
                  <a:pt x="469477" y="159035"/>
                </a:lnTo>
                <a:lnTo>
                  <a:pt x="469908" y="160167"/>
                </a:lnTo>
                <a:lnTo>
                  <a:pt x="470326" y="161299"/>
                </a:lnTo>
                <a:lnTo>
                  <a:pt x="470745" y="162418"/>
                </a:lnTo>
                <a:lnTo>
                  <a:pt x="471164" y="163562"/>
                </a:lnTo>
                <a:lnTo>
                  <a:pt x="471595" y="164694"/>
                </a:lnTo>
                <a:lnTo>
                  <a:pt x="472014" y="165838"/>
                </a:lnTo>
                <a:lnTo>
                  <a:pt x="472445" y="166995"/>
                </a:lnTo>
                <a:lnTo>
                  <a:pt x="472851" y="168140"/>
                </a:lnTo>
                <a:lnTo>
                  <a:pt x="473295" y="169297"/>
                </a:lnTo>
                <a:lnTo>
                  <a:pt x="473701" y="170454"/>
                </a:lnTo>
                <a:lnTo>
                  <a:pt x="474132" y="171611"/>
                </a:lnTo>
                <a:lnTo>
                  <a:pt x="474550" y="172781"/>
                </a:lnTo>
                <a:lnTo>
                  <a:pt x="474969" y="173951"/>
                </a:lnTo>
                <a:lnTo>
                  <a:pt x="475400" y="175121"/>
                </a:lnTo>
                <a:lnTo>
                  <a:pt x="475819" y="176303"/>
                </a:lnTo>
                <a:lnTo>
                  <a:pt x="476237" y="177473"/>
                </a:lnTo>
                <a:lnTo>
                  <a:pt x="476669" y="178668"/>
                </a:lnTo>
                <a:lnTo>
                  <a:pt x="477087" y="179851"/>
                </a:lnTo>
                <a:lnTo>
                  <a:pt x="477518" y="181034"/>
                </a:lnTo>
                <a:lnTo>
                  <a:pt x="477937" y="182229"/>
                </a:lnTo>
                <a:lnTo>
                  <a:pt x="478356" y="183437"/>
                </a:lnTo>
                <a:lnTo>
                  <a:pt x="478774" y="184632"/>
                </a:lnTo>
                <a:lnTo>
                  <a:pt x="479205" y="185840"/>
                </a:lnTo>
                <a:lnTo>
                  <a:pt x="479624" y="187048"/>
                </a:lnTo>
                <a:lnTo>
                  <a:pt x="480055" y="188256"/>
                </a:lnTo>
                <a:lnTo>
                  <a:pt x="480474" y="189477"/>
                </a:lnTo>
                <a:lnTo>
                  <a:pt x="480892" y="190698"/>
                </a:lnTo>
                <a:lnTo>
                  <a:pt x="481311" y="191918"/>
                </a:lnTo>
                <a:lnTo>
                  <a:pt x="481742" y="193139"/>
                </a:lnTo>
                <a:lnTo>
                  <a:pt x="482161" y="194372"/>
                </a:lnTo>
                <a:lnTo>
                  <a:pt x="482592" y="195606"/>
                </a:lnTo>
                <a:lnTo>
                  <a:pt x="483011" y="196839"/>
                </a:lnTo>
                <a:lnTo>
                  <a:pt x="483429" y="198085"/>
                </a:lnTo>
                <a:lnTo>
                  <a:pt x="483861" y="199332"/>
                </a:lnTo>
                <a:lnTo>
                  <a:pt x="484279" y="200565"/>
                </a:lnTo>
                <a:lnTo>
                  <a:pt x="484698" y="201824"/>
                </a:lnTo>
                <a:lnTo>
                  <a:pt x="485129" y="203070"/>
                </a:lnTo>
                <a:lnTo>
                  <a:pt x="485548" y="204342"/>
                </a:lnTo>
                <a:lnTo>
                  <a:pt x="485979" y="205600"/>
                </a:lnTo>
                <a:lnTo>
                  <a:pt x="486385" y="206872"/>
                </a:lnTo>
                <a:lnTo>
                  <a:pt x="486816" y="208131"/>
                </a:lnTo>
                <a:lnTo>
                  <a:pt x="487235" y="209415"/>
                </a:lnTo>
                <a:lnTo>
                  <a:pt x="487666" y="210687"/>
                </a:lnTo>
                <a:lnTo>
                  <a:pt x="488084" y="211958"/>
                </a:lnTo>
                <a:lnTo>
                  <a:pt x="488503" y="213243"/>
                </a:lnTo>
                <a:lnTo>
                  <a:pt x="488934" y="214540"/>
                </a:lnTo>
                <a:lnTo>
                  <a:pt x="489353" y="215824"/>
                </a:lnTo>
                <a:lnTo>
                  <a:pt x="489771" y="217121"/>
                </a:lnTo>
                <a:lnTo>
                  <a:pt x="490203" y="218405"/>
                </a:lnTo>
                <a:lnTo>
                  <a:pt x="490621" y="219715"/>
                </a:lnTo>
                <a:lnTo>
                  <a:pt x="491053" y="221012"/>
                </a:lnTo>
                <a:lnTo>
                  <a:pt x="491471" y="222322"/>
                </a:lnTo>
                <a:lnTo>
                  <a:pt x="491890" y="223631"/>
                </a:lnTo>
                <a:lnTo>
                  <a:pt x="492308" y="224954"/>
                </a:lnTo>
                <a:lnTo>
                  <a:pt x="492740" y="226264"/>
                </a:lnTo>
                <a:lnTo>
                  <a:pt x="493158" y="227599"/>
                </a:lnTo>
                <a:lnTo>
                  <a:pt x="493589" y="228908"/>
                </a:lnTo>
                <a:lnTo>
                  <a:pt x="494008" y="230244"/>
                </a:lnTo>
                <a:lnTo>
                  <a:pt x="494427" y="231566"/>
                </a:lnTo>
                <a:lnTo>
                  <a:pt x="494845" y="232901"/>
                </a:lnTo>
                <a:lnTo>
                  <a:pt x="495276" y="234249"/>
                </a:lnTo>
                <a:lnTo>
                  <a:pt x="495708" y="235584"/>
                </a:lnTo>
                <a:lnTo>
                  <a:pt x="496126" y="236932"/>
                </a:lnTo>
                <a:lnTo>
                  <a:pt x="496545" y="238280"/>
                </a:lnTo>
                <a:lnTo>
                  <a:pt x="496963" y="239628"/>
                </a:lnTo>
                <a:lnTo>
                  <a:pt x="497395" y="240988"/>
                </a:lnTo>
                <a:lnTo>
                  <a:pt x="497813" y="242336"/>
                </a:lnTo>
                <a:lnTo>
                  <a:pt x="498245" y="243710"/>
                </a:lnTo>
                <a:lnTo>
                  <a:pt x="498663" y="245070"/>
                </a:lnTo>
                <a:lnTo>
                  <a:pt x="499082" y="246443"/>
                </a:lnTo>
                <a:lnTo>
                  <a:pt x="499513" y="247817"/>
                </a:lnTo>
                <a:lnTo>
                  <a:pt x="499932" y="249190"/>
                </a:lnTo>
                <a:lnTo>
                  <a:pt x="500350" y="250563"/>
                </a:lnTo>
                <a:lnTo>
                  <a:pt x="500781" y="251949"/>
                </a:lnTo>
                <a:lnTo>
                  <a:pt x="501200" y="253335"/>
                </a:lnTo>
                <a:lnTo>
                  <a:pt x="501631" y="254721"/>
                </a:lnTo>
                <a:lnTo>
                  <a:pt x="502037" y="256107"/>
                </a:lnTo>
                <a:lnTo>
                  <a:pt x="502468" y="257519"/>
                </a:lnTo>
                <a:lnTo>
                  <a:pt x="502887" y="258918"/>
                </a:lnTo>
                <a:lnTo>
                  <a:pt x="503318" y="260316"/>
                </a:lnTo>
                <a:lnTo>
                  <a:pt x="503737" y="261728"/>
                </a:lnTo>
                <a:lnTo>
                  <a:pt x="504155" y="263126"/>
                </a:lnTo>
                <a:lnTo>
                  <a:pt x="504587" y="264538"/>
                </a:lnTo>
                <a:lnTo>
                  <a:pt x="505005" y="265962"/>
                </a:lnTo>
                <a:lnTo>
                  <a:pt x="505424" y="267374"/>
                </a:lnTo>
                <a:lnTo>
                  <a:pt x="505855" y="268798"/>
                </a:lnTo>
                <a:lnTo>
                  <a:pt x="506274" y="270222"/>
                </a:lnTo>
                <a:lnTo>
                  <a:pt x="506705" y="271646"/>
                </a:lnTo>
                <a:lnTo>
                  <a:pt x="507111" y="273083"/>
                </a:lnTo>
                <a:lnTo>
                  <a:pt x="507542" y="274520"/>
                </a:lnTo>
                <a:lnTo>
                  <a:pt x="507961" y="275957"/>
                </a:lnTo>
                <a:lnTo>
                  <a:pt x="508392" y="277394"/>
                </a:lnTo>
                <a:lnTo>
                  <a:pt x="508811" y="278843"/>
                </a:lnTo>
                <a:lnTo>
                  <a:pt x="509229" y="280293"/>
                </a:lnTo>
                <a:lnTo>
                  <a:pt x="509660" y="281742"/>
                </a:lnTo>
                <a:lnTo>
                  <a:pt x="510079" y="283205"/>
                </a:lnTo>
                <a:lnTo>
                  <a:pt x="510498" y="284654"/>
                </a:lnTo>
                <a:lnTo>
                  <a:pt x="510929" y="286117"/>
                </a:lnTo>
                <a:lnTo>
                  <a:pt x="511347" y="287579"/>
                </a:lnTo>
                <a:lnTo>
                  <a:pt x="511779" y="289054"/>
                </a:lnTo>
                <a:lnTo>
                  <a:pt x="512197" y="290529"/>
                </a:lnTo>
                <a:lnTo>
                  <a:pt x="512616" y="291991"/>
                </a:lnTo>
                <a:lnTo>
                  <a:pt x="513034" y="293479"/>
                </a:lnTo>
                <a:lnTo>
                  <a:pt x="513466" y="294954"/>
                </a:lnTo>
                <a:lnTo>
                  <a:pt x="513884" y="296442"/>
                </a:lnTo>
                <a:lnTo>
                  <a:pt x="514315" y="297929"/>
                </a:lnTo>
                <a:lnTo>
                  <a:pt x="514734" y="299417"/>
                </a:lnTo>
                <a:lnTo>
                  <a:pt x="515153" y="300905"/>
                </a:lnTo>
                <a:lnTo>
                  <a:pt x="515571" y="302405"/>
                </a:lnTo>
                <a:lnTo>
                  <a:pt x="516002" y="303906"/>
                </a:lnTo>
                <a:lnTo>
                  <a:pt x="516421" y="305406"/>
                </a:lnTo>
                <a:lnTo>
                  <a:pt x="516852" y="306920"/>
                </a:lnTo>
                <a:lnTo>
                  <a:pt x="517271" y="308433"/>
                </a:lnTo>
                <a:lnTo>
                  <a:pt x="517689" y="309946"/>
                </a:lnTo>
                <a:lnTo>
                  <a:pt x="518121" y="311459"/>
                </a:lnTo>
                <a:lnTo>
                  <a:pt x="518539" y="312972"/>
                </a:lnTo>
                <a:lnTo>
                  <a:pt x="518958" y="314498"/>
                </a:lnTo>
                <a:lnTo>
                  <a:pt x="519389" y="316024"/>
                </a:lnTo>
                <a:lnTo>
                  <a:pt x="519808" y="317550"/>
                </a:lnTo>
                <a:lnTo>
                  <a:pt x="520239" y="319076"/>
                </a:lnTo>
                <a:lnTo>
                  <a:pt x="520645" y="320614"/>
                </a:lnTo>
                <a:lnTo>
                  <a:pt x="521076" y="322140"/>
                </a:lnTo>
                <a:lnTo>
                  <a:pt x="521495" y="323692"/>
                </a:lnTo>
                <a:lnTo>
                  <a:pt x="521926" y="325230"/>
                </a:lnTo>
                <a:lnTo>
                  <a:pt x="522345" y="326782"/>
                </a:lnTo>
                <a:lnTo>
                  <a:pt x="522763" y="328320"/>
                </a:lnTo>
                <a:lnTo>
                  <a:pt x="523194" y="329884"/>
                </a:lnTo>
                <a:lnTo>
                  <a:pt x="523613" y="331435"/>
                </a:lnTo>
                <a:lnTo>
                  <a:pt x="524032" y="333000"/>
                </a:lnTo>
                <a:lnTo>
                  <a:pt x="524463" y="334564"/>
                </a:lnTo>
                <a:lnTo>
                  <a:pt x="524881" y="336128"/>
                </a:lnTo>
                <a:lnTo>
                  <a:pt x="525313" y="337692"/>
                </a:lnTo>
                <a:lnTo>
                  <a:pt x="525731" y="339268"/>
                </a:lnTo>
                <a:lnTo>
                  <a:pt x="526150" y="340832"/>
                </a:lnTo>
                <a:lnTo>
                  <a:pt x="526568" y="342409"/>
                </a:lnTo>
                <a:lnTo>
                  <a:pt x="527000" y="343986"/>
                </a:lnTo>
                <a:lnTo>
                  <a:pt x="527418" y="345588"/>
                </a:lnTo>
                <a:lnTo>
                  <a:pt x="527850" y="347165"/>
                </a:lnTo>
                <a:lnTo>
                  <a:pt x="528268" y="348754"/>
                </a:lnTo>
                <a:lnTo>
                  <a:pt x="528687" y="350344"/>
                </a:lnTo>
                <a:lnTo>
                  <a:pt x="529105" y="351946"/>
                </a:lnTo>
                <a:lnTo>
                  <a:pt x="529537" y="353535"/>
                </a:lnTo>
                <a:lnTo>
                  <a:pt x="529955" y="355138"/>
                </a:lnTo>
                <a:lnTo>
                  <a:pt x="530386" y="356753"/>
                </a:lnTo>
                <a:lnTo>
                  <a:pt x="530805" y="358355"/>
                </a:lnTo>
                <a:lnTo>
                  <a:pt x="531224" y="359970"/>
                </a:lnTo>
                <a:lnTo>
                  <a:pt x="531655" y="361585"/>
                </a:lnTo>
                <a:lnTo>
                  <a:pt x="532073" y="363199"/>
                </a:lnTo>
                <a:lnTo>
                  <a:pt x="532492" y="364814"/>
                </a:lnTo>
                <a:lnTo>
                  <a:pt x="532923" y="366429"/>
                </a:lnTo>
                <a:lnTo>
                  <a:pt x="533342" y="368057"/>
                </a:lnTo>
                <a:lnTo>
                  <a:pt x="533773" y="369684"/>
                </a:lnTo>
                <a:lnTo>
                  <a:pt x="534192" y="371312"/>
                </a:lnTo>
                <a:lnTo>
                  <a:pt x="534610" y="372952"/>
                </a:lnTo>
                <a:lnTo>
                  <a:pt x="535042" y="374593"/>
                </a:lnTo>
                <a:lnTo>
                  <a:pt x="535460" y="376233"/>
                </a:lnTo>
                <a:lnTo>
                  <a:pt x="535891" y="377873"/>
                </a:lnTo>
                <a:lnTo>
                  <a:pt x="536297" y="379526"/>
                </a:lnTo>
                <a:lnTo>
                  <a:pt x="536729" y="381179"/>
                </a:lnTo>
                <a:lnTo>
                  <a:pt x="537147" y="382820"/>
                </a:lnTo>
                <a:lnTo>
                  <a:pt x="537578" y="384473"/>
                </a:lnTo>
                <a:lnTo>
                  <a:pt x="537997" y="386126"/>
                </a:lnTo>
                <a:lnTo>
                  <a:pt x="538416" y="387792"/>
                </a:lnTo>
                <a:lnTo>
                  <a:pt x="538847" y="389457"/>
                </a:lnTo>
                <a:lnTo>
                  <a:pt x="539265" y="391110"/>
                </a:lnTo>
                <a:lnTo>
                  <a:pt x="539684" y="392789"/>
                </a:lnTo>
                <a:lnTo>
                  <a:pt x="540115" y="394467"/>
                </a:lnTo>
                <a:lnTo>
                  <a:pt x="540534" y="396133"/>
                </a:lnTo>
                <a:lnTo>
                  <a:pt x="540965" y="397812"/>
                </a:lnTo>
                <a:lnTo>
                  <a:pt x="541371" y="399490"/>
                </a:lnTo>
                <a:lnTo>
                  <a:pt x="541802" y="401181"/>
                </a:lnTo>
                <a:lnTo>
                  <a:pt x="542221" y="402860"/>
                </a:lnTo>
                <a:lnTo>
                  <a:pt x="542652" y="404551"/>
                </a:lnTo>
                <a:lnTo>
                  <a:pt x="543071" y="406242"/>
                </a:lnTo>
                <a:lnTo>
                  <a:pt x="543489" y="407933"/>
                </a:lnTo>
                <a:lnTo>
                  <a:pt x="543921" y="409637"/>
                </a:lnTo>
                <a:lnTo>
                  <a:pt x="544339" y="411329"/>
                </a:lnTo>
                <a:lnTo>
                  <a:pt x="544758" y="413032"/>
                </a:lnTo>
                <a:lnTo>
                  <a:pt x="545189" y="414736"/>
                </a:lnTo>
                <a:lnTo>
                  <a:pt x="545608" y="416440"/>
                </a:lnTo>
                <a:lnTo>
                  <a:pt x="546039" y="418157"/>
                </a:lnTo>
                <a:lnTo>
                  <a:pt x="546457" y="419874"/>
                </a:lnTo>
                <a:lnTo>
                  <a:pt x="546876" y="421590"/>
                </a:lnTo>
                <a:lnTo>
                  <a:pt x="547295" y="423307"/>
                </a:lnTo>
                <a:lnTo>
                  <a:pt x="547726" y="425023"/>
                </a:lnTo>
                <a:lnTo>
                  <a:pt x="548144" y="426753"/>
                </a:lnTo>
                <a:lnTo>
                  <a:pt x="548576" y="428482"/>
                </a:lnTo>
                <a:lnTo>
                  <a:pt x="548994" y="430211"/>
                </a:lnTo>
                <a:lnTo>
                  <a:pt x="549413" y="431953"/>
                </a:lnTo>
                <a:lnTo>
                  <a:pt x="549831" y="433683"/>
                </a:lnTo>
                <a:lnTo>
                  <a:pt x="550263" y="435412"/>
                </a:lnTo>
                <a:lnTo>
                  <a:pt x="550681" y="437154"/>
                </a:lnTo>
                <a:lnTo>
                  <a:pt x="551112" y="438896"/>
                </a:lnTo>
                <a:lnTo>
                  <a:pt x="551531" y="440651"/>
                </a:lnTo>
                <a:lnTo>
                  <a:pt x="551950" y="442393"/>
                </a:lnTo>
                <a:lnTo>
                  <a:pt x="552381" y="444148"/>
                </a:lnTo>
                <a:lnTo>
                  <a:pt x="552800" y="445903"/>
                </a:lnTo>
                <a:lnTo>
                  <a:pt x="553218" y="447657"/>
                </a:lnTo>
                <a:lnTo>
                  <a:pt x="553649" y="449412"/>
                </a:lnTo>
                <a:lnTo>
                  <a:pt x="554068" y="451180"/>
                </a:lnTo>
                <a:lnTo>
                  <a:pt x="554499" y="452947"/>
                </a:lnTo>
                <a:lnTo>
                  <a:pt x="554905" y="454715"/>
                </a:lnTo>
                <a:lnTo>
                  <a:pt x="555336" y="456482"/>
                </a:lnTo>
                <a:lnTo>
                  <a:pt x="555755" y="458262"/>
                </a:lnTo>
                <a:lnTo>
                  <a:pt x="556186" y="460043"/>
                </a:lnTo>
                <a:lnTo>
                  <a:pt x="556605" y="461810"/>
                </a:lnTo>
                <a:lnTo>
                  <a:pt x="557023" y="463590"/>
                </a:lnTo>
                <a:lnTo>
                  <a:pt x="557455" y="465370"/>
                </a:lnTo>
                <a:lnTo>
                  <a:pt x="557873" y="467163"/>
                </a:lnTo>
                <a:lnTo>
                  <a:pt x="558292" y="468956"/>
                </a:lnTo>
                <a:lnTo>
                  <a:pt x="558723" y="470736"/>
                </a:lnTo>
                <a:lnTo>
                  <a:pt x="559142" y="472529"/>
                </a:lnTo>
                <a:lnTo>
                  <a:pt x="559573" y="474335"/>
                </a:lnTo>
                <a:lnTo>
                  <a:pt x="559991" y="476128"/>
                </a:lnTo>
                <a:lnTo>
                  <a:pt x="560410" y="477921"/>
                </a:lnTo>
                <a:lnTo>
                  <a:pt x="560829" y="479739"/>
                </a:lnTo>
                <a:lnTo>
                  <a:pt x="561260" y="481545"/>
                </a:lnTo>
                <a:lnTo>
                  <a:pt x="561678" y="483351"/>
                </a:lnTo>
                <a:lnTo>
                  <a:pt x="562110" y="485156"/>
                </a:lnTo>
                <a:lnTo>
                  <a:pt x="562528" y="486975"/>
                </a:lnTo>
                <a:lnTo>
                  <a:pt x="562947" y="488793"/>
                </a:lnTo>
                <a:lnTo>
                  <a:pt x="563365" y="490611"/>
                </a:lnTo>
                <a:lnTo>
                  <a:pt x="563797" y="492430"/>
                </a:lnTo>
                <a:lnTo>
                  <a:pt x="564215" y="494261"/>
                </a:lnTo>
                <a:lnTo>
                  <a:pt x="564647" y="496079"/>
                </a:lnTo>
                <a:lnTo>
                  <a:pt x="565065" y="497910"/>
                </a:lnTo>
                <a:lnTo>
                  <a:pt x="565484" y="499741"/>
                </a:lnTo>
                <a:lnTo>
                  <a:pt x="565915" y="501572"/>
                </a:lnTo>
                <a:lnTo>
                  <a:pt x="566334" y="503416"/>
                </a:lnTo>
                <a:lnTo>
                  <a:pt x="566752" y="505247"/>
                </a:lnTo>
                <a:lnTo>
                  <a:pt x="567183" y="507091"/>
                </a:lnTo>
                <a:lnTo>
                  <a:pt x="567602" y="508947"/>
                </a:lnTo>
                <a:lnTo>
                  <a:pt x="568033" y="510778"/>
                </a:lnTo>
                <a:lnTo>
                  <a:pt x="568439" y="512635"/>
                </a:lnTo>
                <a:lnTo>
                  <a:pt x="568870" y="514479"/>
                </a:lnTo>
                <a:lnTo>
                  <a:pt x="569289" y="516335"/>
                </a:lnTo>
                <a:lnTo>
                  <a:pt x="569720" y="518192"/>
                </a:lnTo>
                <a:lnTo>
                  <a:pt x="570139" y="520048"/>
                </a:lnTo>
                <a:lnTo>
                  <a:pt x="570557" y="521905"/>
                </a:lnTo>
                <a:lnTo>
                  <a:pt x="570989" y="523774"/>
                </a:lnTo>
                <a:lnTo>
                  <a:pt x="571407" y="525643"/>
                </a:lnTo>
                <a:lnTo>
                  <a:pt x="571839" y="527512"/>
                </a:lnTo>
                <a:lnTo>
                  <a:pt x="572257" y="529382"/>
                </a:lnTo>
                <a:lnTo>
                  <a:pt x="572676" y="531251"/>
                </a:lnTo>
                <a:lnTo>
                  <a:pt x="573107" y="533133"/>
                </a:lnTo>
                <a:lnTo>
                  <a:pt x="573526" y="535002"/>
                </a:lnTo>
                <a:lnTo>
                  <a:pt x="573944" y="536884"/>
                </a:lnTo>
                <a:lnTo>
                  <a:pt x="574375" y="538766"/>
                </a:lnTo>
                <a:lnTo>
                  <a:pt x="574794" y="540648"/>
                </a:lnTo>
                <a:lnTo>
                  <a:pt x="575225" y="542542"/>
                </a:lnTo>
                <a:lnTo>
                  <a:pt x="575644" y="544424"/>
                </a:lnTo>
                <a:lnTo>
                  <a:pt x="576062" y="546319"/>
                </a:lnTo>
                <a:lnTo>
                  <a:pt x="576481" y="548214"/>
                </a:lnTo>
                <a:lnTo>
                  <a:pt x="576912" y="550108"/>
                </a:lnTo>
                <a:lnTo>
                  <a:pt x="577331" y="552003"/>
                </a:lnTo>
                <a:lnTo>
                  <a:pt x="577762" y="553897"/>
                </a:lnTo>
                <a:lnTo>
                  <a:pt x="578181" y="555805"/>
                </a:lnTo>
                <a:lnTo>
                  <a:pt x="578599" y="557712"/>
                </a:lnTo>
                <a:lnTo>
                  <a:pt x="579018" y="559620"/>
                </a:lnTo>
                <a:lnTo>
                  <a:pt x="579449" y="561527"/>
                </a:lnTo>
                <a:lnTo>
                  <a:pt x="579868" y="563447"/>
                </a:lnTo>
                <a:lnTo>
                  <a:pt x="580299" y="565354"/>
                </a:lnTo>
                <a:lnTo>
                  <a:pt x="580718" y="567274"/>
                </a:lnTo>
                <a:lnTo>
                  <a:pt x="581136" y="569195"/>
                </a:lnTo>
                <a:lnTo>
                  <a:pt x="581555" y="571115"/>
                </a:lnTo>
                <a:lnTo>
                  <a:pt x="581986" y="573035"/>
                </a:lnTo>
                <a:lnTo>
                  <a:pt x="582405" y="574955"/>
                </a:lnTo>
                <a:lnTo>
                  <a:pt x="582836" y="576888"/>
                </a:lnTo>
                <a:lnTo>
                  <a:pt x="583254" y="578808"/>
                </a:lnTo>
                <a:lnTo>
                  <a:pt x="583673" y="580753"/>
                </a:lnTo>
                <a:lnTo>
                  <a:pt x="584092" y="582673"/>
                </a:lnTo>
                <a:lnTo>
                  <a:pt x="584523" y="584619"/>
                </a:lnTo>
                <a:lnTo>
                  <a:pt x="584941" y="586552"/>
                </a:lnTo>
                <a:lnTo>
                  <a:pt x="585373" y="588497"/>
                </a:lnTo>
                <a:lnTo>
                  <a:pt x="585791" y="590443"/>
                </a:lnTo>
                <a:lnTo>
                  <a:pt x="586210" y="592375"/>
                </a:lnTo>
                <a:lnTo>
                  <a:pt x="586641" y="594334"/>
                </a:lnTo>
                <a:lnTo>
                  <a:pt x="587060" y="596279"/>
                </a:lnTo>
                <a:lnTo>
                  <a:pt x="587478" y="598225"/>
                </a:lnTo>
                <a:lnTo>
                  <a:pt x="587910" y="600196"/>
                </a:lnTo>
                <a:lnTo>
                  <a:pt x="588328" y="602141"/>
                </a:lnTo>
                <a:lnTo>
                  <a:pt x="588759" y="604099"/>
                </a:lnTo>
                <a:lnTo>
                  <a:pt x="589165" y="606057"/>
                </a:lnTo>
                <a:lnTo>
                  <a:pt x="589597" y="608016"/>
                </a:lnTo>
                <a:lnTo>
                  <a:pt x="590015" y="609987"/>
                </a:lnTo>
                <a:lnTo>
                  <a:pt x="590446" y="611958"/>
                </a:lnTo>
                <a:lnTo>
                  <a:pt x="590865" y="613916"/>
                </a:lnTo>
                <a:lnTo>
                  <a:pt x="591284" y="615887"/>
                </a:lnTo>
                <a:lnTo>
                  <a:pt x="591702" y="617858"/>
                </a:lnTo>
                <a:lnTo>
                  <a:pt x="592133" y="619829"/>
                </a:lnTo>
                <a:lnTo>
                  <a:pt x="592552" y="621800"/>
                </a:lnTo>
                <a:lnTo>
                  <a:pt x="592983" y="623783"/>
                </a:lnTo>
                <a:lnTo>
                  <a:pt x="593402" y="625767"/>
                </a:lnTo>
                <a:lnTo>
                  <a:pt x="593820" y="627751"/>
                </a:lnTo>
                <a:lnTo>
                  <a:pt x="594252" y="629734"/>
                </a:lnTo>
                <a:lnTo>
                  <a:pt x="594670" y="631718"/>
                </a:lnTo>
                <a:lnTo>
                  <a:pt x="595089" y="633702"/>
                </a:lnTo>
                <a:lnTo>
                  <a:pt x="595520" y="635698"/>
                </a:lnTo>
                <a:lnTo>
                  <a:pt x="595939" y="637694"/>
                </a:lnTo>
                <a:lnTo>
                  <a:pt x="596370" y="639691"/>
                </a:lnTo>
                <a:lnTo>
                  <a:pt x="596776" y="641687"/>
                </a:lnTo>
                <a:lnTo>
                  <a:pt x="597207" y="643683"/>
                </a:lnTo>
                <a:lnTo>
                  <a:pt x="597626" y="645680"/>
                </a:lnTo>
                <a:lnTo>
                  <a:pt x="598057" y="647689"/>
                </a:lnTo>
                <a:lnTo>
                  <a:pt x="598475" y="649685"/>
                </a:lnTo>
                <a:lnTo>
                  <a:pt x="598894" y="651694"/>
                </a:lnTo>
                <a:lnTo>
                  <a:pt x="599325" y="653703"/>
                </a:lnTo>
                <a:lnTo>
                  <a:pt x="599744" y="655712"/>
                </a:lnTo>
                <a:lnTo>
                  <a:pt x="600163" y="657722"/>
                </a:lnTo>
                <a:lnTo>
                  <a:pt x="600594" y="659731"/>
                </a:lnTo>
                <a:lnTo>
                  <a:pt x="601012" y="661752"/>
                </a:lnTo>
                <a:lnTo>
                  <a:pt x="601444" y="663774"/>
                </a:lnTo>
                <a:lnTo>
                  <a:pt x="601862" y="665796"/>
                </a:lnTo>
                <a:lnTo>
                  <a:pt x="602281" y="667805"/>
                </a:lnTo>
                <a:lnTo>
                  <a:pt x="602699" y="669827"/>
                </a:lnTo>
                <a:lnTo>
                  <a:pt x="603131" y="671849"/>
                </a:lnTo>
                <a:lnTo>
                  <a:pt x="603549" y="673883"/>
                </a:lnTo>
                <a:lnTo>
                  <a:pt x="603980" y="675918"/>
                </a:lnTo>
                <a:lnTo>
                  <a:pt x="604399" y="677940"/>
                </a:lnTo>
                <a:lnTo>
                  <a:pt x="604818" y="679974"/>
                </a:lnTo>
                <a:lnTo>
                  <a:pt x="605236" y="682021"/>
                </a:lnTo>
                <a:lnTo>
                  <a:pt x="605667" y="684043"/>
                </a:lnTo>
                <a:lnTo>
                  <a:pt x="606086" y="686090"/>
                </a:lnTo>
                <a:lnTo>
                  <a:pt x="606517" y="688125"/>
                </a:lnTo>
                <a:lnTo>
                  <a:pt x="606936" y="690172"/>
                </a:lnTo>
                <a:lnTo>
                  <a:pt x="607354" y="692219"/>
                </a:lnTo>
                <a:lnTo>
                  <a:pt x="607786" y="694254"/>
                </a:lnTo>
                <a:lnTo>
                  <a:pt x="608204" y="696301"/>
                </a:lnTo>
                <a:lnTo>
                  <a:pt x="608623" y="698348"/>
                </a:lnTo>
                <a:lnTo>
                  <a:pt x="609054" y="700396"/>
                </a:lnTo>
                <a:lnTo>
                  <a:pt x="609473" y="702456"/>
                </a:lnTo>
                <a:lnTo>
                  <a:pt x="609904" y="704503"/>
                </a:lnTo>
                <a:lnTo>
                  <a:pt x="610323" y="706563"/>
                </a:lnTo>
                <a:lnTo>
                  <a:pt x="610741" y="708623"/>
                </a:lnTo>
                <a:lnTo>
                  <a:pt x="611172" y="710683"/>
                </a:lnTo>
                <a:lnTo>
                  <a:pt x="611591" y="712743"/>
                </a:lnTo>
                <a:lnTo>
                  <a:pt x="612022" y="714803"/>
                </a:lnTo>
                <a:lnTo>
                  <a:pt x="612428" y="716863"/>
                </a:lnTo>
                <a:lnTo>
                  <a:pt x="612859" y="718935"/>
                </a:lnTo>
                <a:lnTo>
                  <a:pt x="613278" y="721008"/>
                </a:lnTo>
                <a:lnTo>
                  <a:pt x="613709" y="723081"/>
                </a:lnTo>
                <a:lnTo>
                  <a:pt x="614128" y="725140"/>
                </a:lnTo>
                <a:lnTo>
                  <a:pt x="614546" y="727213"/>
                </a:lnTo>
                <a:lnTo>
                  <a:pt x="614978" y="729299"/>
                </a:lnTo>
                <a:lnTo>
                  <a:pt x="615396" y="731358"/>
                </a:lnTo>
                <a:lnTo>
                  <a:pt x="615815" y="733444"/>
                </a:lnTo>
                <a:lnTo>
                  <a:pt x="616246" y="735529"/>
                </a:lnTo>
                <a:lnTo>
                  <a:pt x="616665" y="737602"/>
                </a:lnTo>
                <a:lnTo>
                  <a:pt x="617096" y="739687"/>
                </a:lnTo>
                <a:lnTo>
                  <a:pt x="617502" y="741773"/>
                </a:lnTo>
                <a:lnTo>
                  <a:pt x="617933" y="743858"/>
                </a:lnTo>
                <a:lnTo>
                  <a:pt x="618352" y="745943"/>
                </a:lnTo>
                <a:lnTo>
                  <a:pt x="618783" y="748029"/>
                </a:lnTo>
                <a:lnTo>
                  <a:pt x="619202" y="750127"/>
                </a:lnTo>
                <a:lnTo>
                  <a:pt x="619620" y="752212"/>
                </a:lnTo>
                <a:lnTo>
                  <a:pt x="620051" y="754310"/>
                </a:lnTo>
                <a:lnTo>
                  <a:pt x="620470" y="756408"/>
                </a:lnTo>
                <a:lnTo>
                  <a:pt x="620889" y="758507"/>
                </a:lnTo>
                <a:lnTo>
                  <a:pt x="621320" y="760592"/>
                </a:lnTo>
                <a:lnTo>
                  <a:pt x="621738" y="762703"/>
                </a:lnTo>
                <a:lnTo>
                  <a:pt x="622170" y="764801"/>
                </a:lnTo>
                <a:lnTo>
                  <a:pt x="622588" y="766912"/>
                </a:lnTo>
                <a:lnTo>
                  <a:pt x="623007" y="769010"/>
                </a:lnTo>
                <a:lnTo>
                  <a:pt x="623425" y="771121"/>
                </a:lnTo>
                <a:lnTo>
                  <a:pt x="623857" y="773231"/>
                </a:lnTo>
                <a:lnTo>
                  <a:pt x="624275" y="775330"/>
                </a:lnTo>
                <a:lnTo>
                  <a:pt x="624707" y="777440"/>
                </a:lnTo>
                <a:lnTo>
                  <a:pt x="625125" y="779551"/>
                </a:lnTo>
                <a:lnTo>
                  <a:pt x="625544" y="781662"/>
                </a:lnTo>
                <a:lnTo>
                  <a:pt x="625962" y="783786"/>
                </a:lnTo>
                <a:lnTo>
                  <a:pt x="626394" y="785896"/>
                </a:lnTo>
                <a:lnTo>
                  <a:pt x="626812" y="788020"/>
                </a:lnTo>
                <a:lnTo>
                  <a:pt x="627243" y="790143"/>
                </a:lnTo>
                <a:lnTo>
                  <a:pt x="627662" y="792267"/>
                </a:lnTo>
                <a:lnTo>
                  <a:pt x="628081" y="794390"/>
                </a:lnTo>
                <a:lnTo>
                  <a:pt x="628512" y="796514"/>
                </a:lnTo>
                <a:lnTo>
                  <a:pt x="628930" y="798637"/>
                </a:lnTo>
                <a:lnTo>
                  <a:pt x="629349" y="800761"/>
                </a:lnTo>
                <a:lnTo>
                  <a:pt x="629780" y="802885"/>
                </a:lnTo>
                <a:lnTo>
                  <a:pt x="630199" y="805021"/>
                </a:lnTo>
                <a:lnTo>
                  <a:pt x="630630" y="807144"/>
                </a:lnTo>
                <a:lnTo>
                  <a:pt x="631036" y="809281"/>
                </a:lnTo>
                <a:lnTo>
                  <a:pt x="631467" y="811417"/>
                </a:lnTo>
                <a:lnTo>
                  <a:pt x="631886" y="813540"/>
                </a:lnTo>
                <a:lnTo>
                  <a:pt x="632317" y="815677"/>
                </a:lnTo>
                <a:lnTo>
                  <a:pt x="632736" y="817826"/>
                </a:lnTo>
                <a:lnTo>
                  <a:pt x="633154" y="819962"/>
                </a:lnTo>
                <a:lnTo>
                  <a:pt x="633586" y="822098"/>
                </a:lnTo>
                <a:lnTo>
                  <a:pt x="634004" y="824234"/>
                </a:lnTo>
                <a:lnTo>
                  <a:pt x="634423" y="826383"/>
                </a:lnTo>
                <a:lnTo>
                  <a:pt x="634854" y="828532"/>
                </a:lnTo>
                <a:lnTo>
                  <a:pt x="635273" y="830668"/>
                </a:lnTo>
                <a:lnTo>
                  <a:pt x="635704" y="832817"/>
                </a:lnTo>
                <a:lnTo>
                  <a:pt x="636122" y="834966"/>
                </a:lnTo>
                <a:lnTo>
                  <a:pt x="636541" y="837115"/>
                </a:lnTo>
                <a:lnTo>
                  <a:pt x="636960" y="839277"/>
                </a:lnTo>
                <a:lnTo>
                  <a:pt x="637391" y="841413"/>
                </a:lnTo>
                <a:lnTo>
                  <a:pt x="637809" y="843575"/>
                </a:lnTo>
                <a:lnTo>
                  <a:pt x="638241" y="845724"/>
                </a:lnTo>
                <a:lnTo>
                  <a:pt x="638659" y="847873"/>
                </a:lnTo>
                <a:lnTo>
                  <a:pt x="639078" y="850047"/>
                </a:lnTo>
                <a:lnTo>
                  <a:pt x="639496" y="852196"/>
                </a:lnTo>
                <a:lnTo>
                  <a:pt x="639928" y="854358"/>
                </a:lnTo>
                <a:lnTo>
                  <a:pt x="640346" y="856520"/>
                </a:lnTo>
                <a:lnTo>
                  <a:pt x="640777" y="858681"/>
                </a:lnTo>
                <a:lnTo>
                  <a:pt x="641196" y="860843"/>
                </a:lnTo>
                <a:lnTo>
                  <a:pt x="641615" y="863005"/>
                </a:lnTo>
                <a:lnTo>
                  <a:pt x="642046" y="865179"/>
                </a:lnTo>
                <a:lnTo>
                  <a:pt x="642464" y="867341"/>
                </a:lnTo>
                <a:lnTo>
                  <a:pt x="642883" y="869502"/>
                </a:lnTo>
                <a:lnTo>
                  <a:pt x="643314" y="871677"/>
                </a:lnTo>
                <a:lnTo>
                  <a:pt x="643733" y="873838"/>
                </a:lnTo>
                <a:lnTo>
                  <a:pt x="644164" y="876013"/>
                </a:lnTo>
                <a:lnTo>
                  <a:pt x="644570" y="878187"/>
                </a:lnTo>
                <a:lnTo>
                  <a:pt x="645001" y="880362"/>
                </a:lnTo>
                <a:lnTo>
                  <a:pt x="645420" y="882536"/>
                </a:lnTo>
                <a:lnTo>
                  <a:pt x="645851" y="884710"/>
                </a:lnTo>
                <a:lnTo>
                  <a:pt x="646270" y="886898"/>
                </a:lnTo>
                <a:lnTo>
                  <a:pt x="646688" y="889072"/>
                </a:lnTo>
                <a:lnTo>
                  <a:pt x="647120" y="891246"/>
                </a:lnTo>
                <a:lnTo>
                  <a:pt x="647538" y="893421"/>
                </a:lnTo>
                <a:lnTo>
                  <a:pt x="647969" y="895608"/>
                </a:lnTo>
                <a:lnTo>
                  <a:pt x="648388" y="897795"/>
                </a:lnTo>
                <a:lnTo>
                  <a:pt x="648807" y="899969"/>
                </a:lnTo>
                <a:lnTo>
                  <a:pt x="649238" y="902156"/>
                </a:lnTo>
                <a:lnTo>
                  <a:pt x="649656" y="904344"/>
                </a:lnTo>
                <a:lnTo>
                  <a:pt x="650075" y="906531"/>
                </a:lnTo>
                <a:lnTo>
                  <a:pt x="650506" y="908718"/>
                </a:lnTo>
                <a:lnTo>
                  <a:pt x="650925" y="910905"/>
                </a:lnTo>
                <a:lnTo>
                  <a:pt x="651356" y="913092"/>
                </a:lnTo>
                <a:lnTo>
                  <a:pt x="651762" y="915279"/>
                </a:lnTo>
                <a:lnTo>
                  <a:pt x="652193" y="917479"/>
                </a:lnTo>
                <a:lnTo>
                  <a:pt x="652612" y="919666"/>
                </a:lnTo>
                <a:lnTo>
                  <a:pt x="653043" y="921866"/>
                </a:lnTo>
                <a:lnTo>
                  <a:pt x="653462" y="924053"/>
                </a:lnTo>
                <a:lnTo>
                  <a:pt x="653880" y="926253"/>
                </a:lnTo>
                <a:lnTo>
                  <a:pt x="654312" y="928453"/>
                </a:lnTo>
                <a:lnTo>
                  <a:pt x="654730" y="930652"/>
                </a:lnTo>
                <a:lnTo>
                  <a:pt x="655149" y="932840"/>
                </a:lnTo>
                <a:lnTo>
                  <a:pt x="655580" y="935039"/>
                </a:lnTo>
                <a:lnTo>
                  <a:pt x="655999" y="937239"/>
                </a:lnTo>
                <a:lnTo>
                  <a:pt x="656430" y="939439"/>
                </a:lnTo>
                <a:lnTo>
                  <a:pt x="656848" y="941652"/>
                </a:lnTo>
                <a:lnTo>
                  <a:pt x="657267" y="943851"/>
                </a:lnTo>
                <a:lnTo>
                  <a:pt x="657686" y="946051"/>
                </a:lnTo>
                <a:lnTo>
                  <a:pt x="658117" y="948251"/>
                </a:lnTo>
                <a:lnTo>
                  <a:pt x="658535" y="950464"/>
                </a:lnTo>
                <a:lnTo>
                  <a:pt x="658967" y="952663"/>
                </a:lnTo>
                <a:lnTo>
                  <a:pt x="659385" y="954876"/>
                </a:lnTo>
                <a:lnTo>
                  <a:pt x="659804" y="957076"/>
                </a:lnTo>
                <a:lnTo>
                  <a:pt x="660222" y="959288"/>
                </a:lnTo>
                <a:lnTo>
                  <a:pt x="660654" y="961501"/>
                </a:lnTo>
                <a:lnTo>
                  <a:pt x="661072" y="963701"/>
                </a:lnTo>
                <a:lnTo>
                  <a:pt x="661504" y="965926"/>
                </a:lnTo>
                <a:lnTo>
                  <a:pt x="661922" y="968138"/>
                </a:lnTo>
                <a:lnTo>
                  <a:pt x="662341" y="970351"/>
                </a:lnTo>
                <a:lnTo>
                  <a:pt x="662772" y="972564"/>
                </a:lnTo>
                <a:lnTo>
                  <a:pt x="663191" y="974776"/>
                </a:lnTo>
                <a:lnTo>
                  <a:pt x="663609" y="976989"/>
                </a:lnTo>
                <a:lnTo>
                  <a:pt x="664040" y="979214"/>
                </a:lnTo>
                <a:lnTo>
                  <a:pt x="664459" y="981426"/>
                </a:lnTo>
                <a:lnTo>
                  <a:pt x="664890" y="983639"/>
                </a:lnTo>
                <a:lnTo>
                  <a:pt x="665296" y="985864"/>
                </a:lnTo>
                <a:lnTo>
                  <a:pt x="665727" y="988077"/>
                </a:lnTo>
                <a:lnTo>
                  <a:pt x="666146" y="990302"/>
                </a:lnTo>
                <a:lnTo>
                  <a:pt x="666577" y="992515"/>
                </a:lnTo>
                <a:lnTo>
                  <a:pt x="666996" y="994740"/>
                </a:lnTo>
                <a:lnTo>
                  <a:pt x="667414" y="996965"/>
                </a:lnTo>
                <a:lnTo>
                  <a:pt x="667846" y="999178"/>
                </a:lnTo>
                <a:lnTo>
                  <a:pt x="668264" y="1001403"/>
                </a:lnTo>
                <a:lnTo>
                  <a:pt x="668683" y="1003628"/>
                </a:lnTo>
                <a:lnTo>
                  <a:pt x="669114" y="1005866"/>
                </a:lnTo>
                <a:lnTo>
                  <a:pt x="669533" y="1008079"/>
                </a:lnTo>
                <a:lnTo>
                  <a:pt x="669964" y="1010304"/>
                </a:lnTo>
                <a:lnTo>
                  <a:pt x="670383" y="1012542"/>
                </a:lnTo>
                <a:lnTo>
                  <a:pt x="670801" y="1014767"/>
                </a:lnTo>
                <a:lnTo>
                  <a:pt x="671220" y="1016992"/>
                </a:lnTo>
                <a:lnTo>
                  <a:pt x="671651" y="1019218"/>
                </a:lnTo>
                <a:lnTo>
                  <a:pt x="672070" y="1021456"/>
                </a:lnTo>
                <a:lnTo>
                  <a:pt x="672501" y="1023681"/>
                </a:lnTo>
                <a:lnTo>
                  <a:pt x="672919" y="1025906"/>
                </a:lnTo>
                <a:lnTo>
                  <a:pt x="673338" y="1028144"/>
                </a:lnTo>
                <a:lnTo>
                  <a:pt x="673757" y="1030369"/>
                </a:lnTo>
                <a:lnTo>
                  <a:pt x="674188" y="1032607"/>
                </a:lnTo>
                <a:lnTo>
                  <a:pt x="674606" y="1034845"/>
                </a:lnTo>
                <a:lnTo>
                  <a:pt x="675038" y="1037070"/>
                </a:lnTo>
                <a:lnTo>
                  <a:pt x="675456" y="1039296"/>
                </a:lnTo>
                <a:lnTo>
                  <a:pt x="675875" y="1041534"/>
                </a:lnTo>
                <a:lnTo>
                  <a:pt x="676306" y="1043784"/>
                </a:lnTo>
                <a:lnTo>
                  <a:pt x="676725" y="1046010"/>
                </a:lnTo>
                <a:lnTo>
                  <a:pt x="677143" y="1048248"/>
                </a:lnTo>
                <a:lnTo>
                  <a:pt x="677574" y="1050486"/>
                </a:lnTo>
                <a:lnTo>
                  <a:pt x="677993" y="1052724"/>
                </a:lnTo>
                <a:lnTo>
                  <a:pt x="678424" y="1054962"/>
                </a:lnTo>
                <a:lnTo>
                  <a:pt x="678830" y="1057200"/>
                </a:lnTo>
                <a:lnTo>
                  <a:pt x="679261" y="1059437"/>
                </a:lnTo>
                <a:lnTo>
                  <a:pt x="679680" y="1061675"/>
                </a:lnTo>
                <a:lnTo>
                  <a:pt x="680111" y="1063913"/>
                </a:lnTo>
                <a:lnTo>
                  <a:pt x="680530" y="1066151"/>
                </a:lnTo>
                <a:lnTo>
                  <a:pt x="680949" y="1068402"/>
                </a:lnTo>
                <a:lnTo>
                  <a:pt x="681380" y="1070640"/>
                </a:lnTo>
                <a:lnTo>
                  <a:pt x="681798" y="1072878"/>
                </a:lnTo>
                <a:lnTo>
                  <a:pt x="682217" y="1075129"/>
                </a:lnTo>
                <a:lnTo>
                  <a:pt x="682648" y="1077367"/>
                </a:lnTo>
                <a:lnTo>
                  <a:pt x="683067" y="1079605"/>
                </a:lnTo>
                <a:lnTo>
                  <a:pt x="683498" y="1081855"/>
                </a:lnTo>
                <a:lnTo>
                  <a:pt x="683904" y="1084093"/>
                </a:lnTo>
                <a:lnTo>
                  <a:pt x="684335" y="1086331"/>
                </a:lnTo>
                <a:lnTo>
                  <a:pt x="684754" y="1088582"/>
                </a:lnTo>
                <a:lnTo>
                  <a:pt x="685185" y="1090820"/>
                </a:lnTo>
                <a:lnTo>
                  <a:pt x="685616" y="1093071"/>
                </a:lnTo>
                <a:lnTo>
                  <a:pt x="686022" y="1095321"/>
                </a:lnTo>
                <a:lnTo>
                  <a:pt x="686453" y="1097559"/>
                </a:lnTo>
                <a:lnTo>
                  <a:pt x="686872" y="1099810"/>
                </a:lnTo>
                <a:lnTo>
                  <a:pt x="687303" y="1102061"/>
                </a:lnTo>
                <a:lnTo>
                  <a:pt x="687722" y="1104299"/>
                </a:lnTo>
                <a:lnTo>
                  <a:pt x="688140" y="1106549"/>
                </a:lnTo>
                <a:lnTo>
                  <a:pt x="688572" y="1108800"/>
                </a:lnTo>
                <a:lnTo>
                  <a:pt x="688990" y="1111051"/>
                </a:lnTo>
                <a:lnTo>
                  <a:pt x="689409" y="1113289"/>
                </a:lnTo>
                <a:lnTo>
                  <a:pt x="689840" y="1115539"/>
                </a:lnTo>
                <a:lnTo>
                  <a:pt x="690259" y="1117790"/>
                </a:lnTo>
                <a:lnTo>
                  <a:pt x="690690" y="1120041"/>
                </a:lnTo>
                <a:lnTo>
                  <a:pt x="691109" y="1122291"/>
                </a:lnTo>
                <a:lnTo>
                  <a:pt x="691527" y="1124542"/>
                </a:lnTo>
                <a:lnTo>
                  <a:pt x="691946" y="1126793"/>
                </a:lnTo>
                <a:lnTo>
                  <a:pt x="692377" y="1129043"/>
                </a:lnTo>
                <a:lnTo>
                  <a:pt x="692796" y="1131294"/>
                </a:lnTo>
                <a:lnTo>
                  <a:pt x="693227" y="1133532"/>
                </a:lnTo>
                <a:lnTo>
                  <a:pt x="693645" y="1135796"/>
                </a:lnTo>
                <a:lnTo>
                  <a:pt x="694064" y="1138046"/>
                </a:lnTo>
                <a:lnTo>
                  <a:pt x="694483" y="1140297"/>
                </a:lnTo>
                <a:lnTo>
                  <a:pt x="694914" y="1142548"/>
                </a:lnTo>
                <a:lnTo>
                  <a:pt x="695332" y="1144798"/>
                </a:lnTo>
                <a:lnTo>
                  <a:pt x="695764" y="1147049"/>
                </a:lnTo>
                <a:lnTo>
                  <a:pt x="696182" y="1149300"/>
                </a:lnTo>
                <a:lnTo>
                  <a:pt x="696601" y="1151550"/>
                </a:lnTo>
                <a:lnTo>
                  <a:pt x="697032" y="1153801"/>
                </a:lnTo>
                <a:lnTo>
                  <a:pt x="697451" y="1156052"/>
                </a:lnTo>
                <a:lnTo>
                  <a:pt x="697869" y="1158315"/>
                </a:lnTo>
                <a:lnTo>
                  <a:pt x="698301" y="1160566"/>
                </a:lnTo>
                <a:lnTo>
                  <a:pt x="698719" y="1162817"/>
                </a:lnTo>
                <a:lnTo>
                  <a:pt x="699150" y="1165067"/>
                </a:lnTo>
                <a:lnTo>
                  <a:pt x="699556" y="1167318"/>
                </a:lnTo>
                <a:lnTo>
                  <a:pt x="699988" y="1169569"/>
                </a:lnTo>
                <a:lnTo>
                  <a:pt x="700406" y="1171819"/>
                </a:lnTo>
                <a:lnTo>
                  <a:pt x="700837" y="1174070"/>
                </a:lnTo>
                <a:lnTo>
                  <a:pt x="701256" y="1176333"/>
                </a:lnTo>
                <a:lnTo>
                  <a:pt x="701675" y="1178584"/>
                </a:lnTo>
                <a:lnTo>
                  <a:pt x="702106" y="1180835"/>
                </a:lnTo>
                <a:lnTo>
                  <a:pt x="702524" y="1183085"/>
                </a:lnTo>
                <a:lnTo>
                  <a:pt x="702943" y="1185349"/>
                </a:lnTo>
                <a:lnTo>
                  <a:pt x="703374" y="1187600"/>
                </a:lnTo>
                <a:lnTo>
                  <a:pt x="703793" y="1189850"/>
                </a:lnTo>
                <a:lnTo>
                  <a:pt x="704224" y="1192101"/>
                </a:lnTo>
                <a:lnTo>
                  <a:pt x="704643" y="1194352"/>
                </a:lnTo>
                <a:lnTo>
                  <a:pt x="705061" y="1196615"/>
                </a:lnTo>
                <a:lnTo>
                  <a:pt x="705480" y="1198878"/>
                </a:lnTo>
                <a:lnTo>
                  <a:pt x="705911" y="1201129"/>
                </a:lnTo>
                <a:lnTo>
                  <a:pt x="706330" y="1203380"/>
                </a:lnTo>
                <a:lnTo>
                  <a:pt x="706761" y="1205630"/>
                </a:lnTo>
                <a:lnTo>
                  <a:pt x="707167" y="1207894"/>
                </a:lnTo>
                <a:lnTo>
                  <a:pt x="707598" y="1210145"/>
                </a:lnTo>
                <a:lnTo>
                  <a:pt x="708017" y="1212395"/>
                </a:lnTo>
                <a:lnTo>
                  <a:pt x="708448" y="1214646"/>
                </a:lnTo>
                <a:lnTo>
                  <a:pt x="708867" y="1216897"/>
                </a:lnTo>
                <a:lnTo>
                  <a:pt x="709285" y="1219160"/>
                </a:lnTo>
                <a:lnTo>
                  <a:pt x="709716" y="1221411"/>
                </a:lnTo>
                <a:lnTo>
                  <a:pt x="710135" y="1223661"/>
                </a:lnTo>
                <a:lnTo>
                  <a:pt x="710554" y="1225912"/>
                </a:lnTo>
                <a:lnTo>
                  <a:pt x="710985" y="1228163"/>
                </a:lnTo>
                <a:lnTo>
                  <a:pt x="711403" y="1230413"/>
                </a:lnTo>
                <a:lnTo>
                  <a:pt x="711835" y="1232664"/>
                </a:lnTo>
                <a:lnTo>
                  <a:pt x="712241" y="1234928"/>
                </a:lnTo>
                <a:lnTo>
                  <a:pt x="712672" y="1237178"/>
                </a:lnTo>
                <a:lnTo>
                  <a:pt x="713090" y="1239429"/>
                </a:lnTo>
                <a:lnTo>
                  <a:pt x="713522" y="1241680"/>
                </a:lnTo>
                <a:lnTo>
                  <a:pt x="713940" y="1243930"/>
                </a:lnTo>
                <a:lnTo>
                  <a:pt x="714372" y="1246181"/>
                </a:lnTo>
                <a:lnTo>
                  <a:pt x="714790" y="1248432"/>
                </a:lnTo>
                <a:lnTo>
                  <a:pt x="715209" y="1250682"/>
                </a:lnTo>
                <a:lnTo>
                  <a:pt x="715627" y="1252933"/>
                </a:lnTo>
                <a:lnTo>
                  <a:pt x="716059" y="1255184"/>
                </a:lnTo>
                <a:lnTo>
                  <a:pt x="716477" y="1257434"/>
                </a:lnTo>
                <a:lnTo>
                  <a:pt x="716908" y="1259685"/>
                </a:lnTo>
                <a:lnTo>
                  <a:pt x="717327" y="1261936"/>
                </a:lnTo>
                <a:lnTo>
                  <a:pt x="717746" y="1264186"/>
                </a:lnTo>
                <a:lnTo>
                  <a:pt x="718164" y="1266437"/>
                </a:lnTo>
                <a:lnTo>
                  <a:pt x="718595" y="1268688"/>
                </a:lnTo>
                <a:lnTo>
                  <a:pt x="719014" y="1270939"/>
                </a:lnTo>
                <a:lnTo>
                  <a:pt x="719445" y="1273189"/>
                </a:lnTo>
                <a:lnTo>
                  <a:pt x="719864" y="1275440"/>
                </a:lnTo>
                <a:lnTo>
                  <a:pt x="720282" y="1277691"/>
                </a:lnTo>
                <a:lnTo>
                  <a:pt x="720701" y="1279929"/>
                </a:lnTo>
                <a:lnTo>
                  <a:pt x="721132" y="1282179"/>
                </a:lnTo>
                <a:lnTo>
                  <a:pt x="721551" y="1284430"/>
                </a:lnTo>
                <a:lnTo>
                  <a:pt x="721982" y="1286668"/>
                </a:lnTo>
                <a:lnTo>
                  <a:pt x="722401" y="1288919"/>
                </a:lnTo>
                <a:lnTo>
                  <a:pt x="722819" y="1291169"/>
                </a:lnTo>
                <a:lnTo>
                  <a:pt x="723250" y="1293407"/>
                </a:lnTo>
                <a:lnTo>
                  <a:pt x="723669" y="1295658"/>
                </a:lnTo>
                <a:lnTo>
                  <a:pt x="724088" y="1297909"/>
                </a:lnTo>
                <a:lnTo>
                  <a:pt x="724519" y="1300147"/>
                </a:lnTo>
                <a:lnTo>
                  <a:pt x="724937" y="1302397"/>
                </a:lnTo>
                <a:lnTo>
                  <a:pt x="725369" y="1304648"/>
                </a:lnTo>
                <a:lnTo>
                  <a:pt x="725787" y="1306886"/>
                </a:lnTo>
                <a:lnTo>
                  <a:pt x="726206" y="1309124"/>
                </a:lnTo>
                <a:lnTo>
                  <a:pt x="726637" y="1311375"/>
                </a:lnTo>
                <a:lnTo>
                  <a:pt x="727056" y="1313613"/>
                </a:lnTo>
                <a:lnTo>
                  <a:pt x="727487" y="1315851"/>
                </a:lnTo>
                <a:lnTo>
                  <a:pt x="727893" y="1318101"/>
                </a:lnTo>
                <a:lnTo>
                  <a:pt x="728324" y="1320339"/>
                </a:lnTo>
                <a:lnTo>
                  <a:pt x="728743" y="1322577"/>
                </a:lnTo>
                <a:lnTo>
                  <a:pt x="729174" y="1324828"/>
                </a:lnTo>
                <a:lnTo>
                  <a:pt x="729593" y="1327066"/>
                </a:lnTo>
                <a:lnTo>
                  <a:pt x="730011" y="1329304"/>
                </a:lnTo>
                <a:lnTo>
                  <a:pt x="730442" y="1331542"/>
                </a:lnTo>
                <a:lnTo>
                  <a:pt x="730861" y="1333780"/>
                </a:lnTo>
                <a:lnTo>
                  <a:pt x="731280" y="1336018"/>
                </a:lnTo>
                <a:lnTo>
                  <a:pt x="731711" y="1338256"/>
                </a:lnTo>
                <a:lnTo>
                  <a:pt x="732129" y="1340494"/>
                </a:lnTo>
                <a:lnTo>
                  <a:pt x="732561" y="1342732"/>
                </a:lnTo>
                <a:lnTo>
                  <a:pt x="732979" y="1344970"/>
                </a:lnTo>
                <a:lnTo>
                  <a:pt x="733398" y="1347195"/>
                </a:lnTo>
                <a:lnTo>
                  <a:pt x="733816" y="1349433"/>
                </a:lnTo>
                <a:lnTo>
                  <a:pt x="734248" y="1351671"/>
                </a:lnTo>
                <a:lnTo>
                  <a:pt x="734666" y="1353909"/>
                </a:lnTo>
                <a:lnTo>
                  <a:pt x="735098" y="1356134"/>
                </a:lnTo>
                <a:lnTo>
                  <a:pt x="735516" y="1358372"/>
                </a:lnTo>
                <a:lnTo>
                  <a:pt x="735935" y="1360597"/>
                </a:lnTo>
                <a:lnTo>
                  <a:pt x="736353" y="1362835"/>
                </a:lnTo>
                <a:lnTo>
                  <a:pt x="736785" y="1365060"/>
                </a:lnTo>
                <a:lnTo>
                  <a:pt x="737203" y="1367298"/>
                </a:lnTo>
                <a:lnTo>
                  <a:pt x="737634" y="1369524"/>
                </a:lnTo>
                <a:lnTo>
                  <a:pt x="738053" y="1371762"/>
                </a:lnTo>
                <a:lnTo>
                  <a:pt x="738472" y="1373987"/>
                </a:lnTo>
                <a:lnTo>
                  <a:pt x="738903" y="1376212"/>
                </a:lnTo>
                <a:lnTo>
                  <a:pt x="739321" y="1378437"/>
                </a:lnTo>
                <a:lnTo>
                  <a:pt x="739740" y="1380675"/>
                </a:lnTo>
                <a:lnTo>
                  <a:pt x="740171" y="1382901"/>
                </a:lnTo>
                <a:lnTo>
                  <a:pt x="740590" y="1385113"/>
                </a:lnTo>
                <a:lnTo>
                  <a:pt x="741021" y="1387351"/>
                </a:lnTo>
                <a:lnTo>
                  <a:pt x="741427" y="1389564"/>
                </a:lnTo>
                <a:lnTo>
                  <a:pt x="741858" y="1391802"/>
                </a:lnTo>
                <a:lnTo>
                  <a:pt x="742277" y="1394014"/>
                </a:lnTo>
                <a:lnTo>
                  <a:pt x="742708" y="1396240"/>
                </a:lnTo>
                <a:lnTo>
                  <a:pt x="743127" y="1398452"/>
                </a:lnTo>
                <a:lnTo>
                  <a:pt x="743545" y="1400677"/>
                </a:lnTo>
                <a:lnTo>
                  <a:pt x="743977" y="1402903"/>
                </a:lnTo>
                <a:lnTo>
                  <a:pt x="744395" y="1405115"/>
                </a:lnTo>
                <a:lnTo>
                  <a:pt x="744814" y="1407340"/>
                </a:lnTo>
                <a:lnTo>
                  <a:pt x="745245" y="1409553"/>
                </a:lnTo>
                <a:lnTo>
                  <a:pt x="745664" y="1411765"/>
                </a:lnTo>
                <a:lnTo>
                  <a:pt x="746095" y="1413991"/>
                </a:lnTo>
                <a:lnTo>
                  <a:pt x="746513" y="1416203"/>
                </a:lnTo>
                <a:lnTo>
                  <a:pt x="746932" y="1418416"/>
                </a:lnTo>
                <a:lnTo>
                  <a:pt x="747351" y="1420628"/>
                </a:lnTo>
                <a:lnTo>
                  <a:pt x="747782" y="1422841"/>
                </a:lnTo>
                <a:lnTo>
                  <a:pt x="748200" y="1425053"/>
                </a:lnTo>
                <a:lnTo>
                  <a:pt x="748632" y="1427266"/>
                </a:lnTo>
                <a:lnTo>
                  <a:pt x="749050" y="1429478"/>
                </a:lnTo>
                <a:lnTo>
                  <a:pt x="749469" y="1431678"/>
                </a:lnTo>
                <a:lnTo>
                  <a:pt x="749887" y="1433904"/>
                </a:lnTo>
                <a:lnTo>
                  <a:pt x="750319" y="1436103"/>
                </a:lnTo>
                <a:lnTo>
                  <a:pt x="750737" y="1438303"/>
                </a:lnTo>
                <a:lnTo>
                  <a:pt x="751169" y="1440516"/>
                </a:lnTo>
                <a:lnTo>
                  <a:pt x="751587" y="1442716"/>
                </a:lnTo>
                <a:lnTo>
                  <a:pt x="752006" y="1444928"/>
                </a:lnTo>
                <a:lnTo>
                  <a:pt x="752424" y="1447128"/>
                </a:lnTo>
                <a:lnTo>
                  <a:pt x="752856" y="1449328"/>
                </a:lnTo>
                <a:lnTo>
                  <a:pt x="753274" y="1451540"/>
                </a:lnTo>
                <a:lnTo>
                  <a:pt x="753705" y="1453740"/>
                </a:lnTo>
                <a:lnTo>
                  <a:pt x="754124" y="1455940"/>
                </a:lnTo>
                <a:lnTo>
                  <a:pt x="754543" y="1458140"/>
                </a:lnTo>
                <a:lnTo>
                  <a:pt x="754961" y="1460327"/>
                </a:lnTo>
                <a:lnTo>
                  <a:pt x="755392" y="1462527"/>
                </a:lnTo>
                <a:lnTo>
                  <a:pt x="755811" y="1464727"/>
                </a:lnTo>
                <a:lnTo>
                  <a:pt x="756242" y="1466926"/>
                </a:lnTo>
                <a:lnTo>
                  <a:pt x="756661" y="1469113"/>
                </a:lnTo>
                <a:lnTo>
                  <a:pt x="757079" y="1471301"/>
                </a:lnTo>
                <a:lnTo>
                  <a:pt x="757511" y="1473500"/>
                </a:lnTo>
                <a:lnTo>
                  <a:pt x="757929" y="1475688"/>
                </a:lnTo>
                <a:lnTo>
                  <a:pt x="758348" y="1477887"/>
                </a:lnTo>
                <a:lnTo>
                  <a:pt x="758779" y="1480074"/>
                </a:lnTo>
                <a:lnTo>
                  <a:pt x="759198" y="1482262"/>
                </a:lnTo>
                <a:lnTo>
                  <a:pt x="759629" y="1484449"/>
                </a:lnTo>
                <a:lnTo>
                  <a:pt x="760035" y="1486636"/>
                </a:lnTo>
                <a:lnTo>
                  <a:pt x="760466" y="1488823"/>
                </a:lnTo>
                <a:lnTo>
                  <a:pt x="760885" y="1491010"/>
                </a:lnTo>
                <a:lnTo>
                  <a:pt x="761316" y="1493184"/>
                </a:lnTo>
                <a:lnTo>
                  <a:pt x="761735" y="1495371"/>
                </a:lnTo>
                <a:lnTo>
                  <a:pt x="762153" y="1497559"/>
                </a:lnTo>
                <a:lnTo>
                  <a:pt x="762584" y="1499733"/>
                </a:lnTo>
                <a:lnTo>
                  <a:pt x="763003" y="1501907"/>
                </a:lnTo>
                <a:lnTo>
                  <a:pt x="763434" y="1504082"/>
                </a:lnTo>
                <a:lnTo>
                  <a:pt x="763853" y="1506269"/>
                </a:lnTo>
                <a:lnTo>
                  <a:pt x="764271" y="1508443"/>
                </a:lnTo>
                <a:lnTo>
                  <a:pt x="764703" y="1510618"/>
                </a:lnTo>
                <a:lnTo>
                  <a:pt x="765121" y="1512792"/>
                </a:lnTo>
                <a:lnTo>
                  <a:pt x="765540" y="1514966"/>
                </a:lnTo>
                <a:lnTo>
                  <a:pt x="765971" y="1517128"/>
                </a:lnTo>
                <a:lnTo>
                  <a:pt x="766390" y="1519303"/>
                </a:lnTo>
                <a:lnTo>
                  <a:pt x="766821" y="1521464"/>
                </a:lnTo>
                <a:lnTo>
                  <a:pt x="767239" y="1523639"/>
                </a:lnTo>
                <a:lnTo>
                  <a:pt x="767658" y="1525800"/>
                </a:lnTo>
                <a:lnTo>
                  <a:pt x="768077" y="1527975"/>
                </a:lnTo>
                <a:lnTo>
                  <a:pt x="768508" y="1530136"/>
                </a:lnTo>
                <a:lnTo>
                  <a:pt x="768926" y="1532298"/>
                </a:lnTo>
                <a:lnTo>
                  <a:pt x="769358" y="1534460"/>
                </a:lnTo>
                <a:lnTo>
                  <a:pt x="769776" y="1536621"/>
                </a:lnTo>
                <a:lnTo>
                  <a:pt x="770195" y="1538783"/>
                </a:lnTo>
                <a:lnTo>
                  <a:pt x="770613" y="1540932"/>
                </a:lnTo>
                <a:lnTo>
                  <a:pt x="771045" y="1543094"/>
                </a:lnTo>
                <a:lnTo>
                  <a:pt x="771463" y="1545255"/>
                </a:lnTo>
                <a:lnTo>
                  <a:pt x="771895" y="1547404"/>
                </a:lnTo>
                <a:lnTo>
                  <a:pt x="772313" y="1549553"/>
                </a:lnTo>
                <a:lnTo>
                  <a:pt x="772732" y="1551702"/>
                </a:lnTo>
                <a:lnTo>
                  <a:pt x="773163" y="1553864"/>
                </a:lnTo>
                <a:lnTo>
                  <a:pt x="773582" y="1556013"/>
                </a:lnTo>
                <a:lnTo>
                  <a:pt x="774000" y="1558162"/>
                </a:lnTo>
                <a:lnTo>
                  <a:pt x="774431" y="1560311"/>
                </a:lnTo>
                <a:lnTo>
                  <a:pt x="774850" y="1562447"/>
                </a:lnTo>
                <a:lnTo>
                  <a:pt x="775281" y="1564596"/>
                </a:lnTo>
                <a:lnTo>
                  <a:pt x="775687" y="1566732"/>
                </a:lnTo>
                <a:lnTo>
                  <a:pt x="776118" y="1568881"/>
                </a:lnTo>
                <a:lnTo>
                  <a:pt x="776537" y="1571020"/>
                </a:lnTo>
                <a:lnTo>
                  <a:pt x="776968" y="1573158"/>
                </a:lnTo>
                <a:lnTo>
                  <a:pt x="777387" y="1575296"/>
                </a:lnTo>
                <a:lnTo>
                  <a:pt x="777805" y="1577434"/>
                </a:lnTo>
                <a:lnTo>
                  <a:pt x="778237" y="1579568"/>
                </a:lnTo>
                <a:lnTo>
                  <a:pt x="778655" y="1581696"/>
                </a:lnTo>
                <a:lnTo>
                  <a:pt x="779074" y="1583829"/>
                </a:lnTo>
                <a:lnTo>
                  <a:pt x="779505" y="1585962"/>
                </a:lnTo>
                <a:lnTo>
                  <a:pt x="779924" y="1588091"/>
                </a:lnTo>
                <a:lnTo>
                  <a:pt x="780355" y="1590223"/>
                </a:lnTo>
                <a:lnTo>
                  <a:pt x="780774" y="1592347"/>
                </a:lnTo>
                <a:lnTo>
                  <a:pt x="781192" y="1594470"/>
                </a:lnTo>
                <a:lnTo>
                  <a:pt x="781611" y="1596594"/>
                </a:lnTo>
                <a:lnTo>
                  <a:pt x="782042" y="1598716"/>
                </a:lnTo>
                <a:lnTo>
                  <a:pt x="782461" y="1600840"/>
                </a:lnTo>
                <a:lnTo>
                  <a:pt x="782892" y="1602958"/>
                </a:lnTo>
                <a:lnTo>
                  <a:pt x="783310" y="1605082"/>
                </a:lnTo>
                <a:lnTo>
                  <a:pt x="783729" y="1607195"/>
                </a:lnTo>
                <a:lnTo>
                  <a:pt x="784148" y="1609313"/>
                </a:lnTo>
                <a:lnTo>
                  <a:pt x="784579" y="1611422"/>
                </a:lnTo>
                <a:lnTo>
                  <a:pt x="784997" y="1613535"/>
                </a:lnTo>
                <a:lnTo>
                  <a:pt x="785429" y="1615643"/>
                </a:lnTo>
                <a:lnTo>
                  <a:pt x="785847" y="1617752"/>
                </a:lnTo>
                <a:lnTo>
                  <a:pt x="786266" y="1619860"/>
                </a:lnTo>
                <a:lnTo>
                  <a:pt x="786684" y="1621968"/>
                </a:lnTo>
                <a:lnTo>
                  <a:pt x="787116" y="1624073"/>
                </a:lnTo>
                <a:lnTo>
                  <a:pt x="787534" y="1626181"/>
                </a:lnTo>
                <a:lnTo>
                  <a:pt x="787966" y="1628279"/>
                </a:lnTo>
                <a:lnTo>
                  <a:pt x="788384" y="1630382"/>
                </a:lnTo>
                <a:lnTo>
                  <a:pt x="788803" y="1632471"/>
                </a:lnTo>
                <a:lnTo>
                  <a:pt x="789221" y="1634575"/>
                </a:lnTo>
                <a:lnTo>
                  <a:pt x="789653" y="1636668"/>
                </a:lnTo>
                <a:lnTo>
                  <a:pt x="790071" y="1638762"/>
                </a:lnTo>
                <a:lnTo>
                  <a:pt x="790502" y="1640855"/>
                </a:lnTo>
                <a:lnTo>
                  <a:pt x="790921" y="1642948"/>
                </a:lnTo>
                <a:lnTo>
                  <a:pt x="791340" y="1645032"/>
                </a:lnTo>
                <a:lnTo>
                  <a:pt x="791771" y="1647125"/>
                </a:lnTo>
                <a:lnTo>
                  <a:pt x="792189" y="1649209"/>
                </a:lnTo>
                <a:lnTo>
                  <a:pt x="792608" y="1651288"/>
                </a:lnTo>
                <a:lnTo>
                  <a:pt x="793039" y="1653371"/>
                </a:lnTo>
                <a:lnTo>
                  <a:pt x="793458" y="1655450"/>
                </a:lnTo>
                <a:lnTo>
                  <a:pt x="793889" y="1657539"/>
                </a:lnTo>
                <a:lnTo>
                  <a:pt x="794295" y="1659612"/>
                </a:lnTo>
                <a:lnTo>
                  <a:pt x="794726" y="1661686"/>
                </a:lnTo>
                <a:lnTo>
                  <a:pt x="795145" y="1663765"/>
                </a:lnTo>
                <a:lnTo>
                  <a:pt x="795576" y="1665834"/>
                </a:lnTo>
                <a:lnTo>
                  <a:pt x="795995" y="1667903"/>
                </a:lnTo>
                <a:lnTo>
                  <a:pt x="796413" y="1669970"/>
                </a:lnTo>
                <a:lnTo>
                  <a:pt x="796845" y="1672044"/>
                </a:lnTo>
                <a:lnTo>
                  <a:pt x="797263" y="1674113"/>
                </a:lnTo>
                <a:lnTo>
                  <a:pt x="797682" y="1676177"/>
                </a:lnTo>
                <a:lnTo>
                  <a:pt x="798113" y="1678235"/>
                </a:lnTo>
                <a:lnTo>
                  <a:pt x="798532" y="1680299"/>
                </a:lnTo>
                <a:lnTo>
                  <a:pt x="798963" y="1682353"/>
                </a:lnTo>
                <a:lnTo>
                  <a:pt x="799381" y="1684411"/>
                </a:lnTo>
                <a:lnTo>
                  <a:pt x="799800" y="1686471"/>
                </a:lnTo>
                <a:lnTo>
                  <a:pt x="800219" y="1688520"/>
                </a:lnTo>
                <a:lnTo>
                  <a:pt x="800650" y="1690573"/>
                </a:lnTo>
                <a:lnTo>
                  <a:pt x="801081" y="1692632"/>
                </a:lnTo>
                <a:lnTo>
                  <a:pt x="801500" y="1694676"/>
                </a:lnTo>
                <a:lnTo>
                  <a:pt x="801918" y="1696725"/>
                </a:lnTo>
                <a:lnTo>
                  <a:pt x="802337" y="1698764"/>
                </a:lnTo>
                <a:lnTo>
                  <a:pt x="802768" y="1700813"/>
                </a:lnTo>
                <a:lnTo>
                  <a:pt x="803187" y="1702852"/>
                </a:lnTo>
                <a:lnTo>
                  <a:pt x="803618" y="1704891"/>
                </a:lnTo>
                <a:lnTo>
                  <a:pt x="804036" y="1706930"/>
                </a:lnTo>
                <a:lnTo>
                  <a:pt x="804455" y="1708968"/>
                </a:lnTo>
                <a:lnTo>
                  <a:pt x="804874" y="1711003"/>
                </a:lnTo>
                <a:lnTo>
                  <a:pt x="805305" y="1713032"/>
                </a:lnTo>
                <a:lnTo>
                  <a:pt x="805723" y="1715065"/>
                </a:lnTo>
                <a:lnTo>
                  <a:pt x="806155" y="1717090"/>
                </a:lnTo>
                <a:lnTo>
                  <a:pt x="806573" y="1719124"/>
                </a:lnTo>
                <a:lnTo>
                  <a:pt x="806992" y="1721147"/>
                </a:lnTo>
                <a:lnTo>
                  <a:pt x="807423" y="1723172"/>
                </a:lnTo>
                <a:lnTo>
                  <a:pt x="807842" y="1725186"/>
                </a:lnTo>
                <a:lnTo>
                  <a:pt x="808260" y="1727210"/>
                </a:lnTo>
                <a:lnTo>
                  <a:pt x="808692" y="1729229"/>
                </a:lnTo>
                <a:lnTo>
                  <a:pt x="809110" y="1731244"/>
                </a:lnTo>
                <a:lnTo>
                  <a:pt x="809541" y="1733253"/>
                </a:lnTo>
                <a:lnTo>
                  <a:pt x="809947" y="1735262"/>
                </a:lnTo>
                <a:lnTo>
                  <a:pt x="810379" y="1737281"/>
                </a:lnTo>
                <a:lnTo>
                  <a:pt x="810797" y="1739280"/>
                </a:lnTo>
                <a:lnTo>
                  <a:pt x="811228" y="1741289"/>
                </a:lnTo>
                <a:lnTo>
                  <a:pt x="811647" y="1743293"/>
                </a:lnTo>
                <a:lnTo>
                  <a:pt x="812066" y="1745302"/>
                </a:lnTo>
                <a:lnTo>
                  <a:pt x="812497" y="1747292"/>
                </a:lnTo>
                <a:lnTo>
                  <a:pt x="812915" y="1749296"/>
                </a:lnTo>
                <a:lnTo>
                  <a:pt x="813334" y="1751290"/>
                </a:lnTo>
                <a:lnTo>
                  <a:pt x="813765" y="1753285"/>
                </a:lnTo>
                <a:lnTo>
                  <a:pt x="814184" y="1755279"/>
                </a:lnTo>
                <a:lnTo>
                  <a:pt x="814615" y="1757269"/>
                </a:lnTo>
                <a:lnTo>
                  <a:pt x="815034" y="1759258"/>
                </a:lnTo>
                <a:lnTo>
                  <a:pt x="815452" y="1761243"/>
                </a:lnTo>
                <a:lnTo>
                  <a:pt x="815871" y="1763226"/>
                </a:lnTo>
                <a:lnTo>
                  <a:pt x="816302" y="1765206"/>
                </a:lnTo>
                <a:lnTo>
                  <a:pt x="816721" y="1767195"/>
                </a:lnTo>
                <a:lnTo>
                  <a:pt x="817152" y="1769170"/>
                </a:lnTo>
                <a:lnTo>
                  <a:pt x="817571" y="1771144"/>
                </a:lnTo>
                <a:lnTo>
                  <a:pt x="817989" y="1773124"/>
                </a:lnTo>
                <a:lnTo>
                  <a:pt x="818408" y="1775093"/>
                </a:lnTo>
                <a:lnTo>
                  <a:pt x="818839" y="1777062"/>
                </a:lnTo>
                <a:lnTo>
                  <a:pt x="819258" y="1779027"/>
                </a:lnTo>
                <a:lnTo>
                  <a:pt x="819689" y="1780996"/>
                </a:lnTo>
                <a:lnTo>
                  <a:pt x="820107" y="1782961"/>
                </a:lnTo>
                <a:lnTo>
                  <a:pt x="820526" y="1784926"/>
                </a:lnTo>
                <a:lnTo>
                  <a:pt x="820957" y="1786880"/>
                </a:lnTo>
                <a:lnTo>
                  <a:pt x="821376" y="1788834"/>
                </a:lnTo>
                <a:lnTo>
                  <a:pt x="821794" y="1790789"/>
                </a:lnTo>
                <a:lnTo>
                  <a:pt x="822226" y="1792745"/>
                </a:lnTo>
                <a:lnTo>
                  <a:pt x="822632" y="1794699"/>
                </a:lnTo>
                <a:lnTo>
                  <a:pt x="823076" y="1796648"/>
                </a:lnTo>
                <a:lnTo>
                  <a:pt x="823481" y="1798598"/>
                </a:lnTo>
                <a:lnTo>
                  <a:pt x="823913" y="1800538"/>
                </a:lnTo>
                <a:lnTo>
                  <a:pt x="824331" y="1802477"/>
                </a:lnTo>
                <a:lnTo>
                  <a:pt x="824763" y="1804426"/>
                </a:lnTo>
                <a:lnTo>
                  <a:pt x="825181" y="1806357"/>
                </a:lnTo>
                <a:lnTo>
                  <a:pt x="825600" y="1808297"/>
                </a:lnTo>
                <a:lnTo>
                  <a:pt x="826018" y="1810231"/>
                </a:lnTo>
                <a:lnTo>
                  <a:pt x="826450" y="1812167"/>
                </a:lnTo>
                <a:lnTo>
                  <a:pt x="826868" y="1814090"/>
                </a:lnTo>
                <a:lnTo>
                  <a:pt x="827299" y="1816021"/>
                </a:lnTo>
                <a:lnTo>
                  <a:pt x="827718" y="1817946"/>
                </a:lnTo>
                <a:lnTo>
                  <a:pt x="828137" y="1819866"/>
                </a:lnTo>
                <a:lnTo>
                  <a:pt x="828555" y="1821790"/>
                </a:lnTo>
                <a:lnTo>
                  <a:pt x="828986" y="1823705"/>
                </a:lnTo>
                <a:lnTo>
                  <a:pt x="829405" y="1825625"/>
                </a:lnTo>
                <a:lnTo>
                  <a:pt x="829836" y="1827535"/>
                </a:lnTo>
                <a:lnTo>
                  <a:pt x="830255" y="1829450"/>
                </a:lnTo>
                <a:lnTo>
                  <a:pt x="830673" y="1831360"/>
                </a:lnTo>
                <a:lnTo>
                  <a:pt x="831092" y="1833259"/>
                </a:lnTo>
                <a:lnTo>
                  <a:pt x="831523" y="1835169"/>
                </a:lnTo>
                <a:lnTo>
                  <a:pt x="831942" y="1837075"/>
                </a:lnTo>
                <a:lnTo>
                  <a:pt x="832373" y="1838975"/>
                </a:lnTo>
                <a:lnTo>
                  <a:pt x="832792" y="1840870"/>
                </a:lnTo>
                <a:lnTo>
                  <a:pt x="833210" y="1842766"/>
                </a:lnTo>
                <a:lnTo>
                  <a:pt x="833642" y="1844660"/>
                </a:lnTo>
                <a:lnTo>
                  <a:pt x="834060" y="1846555"/>
                </a:lnTo>
                <a:lnTo>
                  <a:pt x="834479" y="1848441"/>
                </a:lnTo>
                <a:lnTo>
                  <a:pt x="834910" y="1850325"/>
                </a:lnTo>
                <a:lnTo>
                  <a:pt x="835329" y="1852216"/>
                </a:lnTo>
                <a:lnTo>
                  <a:pt x="835760" y="1854095"/>
                </a:lnTo>
                <a:lnTo>
                  <a:pt x="836166" y="1855971"/>
                </a:lnTo>
                <a:lnTo>
                  <a:pt x="836597" y="1857852"/>
                </a:lnTo>
                <a:lnTo>
                  <a:pt x="837016" y="1859722"/>
                </a:lnTo>
                <a:lnTo>
                  <a:pt x="837447" y="1861602"/>
                </a:lnTo>
                <a:lnTo>
                  <a:pt x="837865" y="1863467"/>
                </a:lnTo>
                <a:lnTo>
                  <a:pt x="838284" y="1865337"/>
                </a:lnTo>
                <a:lnTo>
                  <a:pt x="838715" y="1867203"/>
                </a:lnTo>
                <a:lnTo>
                  <a:pt x="839134" y="1869068"/>
                </a:lnTo>
                <a:lnTo>
                  <a:pt x="839565" y="1870929"/>
                </a:lnTo>
                <a:lnTo>
                  <a:pt x="839984" y="1872784"/>
                </a:lnTo>
                <a:lnTo>
                  <a:pt x="840402" y="1874644"/>
                </a:lnTo>
                <a:lnTo>
                  <a:pt x="840834" y="1876489"/>
                </a:lnTo>
                <a:lnTo>
                  <a:pt x="841252" y="1878344"/>
                </a:lnTo>
                <a:lnTo>
                  <a:pt x="841671" y="1880196"/>
                </a:lnTo>
                <a:lnTo>
                  <a:pt x="842102" y="1882036"/>
                </a:lnTo>
                <a:lnTo>
                  <a:pt x="842521" y="1883886"/>
                </a:lnTo>
                <a:lnTo>
                  <a:pt x="842952" y="1885727"/>
                </a:lnTo>
                <a:lnTo>
                  <a:pt x="843370" y="1887567"/>
                </a:lnTo>
                <a:lnTo>
                  <a:pt x="843789" y="1889403"/>
                </a:lnTo>
                <a:lnTo>
                  <a:pt x="844208" y="1891233"/>
                </a:lnTo>
                <a:lnTo>
                  <a:pt x="844639" y="1893069"/>
                </a:lnTo>
                <a:lnTo>
                  <a:pt x="845057" y="1894895"/>
                </a:lnTo>
                <a:lnTo>
                  <a:pt x="845489" y="1896720"/>
                </a:lnTo>
                <a:lnTo>
                  <a:pt x="845907" y="1898546"/>
                </a:lnTo>
                <a:lnTo>
                  <a:pt x="846326" y="1900372"/>
                </a:lnTo>
                <a:lnTo>
                  <a:pt x="846744" y="1902188"/>
                </a:lnTo>
                <a:lnTo>
                  <a:pt x="847176" y="1903998"/>
                </a:lnTo>
                <a:lnTo>
                  <a:pt x="847594" y="1905818"/>
                </a:lnTo>
                <a:lnTo>
                  <a:pt x="848025" y="1907629"/>
                </a:lnTo>
                <a:lnTo>
                  <a:pt x="848444" y="1909441"/>
                </a:lnTo>
                <a:lnTo>
                  <a:pt x="848863" y="1911241"/>
                </a:lnTo>
                <a:lnTo>
                  <a:pt x="849294" y="1913052"/>
                </a:lnTo>
                <a:lnTo>
                  <a:pt x="849712" y="1914847"/>
                </a:lnTo>
                <a:lnTo>
                  <a:pt x="850131" y="1916648"/>
                </a:lnTo>
                <a:lnTo>
                  <a:pt x="850562" y="1918445"/>
                </a:lnTo>
                <a:lnTo>
                  <a:pt x="850981" y="1920240"/>
                </a:lnTo>
                <a:lnTo>
                  <a:pt x="851412" y="1922026"/>
                </a:lnTo>
                <a:lnTo>
                  <a:pt x="851818" y="1923812"/>
                </a:lnTo>
                <a:lnTo>
                  <a:pt x="852249" y="1925602"/>
                </a:lnTo>
                <a:lnTo>
                  <a:pt x="852668" y="1927389"/>
                </a:lnTo>
                <a:lnTo>
                  <a:pt x="853099" y="1929169"/>
                </a:lnTo>
                <a:lnTo>
                  <a:pt x="853518" y="1930941"/>
                </a:lnTo>
                <a:lnTo>
                  <a:pt x="853936" y="1932722"/>
                </a:lnTo>
                <a:lnTo>
                  <a:pt x="854368" y="1934493"/>
                </a:lnTo>
                <a:lnTo>
                  <a:pt x="854786" y="1936263"/>
                </a:lnTo>
                <a:lnTo>
                  <a:pt x="855205" y="1938030"/>
                </a:lnTo>
                <a:lnTo>
                  <a:pt x="855636" y="1939796"/>
                </a:lnTo>
                <a:lnTo>
                  <a:pt x="856055" y="1941557"/>
                </a:lnTo>
                <a:lnTo>
                  <a:pt x="856486" y="1943318"/>
                </a:lnTo>
                <a:lnTo>
                  <a:pt x="856892" y="1945074"/>
                </a:lnTo>
                <a:lnTo>
                  <a:pt x="857323" y="1946830"/>
                </a:lnTo>
                <a:lnTo>
                  <a:pt x="857742" y="1948582"/>
                </a:lnTo>
                <a:lnTo>
                  <a:pt x="858173" y="1950328"/>
                </a:lnTo>
                <a:lnTo>
                  <a:pt x="858591" y="1952079"/>
                </a:lnTo>
                <a:lnTo>
                  <a:pt x="859010" y="1953821"/>
                </a:lnTo>
                <a:lnTo>
                  <a:pt x="859441" y="1955562"/>
                </a:lnTo>
                <a:lnTo>
                  <a:pt x="859860" y="1957294"/>
                </a:lnTo>
                <a:lnTo>
                  <a:pt x="860278" y="1959030"/>
                </a:lnTo>
                <a:lnTo>
                  <a:pt x="860710" y="1960767"/>
                </a:lnTo>
                <a:lnTo>
                  <a:pt x="861128" y="1962497"/>
                </a:lnTo>
                <a:lnTo>
                  <a:pt x="861560" y="1964224"/>
                </a:lnTo>
                <a:lnTo>
                  <a:pt x="861978" y="1965950"/>
                </a:lnTo>
                <a:lnTo>
                  <a:pt x="862397" y="1967671"/>
                </a:lnTo>
                <a:lnTo>
                  <a:pt x="862815" y="1969388"/>
                </a:lnTo>
                <a:lnTo>
                  <a:pt x="863247" y="1971105"/>
                </a:lnTo>
                <a:lnTo>
                  <a:pt x="863665" y="1972816"/>
                </a:lnTo>
                <a:lnTo>
                  <a:pt x="864096" y="1974528"/>
                </a:lnTo>
                <a:lnTo>
                  <a:pt x="864515" y="1976239"/>
                </a:lnTo>
                <a:lnTo>
                  <a:pt x="864934" y="1977946"/>
                </a:lnTo>
                <a:lnTo>
                  <a:pt x="865352" y="1979647"/>
                </a:lnTo>
                <a:lnTo>
                  <a:pt x="865783" y="1981344"/>
                </a:lnTo>
                <a:lnTo>
                  <a:pt x="866202" y="1983041"/>
                </a:lnTo>
                <a:lnTo>
                  <a:pt x="866633" y="1984732"/>
                </a:lnTo>
                <a:lnTo>
                  <a:pt x="867052" y="1986430"/>
                </a:lnTo>
                <a:lnTo>
                  <a:pt x="867470" y="1988121"/>
                </a:lnTo>
                <a:lnTo>
                  <a:pt x="867902" y="1989798"/>
                </a:lnTo>
                <a:lnTo>
                  <a:pt x="868320" y="1991489"/>
                </a:lnTo>
                <a:lnTo>
                  <a:pt x="868739" y="1993166"/>
                </a:lnTo>
                <a:lnTo>
                  <a:pt x="869170" y="1994842"/>
                </a:lnTo>
                <a:lnTo>
                  <a:pt x="869589" y="1996514"/>
                </a:lnTo>
                <a:lnTo>
                  <a:pt x="870020" y="1998187"/>
                </a:lnTo>
                <a:lnTo>
                  <a:pt x="870426" y="1999859"/>
                </a:lnTo>
                <a:lnTo>
                  <a:pt x="870857" y="2001526"/>
                </a:lnTo>
                <a:lnTo>
                  <a:pt x="871276" y="2003183"/>
                </a:lnTo>
                <a:lnTo>
                  <a:pt x="871707" y="2004848"/>
                </a:lnTo>
                <a:lnTo>
                  <a:pt x="872126" y="2006506"/>
                </a:lnTo>
                <a:lnTo>
                  <a:pt x="872544" y="2008158"/>
                </a:lnTo>
                <a:lnTo>
                  <a:pt x="872975" y="2009805"/>
                </a:lnTo>
                <a:lnTo>
                  <a:pt x="873394" y="2011457"/>
                </a:lnTo>
                <a:lnTo>
                  <a:pt x="873813" y="2013103"/>
                </a:lnTo>
                <a:lnTo>
                  <a:pt x="874244" y="2014746"/>
                </a:lnTo>
                <a:lnTo>
                  <a:pt x="874662" y="2016383"/>
                </a:lnTo>
                <a:lnTo>
                  <a:pt x="875094" y="2018026"/>
                </a:lnTo>
                <a:lnTo>
                  <a:pt x="875512" y="2019657"/>
                </a:lnTo>
                <a:lnTo>
                  <a:pt x="875931" y="2021285"/>
                </a:lnTo>
                <a:lnTo>
                  <a:pt x="876362" y="2022912"/>
                </a:lnTo>
                <a:lnTo>
                  <a:pt x="876781" y="2024539"/>
                </a:lnTo>
                <a:lnTo>
                  <a:pt x="877212" y="2026161"/>
                </a:lnTo>
                <a:lnTo>
                  <a:pt x="877631" y="2027779"/>
                </a:lnTo>
                <a:lnTo>
                  <a:pt x="878049" y="2029401"/>
                </a:lnTo>
                <a:lnTo>
                  <a:pt x="878468" y="2031013"/>
                </a:lnTo>
                <a:lnTo>
                  <a:pt x="878899" y="2032625"/>
                </a:lnTo>
                <a:lnTo>
                  <a:pt x="879318" y="2034228"/>
                </a:lnTo>
                <a:lnTo>
                  <a:pt x="879749" y="2035830"/>
                </a:lnTo>
                <a:lnTo>
                  <a:pt x="880167" y="2037437"/>
                </a:lnTo>
                <a:lnTo>
                  <a:pt x="880586" y="2039029"/>
                </a:lnTo>
                <a:lnTo>
                  <a:pt x="881005" y="2040627"/>
                </a:lnTo>
                <a:lnTo>
                  <a:pt x="881436" y="2042225"/>
                </a:lnTo>
                <a:lnTo>
                  <a:pt x="881854" y="2043812"/>
                </a:lnTo>
                <a:lnTo>
                  <a:pt x="882286" y="2045395"/>
                </a:lnTo>
                <a:lnTo>
                  <a:pt x="882704" y="2046982"/>
                </a:lnTo>
                <a:lnTo>
                  <a:pt x="883123" y="2048565"/>
                </a:lnTo>
                <a:lnTo>
                  <a:pt x="883554" y="2050137"/>
                </a:lnTo>
                <a:lnTo>
                  <a:pt x="883973" y="2051715"/>
                </a:lnTo>
                <a:lnTo>
                  <a:pt x="884391" y="2053288"/>
                </a:lnTo>
                <a:lnTo>
                  <a:pt x="884822" y="2054850"/>
                </a:lnTo>
                <a:lnTo>
                  <a:pt x="885241" y="2056418"/>
                </a:lnTo>
                <a:lnTo>
                  <a:pt x="885672" y="2057976"/>
                </a:lnTo>
                <a:lnTo>
                  <a:pt x="886078" y="2059544"/>
                </a:lnTo>
                <a:lnTo>
                  <a:pt x="886509" y="2061091"/>
                </a:lnTo>
                <a:lnTo>
                  <a:pt x="886928" y="2062654"/>
                </a:lnTo>
                <a:lnTo>
                  <a:pt x="887359" y="2064196"/>
                </a:lnTo>
                <a:lnTo>
                  <a:pt x="887778" y="2065744"/>
                </a:lnTo>
                <a:lnTo>
                  <a:pt x="888197" y="2067288"/>
                </a:lnTo>
                <a:lnTo>
                  <a:pt x="888628" y="2068830"/>
                </a:lnTo>
                <a:lnTo>
                  <a:pt x="889046" y="2070367"/>
                </a:lnTo>
                <a:lnTo>
                  <a:pt x="889465" y="2071901"/>
                </a:lnTo>
                <a:lnTo>
                  <a:pt x="889896" y="2073429"/>
                </a:lnTo>
                <a:lnTo>
                  <a:pt x="890315" y="2074957"/>
                </a:lnTo>
                <a:lnTo>
                  <a:pt x="890746" y="2076485"/>
                </a:lnTo>
                <a:lnTo>
                  <a:pt x="891152" y="2078008"/>
                </a:lnTo>
                <a:lnTo>
                  <a:pt x="891583" y="2079525"/>
                </a:lnTo>
                <a:lnTo>
                  <a:pt x="892002" y="2081039"/>
                </a:lnTo>
                <a:lnTo>
                  <a:pt x="892433" y="2082552"/>
                </a:lnTo>
                <a:lnTo>
                  <a:pt x="892852" y="2084065"/>
                </a:lnTo>
                <a:lnTo>
                  <a:pt x="893270" y="2085568"/>
                </a:lnTo>
                <a:lnTo>
                  <a:pt x="893701" y="2087071"/>
                </a:lnTo>
                <a:lnTo>
                  <a:pt x="894120" y="2088570"/>
                </a:lnTo>
                <a:lnTo>
                  <a:pt x="894539" y="2090068"/>
                </a:lnTo>
                <a:lnTo>
                  <a:pt x="894970" y="2091566"/>
                </a:lnTo>
                <a:lnTo>
                  <a:pt x="895388" y="2093055"/>
                </a:lnTo>
                <a:lnTo>
                  <a:pt x="895820" y="2094538"/>
                </a:lnTo>
                <a:lnTo>
                  <a:pt x="896238" y="2096027"/>
                </a:lnTo>
                <a:lnTo>
                  <a:pt x="896657" y="2097499"/>
                </a:lnTo>
                <a:lnTo>
                  <a:pt x="897075" y="2098983"/>
                </a:lnTo>
                <a:lnTo>
                  <a:pt x="897507" y="2100455"/>
                </a:lnTo>
                <a:lnTo>
                  <a:pt x="897925" y="2101924"/>
                </a:lnTo>
                <a:lnTo>
                  <a:pt x="898357" y="2103398"/>
                </a:lnTo>
                <a:lnTo>
                  <a:pt x="898775" y="2104856"/>
                </a:lnTo>
                <a:lnTo>
                  <a:pt x="899194" y="2106325"/>
                </a:lnTo>
                <a:lnTo>
                  <a:pt x="899612" y="2107773"/>
                </a:lnTo>
                <a:lnTo>
                  <a:pt x="900044" y="2109232"/>
                </a:lnTo>
                <a:lnTo>
                  <a:pt x="900462" y="2110685"/>
                </a:lnTo>
                <a:lnTo>
                  <a:pt x="900893" y="2112129"/>
                </a:lnTo>
                <a:lnTo>
                  <a:pt x="901312" y="2113583"/>
                </a:lnTo>
                <a:lnTo>
                  <a:pt x="901731" y="2115016"/>
                </a:lnTo>
                <a:lnTo>
                  <a:pt x="902162" y="2116459"/>
                </a:lnTo>
                <a:lnTo>
                  <a:pt x="902580" y="2117899"/>
                </a:lnTo>
                <a:lnTo>
                  <a:pt x="902999" y="2119323"/>
                </a:lnTo>
                <a:lnTo>
                  <a:pt x="903430" y="2120751"/>
                </a:lnTo>
                <a:lnTo>
                  <a:pt x="903849" y="2122180"/>
                </a:lnTo>
                <a:lnTo>
                  <a:pt x="904280" y="2123603"/>
                </a:lnTo>
                <a:lnTo>
                  <a:pt x="904686" y="2125022"/>
                </a:lnTo>
                <a:lnTo>
                  <a:pt x="905117" y="2126436"/>
                </a:lnTo>
                <a:lnTo>
                  <a:pt x="905536" y="2127850"/>
                </a:lnTo>
                <a:lnTo>
                  <a:pt x="905967" y="2129254"/>
                </a:lnTo>
                <a:lnTo>
                  <a:pt x="906386" y="2130663"/>
                </a:lnTo>
                <a:lnTo>
                  <a:pt x="906804" y="2132067"/>
                </a:lnTo>
                <a:lnTo>
                  <a:pt x="907236" y="2133466"/>
                </a:lnTo>
                <a:lnTo>
                  <a:pt x="907654" y="2134860"/>
                </a:lnTo>
                <a:lnTo>
                  <a:pt x="908073" y="2136254"/>
                </a:lnTo>
                <a:lnTo>
                  <a:pt x="908504" y="2137643"/>
                </a:lnTo>
                <a:lnTo>
                  <a:pt x="908923" y="2139027"/>
                </a:lnTo>
                <a:lnTo>
                  <a:pt x="909354" y="2140407"/>
                </a:lnTo>
                <a:lnTo>
                  <a:pt x="909772" y="2141791"/>
                </a:lnTo>
                <a:lnTo>
                  <a:pt x="910191" y="2143165"/>
                </a:lnTo>
                <a:lnTo>
                  <a:pt x="910610" y="2144535"/>
                </a:lnTo>
                <a:lnTo>
                  <a:pt x="911041" y="2145908"/>
                </a:lnTo>
                <a:lnTo>
                  <a:pt x="911459" y="2147267"/>
                </a:lnTo>
                <a:lnTo>
                  <a:pt x="911891" y="2148637"/>
                </a:lnTo>
                <a:lnTo>
                  <a:pt x="912309" y="2149986"/>
                </a:lnTo>
                <a:lnTo>
                  <a:pt x="912728" y="2151345"/>
                </a:lnTo>
                <a:lnTo>
                  <a:pt x="913146" y="2152699"/>
                </a:lnTo>
                <a:lnTo>
                  <a:pt x="913578" y="2154045"/>
                </a:lnTo>
                <a:lnTo>
                  <a:pt x="913996" y="2155389"/>
                </a:lnTo>
                <a:lnTo>
                  <a:pt x="914428" y="2156733"/>
                </a:lnTo>
                <a:lnTo>
                  <a:pt x="914846" y="2158068"/>
                </a:lnTo>
                <a:lnTo>
                  <a:pt x="915265" y="2159407"/>
                </a:lnTo>
                <a:lnTo>
                  <a:pt x="915696" y="2160737"/>
                </a:lnTo>
                <a:lnTo>
                  <a:pt x="916115" y="2162066"/>
                </a:lnTo>
                <a:lnTo>
                  <a:pt x="916546" y="2163386"/>
                </a:lnTo>
                <a:lnTo>
                  <a:pt x="916964" y="2164706"/>
                </a:lnTo>
                <a:lnTo>
                  <a:pt x="917383" y="2166029"/>
                </a:lnTo>
                <a:lnTo>
                  <a:pt x="917814" y="2167344"/>
                </a:lnTo>
                <a:lnTo>
                  <a:pt x="918233" y="2168659"/>
                </a:lnTo>
                <a:lnTo>
                  <a:pt x="918651" y="2169964"/>
                </a:lnTo>
                <a:lnTo>
                  <a:pt x="919083" y="2171263"/>
                </a:lnTo>
                <a:lnTo>
                  <a:pt x="919501" y="2172568"/>
                </a:lnTo>
                <a:lnTo>
                  <a:pt x="919933" y="2173858"/>
                </a:lnTo>
                <a:lnTo>
                  <a:pt x="920338" y="2175158"/>
                </a:lnTo>
                <a:lnTo>
                  <a:pt x="920770" y="2176442"/>
                </a:lnTo>
                <a:lnTo>
                  <a:pt x="921188" y="2177733"/>
                </a:lnTo>
                <a:lnTo>
                  <a:pt x="921620" y="2179017"/>
                </a:lnTo>
                <a:lnTo>
                  <a:pt x="922038" y="2180293"/>
                </a:lnTo>
                <a:lnTo>
                  <a:pt x="922457" y="2181568"/>
                </a:lnTo>
                <a:lnTo>
                  <a:pt x="922888" y="2182842"/>
                </a:lnTo>
                <a:lnTo>
                  <a:pt x="923307" y="2184112"/>
                </a:lnTo>
                <a:lnTo>
                  <a:pt x="923725" y="2185378"/>
                </a:lnTo>
                <a:lnTo>
                  <a:pt x="924156" y="2186638"/>
                </a:lnTo>
                <a:lnTo>
                  <a:pt x="924575" y="2187898"/>
                </a:lnTo>
                <a:lnTo>
                  <a:pt x="925006" y="2189153"/>
                </a:lnTo>
                <a:lnTo>
                  <a:pt x="925412" y="2190403"/>
                </a:lnTo>
                <a:lnTo>
                  <a:pt x="925843" y="2191648"/>
                </a:lnTo>
                <a:lnTo>
                  <a:pt x="926262" y="2192893"/>
                </a:lnTo>
                <a:lnTo>
                  <a:pt x="926693" y="2194134"/>
                </a:lnTo>
                <a:lnTo>
                  <a:pt x="927112" y="2195368"/>
                </a:lnTo>
                <a:lnTo>
                  <a:pt x="927543" y="2196609"/>
                </a:lnTo>
                <a:lnTo>
                  <a:pt x="927962" y="2197839"/>
                </a:lnTo>
                <a:lnTo>
                  <a:pt x="928380" y="2199060"/>
                </a:lnTo>
                <a:lnTo>
                  <a:pt x="928799" y="2200280"/>
                </a:lnTo>
                <a:lnTo>
                  <a:pt x="929230" y="2201505"/>
                </a:lnTo>
                <a:lnTo>
                  <a:pt x="929649" y="2202721"/>
                </a:lnTo>
                <a:lnTo>
                  <a:pt x="930080" y="2203931"/>
                </a:lnTo>
                <a:lnTo>
                  <a:pt x="930498" y="2205142"/>
                </a:lnTo>
                <a:lnTo>
                  <a:pt x="930917" y="2206347"/>
                </a:lnTo>
                <a:lnTo>
                  <a:pt x="931336" y="2207547"/>
                </a:lnTo>
                <a:lnTo>
                  <a:pt x="931767" y="2208748"/>
                </a:lnTo>
                <a:lnTo>
                  <a:pt x="932185" y="2209939"/>
                </a:lnTo>
                <a:lnTo>
                  <a:pt x="932617" y="2211130"/>
                </a:lnTo>
                <a:lnTo>
                  <a:pt x="933035" y="2212316"/>
                </a:lnTo>
                <a:lnTo>
                  <a:pt x="933454" y="2213496"/>
                </a:lnTo>
                <a:lnTo>
                  <a:pt x="933872" y="2214681"/>
                </a:lnTo>
                <a:lnTo>
                  <a:pt x="934304" y="2215857"/>
                </a:lnTo>
                <a:lnTo>
                  <a:pt x="934722" y="2217028"/>
                </a:lnTo>
                <a:lnTo>
                  <a:pt x="935154" y="2218194"/>
                </a:lnTo>
                <a:lnTo>
                  <a:pt x="935572" y="2219364"/>
                </a:lnTo>
                <a:lnTo>
                  <a:pt x="935991" y="2220525"/>
                </a:lnTo>
                <a:lnTo>
                  <a:pt x="936422" y="2221676"/>
                </a:lnTo>
                <a:lnTo>
                  <a:pt x="936841" y="2222842"/>
                </a:lnTo>
                <a:lnTo>
                  <a:pt x="937259" y="2223984"/>
                </a:lnTo>
                <a:lnTo>
                  <a:pt x="937690" y="2225130"/>
                </a:lnTo>
                <a:lnTo>
                  <a:pt x="938109" y="2226275"/>
                </a:lnTo>
                <a:lnTo>
                  <a:pt x="938540" y="2227416"/>
                </a:lnTo>
                <a:lnTo>
                  <a:pt x="938946" y="2228553"/>
                </a:lnTo>
                <a:lnTo>
                  <a:pt x="939377" y="2229683"/>
                </a:lnTo>
                <a:lnTo>
                  <a:pt x="939796" y="2230815"/>
                </a:lnTo>
                <a:lnTo>
                  <a:pt x="940227" y="2231936"/>
                </a:lnTo>
                <a:lnTo>
                  <a:pt x="940646" y="2233062"/>
                </a:lnTo>
                <a:lnTo>
                  <a:pt x="941064" y="2234178"/>
                </a:lnTo>
                <a:lnTo>
                  <a:pt x="941483" y="2235289"/>
                </a:lnTo>
                <a:lnTo>
                  <a:pt x="941914" y="2236401"/>
                </a:lnTo>
                <a:lnTo>
                  <a:pt x="942333" y="2237507"/>
                </a:lnTo>
                <a:lnTo>
                  <a:pt x="942764" y="2238613"/>
                </a:lnTo>
                <a:lnTo>
                  <a:pt x="943183" y="2239715"/>
                </a:lnTo>
                <a:lnTo>
                  <a:pt x="943601" y="2240806"/>
                </a:lnTo>
                <a:lnTo>
                  <a:pt x="944033" y="2241898"/>
                </a:lnTo>
                <a:lnTo>
                  <a:pt x="944451" y="2242984"/>
                </a:lnTo>
                <a:lnTo>
                  <a:pt x="944870" y="2244070"/>
                </a:lnTo>
                <a:lnTo>
                  <a:pt x="945301" y="2245152"/>
                </a:lnTo>
                <a:lnTo>
                  <a:pt x="945720" y="2246229"/>
                </a:lnTo>
                <a:lnTo>
                  <a:pt x="946151" y="2247299"/>
                </a:lnTo>
                <a:lnTo>
                  <a:pt x="946557" y="2248371"/>
                </a:lnTo>
                <a:lnTo>
                  <a:pt x="946988" y="2249438"/>
                </a:lnTo>
                <a:lnTo>
                  <a:pt x="947407" y="2250500"/>
                </a:lnTo>
                <a:lnTo>
                  <a:pt x="947838" y="2251557"/>
                </a:lnTo>
                <a:lnTo>
                  <a:pt x="948256" y="2252608"/>
                </a:lnTo>
                <a:lnTo>
                  <a:pt x="948675" y="2253665"/>
                </a:lnTo>
                <a:lnTo>
                  <a:pt x="949106" y="2254711"/>
                </a:lnTo>
                <a:lnTo>
                  <a:pt x="949525" y="2255748"/>
                </a:lnTo>
                <a:lnTo>
                  <a:pt x="949943" y="2256785"/>
                </a:lnTo>
                <a:lnTo>
                  <a:pt x="950375" y="2257827"/>
                </a:lnTo>
                <a:lnTo>
                  <a:pt x="950793" y="2258859"/>
                </a:lnTo>
                <a:lnTo>
                  <a:pt x="951225" y="2259891"/>
                </a:lnTo>
                <a:lnTo>
                  <a:pt x="951643" y="2260913"/>
                </a:lnTo>
                <a:lnTo>
                  <a:pt x="952062" y="2261930"/>
                </a:lnTo>
                <a:lnTo>
                  <a:pt x="952493" y="2262946"/>
                </a:lnTo>
                <a:lnTo>
                  <a:pt x="952912" y="2263958"/>
                </a:lnTo>
                <a:lnTo>
                  <a:pt x="953343" y="2264971"/>
                </a:lnTo>
                <a:lnTo>
                  <a:pt x="953761" y="2265978"/>
                </a:lnTo>
                <a:lnTo>
                  <a:pt x="954180" y="2266980"/>
                </a:lnTo>
                <a:lnTo>
                  <a:pt x="954599" y="2267971"/>
                </a:lnTo>
                <a:lnTo>
                  <a:pt x="955030" y="2268965"/>
                </a:lnTo>
                <a:lnTo>
                  <a:pt x="955448" y="2269956"/>
                </a:lnTo>
                <a:lnTo>
                  <a:pt x="955880" y="2270943"/>
                </a:lnTo>
                <a:lnTo>
                  <a:pt x="956298" y="2271926"/>
                </a:lnTo>
                <a:lnTo>
                  <a:pt x="956717" y="2272903"/>
                </a:lnTo>
                <a:lnTo>
                  <a:pt x="957135" y="2273875"/>
                </a:lnTo>
                <a:lnTo>
                  <a:pt x="957567" y="2274848"/>
                </a:lnTo>
                <a:lnTo>
                  <a:pt x="957985" y="2275816"/>
                </a:lnTo>
                <a:lnTo>
                  <a:pt x="958417" y="2276777"/>
                </a:lnTo>
                <a:lnTo>
                  <a:pt x="958835" y="2277740"/>
                </a:lnTo>
                <a:lnTo>
                  <a:pt x="959254" y="2278697"/>
                </a:lnTo>
                <a:lnTo>
                  <a:pt x="959685" y="2279645"/>
                </a:lnTo>
                <a:lnTo>
                  <a:pt x="960104" y="2280593"/>
                </a:lnTo>
                <a:lnTo>
                  <a:pt x="960522" y="2281535"/>
                </a:lnTo>
                <a:lnTo>
                  <a:pt x="960953" y="2282478"/>
                </a:lnTo>
                <a:lnTo>
                  <a:pt x="961372" y="2283416"/>
                </a:lnTo>
                <a:lnTo>
                  <a:pt x="961803" y="2284348"/>
                </a:lnTo>
                <a:lnTo>
                  <a:pt x="962209" y="2285271"/>
                </a:lnTo>
                <a:lnTo>
                  <a:pt x="962640" y="2286198"/>
                </a:lnTo>
                <a:lnTo>
                  <a:pt x="963059" y="2287121"/>
                </a:lnTo>
                <a:lnTo>
                  <a:pt x="963490" y="2288039"/>
                </a:lnTo>
                <a:lnTo>
                  <a:pt x="963909" y="2288947"/>
                </a:lnTo>
                <a:lnTo>
                  <a:pt x="964327" y="2289855"/>
                </a:lnTo>
                <a:lnTo>
                  <a:pt x="964759" y="2290767"/>
                </a:lnTo>
                <a:lnTo>
                  <a:pt x="965177" y="2291666"/>
                </a:lnTo>
                <a:lnTo>
                  <a:pt x="965596" y="2292559"/>
                </a:lnTo>
                <a:lnTo>
                  <a:pt x="966027" y="2293456"/>
                </a:lnTo>
                <a:lnTo>
                  <a:pt x="966446" y="2294349"/>
                </a:lnTo>
                <a:lnTo>
                  <a:pt x="966877" y="2295233"/>
                </a:lnTo>
                <a:lnTo>
                  <a:pt x="967283" y="2296110"/>
                </a:lnTo>
                <a:lnTo>
                  <a:pt x="967714" y="2296989"/>
                </a:lnTo>
                <a:lnTo>
                  <a:pt x="968133" y="2297861"/>
                </a:lnTo>
                <a:lnTo>
                  <a:pt x="968564" y="2298735"/>
                </a:lnTo>
                <a:lnTo>
                  <a:pt x="968983" y="2299603"/>
                </a:lnTo>
                <a:lnTo>
                  <a:pt x="969401" y="2300467"/>
                </a:lnTo>
                <a:lnTo>
                  <a:pt x="969832" y="2301325"/>
                </a:lnTo>
                <a:lnTo>
                  <a:pt x="970251" y="2302178"/>
                </a:lnTo>
                <a:lnTo>
                  <a:pt x="970670" y="2303026"/>
                </a:lnTo>
                <a:lnTo>
                  <a:pt x="971101" y="2303874"/>
                </a:lnTo>
                <a:lnTo>
                  <a:pt x="971519" y="2304712"/>
                </a:lnTo>
                <a:lnTo>
                  <a:pt x="971951" y="2305557"/>
                </a:lnTo>
                <a:lnTo>
                  <a:pt x="972369" y="2306384"/>
                </a:lnTo>
                <a:lnTo>
                  <a:pt x="972788" y="2307219"/>
                </a:lnTo>
                <a:lnTo>
                  <a:pt x="973206" y="2308046"/>
                </a:lnTo>
                <a:lnTo>
                  <a:pt x="973638" y="2308870"/>
                </a:lnTo>
                <a:lnTo>
                  <a:pt x="974056" y="2309688"/>
                </a:lnTo>
                <a:lnTo>
                  <a:pt x="974487" y="2310502"/>
                </a:lnTo>
                <a:lnTo>
                  <a:pt x="974906" y="2311316"/>
                </a:lnTo>
                <a:lnTo>
                  <a:pt x="975325" y="2312124"/>
                </a:lnTo>
                <a:lnTo>
                  <a:pt x="975743" y="2312928"/>
                </a:lnTo>
                <a:lnTo>
                  <a:pt x="976174" y="2313721"/>
                </a:lnTo>
                <a:lnTo>
                  <a:pt x="976593" y="2314515"/>
                </a:lnTo>
                <a:lnTo>
                  <a:pt x="977024" y="2315310"/>
                </a:lnTo>
                <a:lnTo>
                  <a:pt x="977443" y="2316098"/>
                </a:lnTo>
                <a:lnTo>
                  <a:pt x="977861" y="2316877"/>
                </a:lnTo>
                <a:lnTo>
                  <a:pt x="978293" y="2317656"/>
                </a:lnTo>
                <a:lnTo>
                  <a:pt x="978711" y="2318435"/>
                </a:lnTo>
                <a:lnTo>
                  <a:pt x="979130" y="2319203"/>
                </a:lnTo>
                <a:lnTo>
                  <a:pt x="979561" y="2319967"/>
                </a:lnTo>
                <a:lnTo>
                  <a:pt x="979980" y="2320732"/>
                </a:lnTo>
                <a:lnTo>
                  <a:pt x="980411" y="2321496"/>
                </a:lnTo>
                <a:lnTo>
                  <a:pt x="980817" y="2322245"/>
                </a:lnTo>
                <a:lnTo>
                  <a:pt x="981248" y="2323004"/>
                </a:lnTo>
                <a:lnTo>
                  <a:pt x="981667" y="2323748"/>
                </a:lnTo>
                <a:lnTo>
                  <a:pt x="982098" y="2324492"/>
                </a:lnTo>
                <a:lnTo>
                  <a:pt x="982517" y="2325232"/>
                </a:lnTo>
                <a:lnTo>
                  <a:pt x="982935" y="2325965"/>
                </a:lnTo>
                <a:lnTo>
                  <a:pt x="983366" y="2326699"/>
                </a:lnTo>
                <a:lnTo>
                  <a:pt x="983785" y="2327424"/>
                </a:lnTo>
                <a:lnTo>
                  <a:pt x="984204" y="2328144"/>
                </a:lnTo>
                <a:lnTo>
                  <a:pt x="984635" y="2328862"/>
                </a:lnTo>
                <a:lnTo>
                  <a:pt x="985053" y="2329577"/>
                </a:lnTo>
                <a:lnTo>
                  <a:pt x="985485" y="2330291"/>
                </a:lnTo>
                <a:lnTo>
                  <a:pt x="985903" y="2331001"/>
                </a:lnTo>
                <a:lnTo>
                  <a:pt x="986322" y="2331700"/>
                </a:lnTo>
                <a:lnTo>
                  <a:pt x="986740" y="2332395"/>
                </a:lnTo>
                <a:lnTo>
                  <a:pt x="987172" y="2333094"/>
                </a:lnTo>
                <a:lnTo>
                  <a:pt x="987590" y="2333788"/>
                </a:lnTo>
                <a:lnTo>
                  <a:pt x="988022" y="2334474"/>
                </a:lnTo>
                <a:lnTo>
                  <a:pt x="988440" y="2335153"/>
                </a:lnTo>
                <a:lnTo>
                  <a:pt x="988859" y="2335833"/>
                </a:lnTo>
                <a:lnTo>
                  <a:pt x="989277" y="2336507"/>
                </a:lnTo>
                <a:lnTo>
                  <a:pt x="989709" y="2337177"/>
                </a:lnTo>
                <a:lnTo>
                  <a:pt x="990127" y="2337842"/>
                </a:lnTo>
                <a:lnTo>
                  <a:pt x="990558" y="2338507"/>
                </a:lnTo>
                <a:lnTo>
                  <a:pt x="990977" y="2339167"/>
                </a:lnTo>
                <a:lnTo>
                  <a:pt x="991396" y="2339822"/>
                </a:lnTo>
                <a:lnTo>
                  <a:pt x="991827" y="2340472"/>
                </a:lnTo>
                <a:lnTo>
                  <a:pt x="992245" y="2341111"/>
                </a:lnTo>
                <a:lnTo>
                  <a:pt x="992677" y="2341756"/>
                </a:lnTo>
                <a:lnTo>
                  <a:pt x="993095" y="2342395"/>
                </a:lnTo>
                <a:lnTo>
                  <a:pt x="993514" y="2343031"/>
                </a:lnTo>
                <a:lnTo>
                  <a:pt x="993945" y="2343656"/>
                </a:lnTo>
                <a:lnTo>
                  <a:pt x="994364" y="2344281"/>
                </a:lnTo>
                <a:lnTo>
                  <a:pt x="994782" y="2344911"/>
                </a:lnTo>
                <a:lnTo>
                  <a:pt x="995214" y="2345521"/>
                </a:lnTo>
                <a:lnTo>
                  <a:pt x="995632" y="2346142"/>
                </a:lnTo>
                <a:lnTo>
                  <a:pt x="996063" y="2346752"/>
                </a:lnTo>
                <a:lnTo>
                  <a:pt x="996469" y="2347352"/>
                </a:lnTo>
                <a:lnTo>
                  <a:pt x="996901" y="2347952"/>
                </a:lnTo>
                <a:lnTo>
                  <a:pt x="997319" y="2348552"/>
                </a:lnTo>
                <a:lnTo>
                  <a:pt x="997750" y="2349142"/>
                </a:lnTo>
                <a:lnTo>
                  <a:pt x="998169" y="2349729"/>
                </a:lnTo>
                <a:lnTo>
                  <a:pt x="998588" y="2350319"/>
                </a:lnTo>
                <a:lnTo>
                  <a:pt x="999019" y="2350898"/>
                </a:lnTo>
                <a:lnTo>
                  <a:pt x="999437" y="2351469"/>
                </a:lnTo>
                <a:lnTo>
                  <a:pt x="999856" y="2352045"/>
                </a:lnTo>
                <a:lnTo>
                  <a:pt x="1000287" y="2352615"/>
                </a:lnTo>
                <a:lnTo>
                  <a:pt x="1000706" y="2353181"/>
                </a:lnTo>
                <a:lnTo>
                  <a:pt x="1001137" y="2353742"/>
                </a:lnTo>
                <a:lnTo>
                  <a:pt x="1001543" y="2354297"/>
                </a:lnTo>
                <a:lnTo>
                  <a:pt x="1001974" y="2354848"/>
                </a:lnTo>
                <a:lnTo>
                  <a:pt x="1002393" y="2355399"/>
                </a:lnTo>
                <a:lnTo>
                  <a:pt x="1002824" y="2355939"/>
                </a:lnTo>
                <a:lnTo>
                  <a:pt x="1003243" y="2356484"/>
                </a:lnTo>
                <a:lnTo>
                  <a:pt x="1003661" y="2357016"/>
                </a:lnTo>
                <a:lnTo>
                  <a:pt x="1004093" y="2357546"/>
                </a:lnTo>
                <a:lnTo>
                  <a:pt x="1004511" y="2358073"/>
                </a:lnTo>
                <a:lnTo>
                  <a:pt x="1004930" y="2358598"/>
                </a:lnTo>
                <a:lnTo>
                  <a:pt x="1005361" y="2359119"/>
                </a:lnTo>
                <a:lnTo>
                  <a:pt x="1005780" y="2359630"/>
                </a:lnTo>
                <a:lnTo>
                  <a:pt x="1006211" y="2360142"/>
                </a:lnTo>
                <a:lnTo>
                  <a:pt x="1006629" y="2360648"/>
                </a:lnTo>
                <a:lnTo>
                  <a:pt x="1007048" y="2361149"/>
                </a:lnTo>
                <a:lnTo>
                  <a:pt x="1007467" y="2361645"/>
                </a:lnTo>
                <a:lnTo>
                  <a:pt x="1007898" y="2362146"/>
                </a:lnTo>
                <a:lnTo>
                  <a:pt x="1008316" y="2362631"/>
                </a:lnTo>
                <a:lnTo>
                  <a:pt x="1008748" y="2363123"/>
                </a:lnTo>
                <a:lnTo>
                  <a:pt x="1009166" y="2363604"/>
                </a:lnTo>
                <a:lnTo>
                  <a:pt x="1009585" y="2364076"/>
                </a:lnTo>
                <a:lnTo>
                  <a:pt x="1010003" y="2364551"/>
                </a:lnTo>
                <a:lnTo>
                  <a:pt x="1010435" y="2365023"/>
                </a:lnTo>
                <a:lnTo>
                  <a:pt x="1010853" y="2365480"/>
                </a:lnTo>
                <a:lnTo>
                  <a:pt x="1011284" y="2365945"/>
                </a:lnTo>
                <a:lnTo>
                  <a:pt x="1011703" y="2366407"/>
                </a:lnTo>
                <a:lnTo>
                  <a:pt x="1012122" y="2366858"/>
                </a:lnTo>
                <a:lnTo>
                  <a:pt x="1012553" y="2367301"/>
                </a:lnTo>
                <a:lnTo>
                  <a:pt x="1012971" y="2367752"/>
                </a:lnTo>
                <a:lnTo>
                  <a:pt x="1013390" y="2368188"/>
                </a:lnTo>
                <a:lnTo>
                  <a:pt x="1013821" y="2368619"/>
                </a:lnTo>
                <a:lnTo>
                  <a:pt x="1014240" y="2369057"/>
                </a:lnTo>
                <a:lnTo>
                  <a:pt x="1014671" y="2369483"/>
                </a:lnTo>
                <a:lnTo>
                  <a:pt x="1015077" y="2369905"/>
                </a:lnTo>
                <a:lnTo>
                  <a:pt x="1015508" y="2370326"/>
                </a:lnTo>
                <a:lnTo>
                  <a:pt x="1015927" y="2370738"/>
                </a:lnTo>
                <a:lnTo>
                  <a:pt x="1016358" y="2371150"/>
                </a:lnTo>
                <a:lnTo>
                  <a:pt x="1016777" y="2371556"/>
                </a:lnTo>
                <a:lnTo>
                  <a:pt x="1017195" y="2371958"/>
                </a:lnTo>
                <a:lnTo>
                  <a:pt x="1017627" y="2372355"/>
                </a:lnTo>
                <a:lnTo>
                  <a:pt x="1018045" y="2372752"/>
                </a:lnTo>
                <a:lnTo>
                  <a:pt x="1018464" y="2373143"/>
                </a:lnTo>
                <a:lnTo>
                  <a:pt x="1018895" y="2373526"/>
                </a:lnTo>
                <a:lnTo>
                  <a:pt x="1019314" y="2373908"/>
                </a:lnTo>
                <a:lnTo>
                  <a:pt x="1019745" y="2374290"/>
                </a:lnTo>
                <a:lnTo>
                  <a:pt x="1020163" y="2374662"/>
                </a:lnTo>
                <a:lnTo>
                  <a:pt x="1020582" y="2375029"/>
                </a:lnTo>
                <a:lnTo>
                  <a:pt x="1021001" y="2375397"/>
                </a:lnTo>
                <a:lnTo>
                  <a:pt x="1021432" y="2375754"/>
                </a:lnTo>
                <a:lnTo>
                  <a:pt x="1021850" y="2376115"/>
                </a:lnTo>
                <a:lnTo>
                  <a:pt x="1022282" y="2376467"/>
                </a:lnTo>
                <a:lnTo>
                  <a:pt x="1022700" y="2376811"/>
                </a:lnTo>
                <a:lnTo>
                  <a:pt x="1023119" y="2377153"/>
                </a:lnTo>
                <a:lnTo>
                  <a:pt x="1023537" y="2377500"/>
                </a:lnTo>
                <a:lnTo>
                  <a:pt x="1023969" y="2377832"/>
                </a:lnTo>
                <a:lnTo>
                  <a:pt x="1024387" y="2378165"/>
                </a:lnTo>
                <a:lnTo>
                  <a:pt x="1024819" y="2378492"/>
                </a:lnTo>
                <a:lnTo>
                  <a:pt x="1025237" y="2378810"/>
                </a:lnTo>
                <a:lnTo>
                  <a:pt x="1025656" y="2379131"/>
                </a:lnTo>
                <a:lnTo>
                  <a:pt x="1026087" y="2379444"/>
                </a:lnTo>
                <a:lnTo>
                  <a:pt x="1026506" y="2379757"/>
                </a:lnTo>
                <a:lnTo>
                  <a:pt x="1026924" y="2380065"/>
                </a:lnTo>
                <a:lnTo>
                  <a:pt x="1027355" y="2380362"/>
                </a:lnTo>
                <a:lnTo>
                  <a:pt x="1027774" y="2380660"/>
                </a:lnTo>
                <a:lnTo>
                  <a:pt x="1028205" y="2380952"/>
                </a:lnTo>
                <a:lnTo>
                  <a:pt x="1028624" y="2381240"/>
                </a:lnTo>
                <a:lnTo>
                  <a:pt x="1029042" y="2381533"/>
                </a:lnTo>
                <a:lnTo>
                  <a:pt x="1029474" y="2381805"/>
                </a:lnTo>
                <a:lnTo>
                  <a:pt x="1029892" y="2382089"/>
                </a:lnTo>
                <a:lnTo>
                  <a:pt x="1030324" y="2382356"/>
                </a:lnTo>
                <a:lnTo>
                  <a:pt x="1030729" y="2382624"/>
                </a:lnTo>
                <a:lnTo>
                  <a:pt x="1031161" y="2382893"/>
                </a:lnTo>
                <a:lnTo>
                  <a:pt x="1031579" y="2383151"/>
                </a:lnTo>
                <a:lnTo>
                  <a:pt x="1032011" y="2383402"/>
                </a:lnTo>
                <a:lnTo>
                  <a:pt x="1032429" y="2383656"/>
                </a:lnTo>
                <a:lnTo>
                  <a:pt x="1032848" y="2383900"/>
                </a:lnTo>
                <a:lnTo>
                  <a:pt x="1033279" y="2384143"/>
                </a:lnTo>
                <a:lnTo>
                  <a:pt x="1033698" y="2384385"/>
                </a:lnTo>
                <a:lnTo>
                  <a:pt x="1034116" y="2384618"/>
                </a:lnTo>
                <a:lnTo>
                  <a:pt x="1034547" y="2384847"/>
                </a:lnTo>
                <a:lnTo>
                  <a:pt x="1034966" y="2385075"/>
                </a:lnTo>
                <a:lnTo>
                  <a:pt x="1035397" y="2385298"/>
                </a:lnTo>
                <a:lnTo>
                  <a:pt x="1035803" y="2385512"/>
                </a:lnTo>
                <a:lnTo>
                  <a:pt x="1036234" y="2385724"/>
                </a:lnTo>
                <a:lnTo>
                  <a:pt x="1036653" y="2385938"/>
                </a:lnTo>
                <a:lnTo>
                  <a:pt x="1037084" y="2386136"/>
                </a:lnTo>
                <a:lnTo>
                  <a:pt x="1037503" y="2386345"/>
                </a:lnTo>
                <a:lnTo>
                  <a:pt x="1037921" y="2386533"/>
                </a:lnTo>
                <a:lnTo>
                  <a:pt x="1038353" y="2386726"/>
                </a:lnTo>
                <a:lnTo>
                  <a:pt x="1038771" y="2386916"/>
                </a:lnTo>
                <a:lnTo>
                  <a:pt x="1043008" y="2388557"/>
                </a:lnTo>
                <a:lnTo>
                  <a:pt x="1043426" y="2388701"/>
                </a:lnTo>
                <a:lnTo>
                  <a:pt x="1043845" y="2388840"/>
                </a:lnTo>
                <a:lnTo>
                  <a:pt x="1044264" y="2388969"/>
                </a:lnTo>
                <a:lnTo>
                  <a:pt x="1044695" y="2389103"/>
                </a:lnTo>
                <a:lnTo>
                  <a:pt x="1045113" y="2389222"/>
                </a:lnTo>
                <a:lnTo>
                  <a:pt x="1045545" y="2389346"/>
                </a:lnTo>
                <a:lnTo>
                  <a:pt x="1048082" y="2389971"/>
                </a:lnTo>
                <a:lnTo>
                  <a:pt x="1048500" y="2390066"/>
                </a:lnTo>
                <a:lnTo>
                  <a:pt x="1050618" y="2390452"/>
                </a:lnTo>
                <a:lnTo>
                  <a:pt x="1051037" y="2390522"/>
                </a:lnTo>
                <a:lnTo>
                  <a:pt x="1051456" y="2390577"/>
                </a:lnTo>
                <a:lnTo>
                  <a:pt x="1051887" y="2390636"/>
                </a:lnTo>
                <a:lnTo>
                  <a:pt x="1052305" y="2390691"/>
                </a:lnTo>
                <a:lnTo>
                  <a:pt x="1056948" y="2390979"/>
                </a:lnTo>
                <a:lnTo>
                  <a:pt x="1057379" y="2390979"/>
                </a:lnTo>
                <a:lnTo>
                  <a:pt x="1057798" y="2390979"/>
                </a:lnTo>
                <a:lnTo>
                  <a:pt x="1058229" y="2390973"/>
                </a:lnTo>
                <a:lnTo>
                  <a:pt x="1058647" y="2390958"/>
                </a:lnTo>
                <a:lnTo>
                  <a:pt x="1059079" y="2390944"/>
                </a:lnTo>
                <a:lnTo>
                  <a:pt x="1059497" y="2390919"/>
                </a:lnTo>
                <a:lnTo>
                  <a:pt x="1059916" y="2390895"/>
                </a:lnTo>
                <a:lnTo>
                  <a:pt x="1060334" y="2390864"/>
                </a:lnTo>
                <a:lnTo>
                  <a:pt x="1060766" y="2390835"/>
                </a:lnTo>
                <a:lnTo>
                  <a:pt x="1061184" y="2390795"/>
                </a:lnTo>
                <a:lnTo>
                  <a:pt x="1061616" y="2390760"/>
                </a:lnTo>
                <a:lnTo>
                  <a:pt x="1062021" y="2390710"/>
                </a:lnTo>
                <a:lnTo>
                  <a:pt x="1062453" y="2390661"/>
                </a:lnTo>
                <a:lnTo>
                  <a:pt x="1062871" y="2390606"/>
                </a:lnTo>
                <a:lnTo>
                  <a:pt x="1063303" y="2390551"/>
                </a:lnTo>
                <a:lnTo>
                  <a:pt x="1063721" y="2390483"/>
                </a:lnTo>
                <a:lnTo>
                  <a:pt x="1064140" y="2390423"/>
                </a:lnTo>
                <a:lnTo>
                  <a:pt x="1064571" y="2390348"/>
                </a:lnTo>
                <a:lnTo>
                  <a:pt x="1064990" y="2390269"/>
                </a:lnTo>
                <a:lnTo>
                  <a:pt x="1065408" y="2390195"/>
                </a:lnTo>
                <a:lnTo>
                  <a:pt x="1065839" y="2390110"/>
                </a:lnTo>
                <a:lnTo>
                  <a:pt x="1066258" y="2390016"/>
                </a:lnTo>
                <a:lnTo>
                  <a:pt x="1066689" y="2389927"/>
                </a:lnTo>
                <a:lnTo>
                  <a:pt x="1067108" y="2389833"/>
                </a:lnTo>
                <a:lnTo>
                  <a:pt x="1067526" y="2389729"/>
                </a:lnTo>
                <a:lnTo>
                  <a:pt x="1067958" y="2389629"/>
                </a:lnTo>
                <a:lnTo>
                  <a:pt x="1068376" y="2389515"/>
                </a:lnTo>
                <a:lnTo>
                  <a:pt x="1068808" y="2389406"/>
                </a:lnTo>
                <a:lnTo>
                  <a:pt x="1069226" y="2389287"/>
                </a:lnTo>
                <a:lnTo>
                  <a:pt x="1069645" y="2389163"/>
                </a:lnTo>
                <a:lnTo>
                  <a:pt x="1070063" y="2389038"/>
                </a:lnTo>
                <a:lnTo>
                  <a:pt x="1070495" y="2388910"/>
                </a:lnTo>
                <a:lnTo>
                  <a:pt x="1070913" y="2388771"/>
                </a:lnTo>
                <a:lnTo>
                  <a:pt x="1071344" y="2388636"/>
                </a:lnTo>
                <a:lnTo>
                  <a:pt x="1071763" y="2388487"/>
                </a:lnTo>
                <a:lnTo>
                  <a:pt x="1072182" y="2388344"/>
                </a:lnTo>
                <a:lnTo>
                  <a:pt x="1072600" y="2388190"/>
                </a:lnTo>
                <a:lnTo>
                  <a:pt x="1073031" y="2388032"/>
                </a:lnTo>
                <a:lnTo>
                  <a:pt x="1073450" y="2387873"/>
                </a:lnTo>
                <a:lnTo>
                  <a:pt x="1073881" y="2387709"/>
                </a:lnTo>
                <a:lnTo>
                  <a:pt x="1074300" y="2387540"/>
                </a:lnTo>
                <a:lnTo>
                  <a:pt x="1074718" y="2387367"/>
                </a:lnTo>
                <a:lnTo>
                  <a:pt x="1075150" y="2387193"/>
                </a:lnTo>
                <a:lnTo>
                  <a:pt x="1077674" y="2386037"/>
                </a:lnTo>
                <a:lnTo>
                  <a:pt x="1078105" y="2385829"/>
                </a:lnTo>
                <a:lnTo>
                  <a:pt x="1078524" y="2385616"/>
                </a:lnTo>
                <a:lnTo>
                  <a:pt x="1078955" y="2385403"/>
                </a:lnTo>
                <a:lnTo>
                  <a:pt x="1079374" y="2385184"/>
                </a:lnTo>
                <a:lnTo>
                  <a:pt x="1079792" y="2384961"/>
                </a:lnTo>
                <a:lnTo>
                  <a:pt x="1080223" y="2384733"/>
                </a:lnTo>
                <a:lnTo>
                  <a:pt x="1080642" y="2384505"/>
                </a:lnTo>
                <a:lnTo>
                  <a:pt x="1081061" y="2384266"/>
                </a:lnTo>
                <a:lnTo>
                  <a:pt x="1081492" y="2384023"/>
                </a:lnTo>
                <a:lnTo>
                  <a:pt x="1081910" y="2383775"/>
                </a:lnTo>
                <a:lnTo>
                  <a:pt x="1082342" y="2383532"/>
                </a:lnTo>
                <a:lnTo>
                  <a:pt x="1082760" y="2383279"/>
                </a:lnTo>
                <a:lnTo>
                  <a:pt x="1083179" y="2383021"/>
                </a:lnTo>
                <a:lnTo>
                  <a:pt x="1083597" y="2382763"/>
                </a:lnTo>
                <a:lnTo>
                  <a:pt x="1084029" y="2382496"/>
                </a:lnTo>
                <a:lnTo>
                  <a:pt x="1084447" y="2382217"/>
                </a:lnTo>
                <a:lnTo>
                  <a:pt x="1084879" y="2381949"/>
                </a:lnTo>
                <a:lnTo>
                  <a:pt x="1085297" y="2381667"/>
                </a:lnTo>
                <a:lnTo>
                  <a:pt x="1085716" y="2381384"/>
                </a:lnTo>
                <a:lnTo>
                  <a:pt x="1086134" y="2381096"/>
                </a:lnTo>
                <a:lnTo>
                  <a:pt x="1086566" y="2380803"/>
                </a:lnTo>
                <a:lnTo>
                  <a:pt x="1086984" y="2380516"/>
                </a:lnTo>
                <a:lnTo>
                  <a:pt x="1087415" y="2380208"/>
                </a:lnTo>
                <a:lnTo>
                  <a:pt x="1087834" y="2379911"/>
                </a:lnTo>
                <a:lnTo>
                  <a:pt x="1088253" y="2379598"/>
                </a:lnTo>
                <a:lnTo>
                  <a:pt x="1088684" y="2379285"/>
                </a:lnTo>
                <a:lnTo>
                  <a:pt x="1089102" y="2378974"/>
                </a:lnTo>
                <a:lnTo>
                  <a:pt x="1089521" y="2378651"/>
                </a:lnTo>
                <a:lnTo>
                  <a:pt x="1089952" y="2378323"/>
                </a:lnTo>
                <a:lnTo>
                  <a:pt x="1090371" y="2377996"/>
                </a:lnTo>
                <a:lnTo>
                  <a:pt x="1090802" y="2377664"/>
                </a:lnTo>
                <a:lnTo>
                  <a:pt x="1091208" y="2377331"/>
                </a:lnTo>
                <a:lnTo>
                  <a:pt x="1091639" y="2376984"/>
                </a:lnTo>
                <a:lnTo>
                  <a:pt x="1092058" y="2376642"/>
                </a:lnTo>
                <a:lnTo>
                  <a:pt x="1092489" y="2376289"/>
                </a:lnTo>
                <a:lnTo>
                  <a:pt x="1092908" y="2375932"/>
                </a:lnTo>
                <a:lnTo>
                  <a:pt x="1093326" y="2375575"/>
                </a:lnTo>
                <a:lnTo>
                  <a:pt x="1093757" y="2375212"/>
                </a:lnTo>
                <a:lnTo>
                  <a:pt x="1094176" y="2374846"/>
                </a:lnTo>
                <a:lnTo>
                  <a:pt x="1094595" y="2374473"/>
                </a:lnTo>
                <a:lnTo>
                  <a:pt x="1095026" y="2374096"/>
                </a:lnTo>
                <a:lnTo>
                  <a:pt x="1095444" y="2373714"/>
                </a:lnTo>
                <a:lnTo>
                  <a:pt x="1095876" y="2373333"/>
                </a:lnTo>
                <a:lnTo>
                  <a:pt x="1096282" y="2372945"/>
                </a:lnTo>
                <a:lnTo>
                  <a:pt x="1096713" y="2372553"/>
                </a:lnTo>
                <a:lnTo>
                  <a:pt x="1097132" y="2372157"/>
                </a:lnTo>
                <a:lnTo>
                  <a:pt x="1097563" y="2371760"/>
                </a:lnTo>
                <a:lnTo>
                  <a:pt x="1097981" y="2371358"/>
                </a:lnTo>
                <a:lnTo>
                  <a:pt x="1098413" y="2370941"/>
                </a:lnTo>
                <a:lnTo>
                  <a:pt x="1098831" y="2370529"/>
                </a:lnTo>
                <a:lnTo>
                  <a:pt x="1099250" y="2370118"/>
                </a:lnTo>
                <a:lnTo>
                  <a:pt x="1099668" y="2369696"/>
                </a:lnTo>
                <a:lnTo>
                  <a:pt x="1100100" y="2369269"/>
                </a:lnTo>
                <a:lnTo>
                  <a:pt x="1100518" y="2368843"/>
                </a:lnTo>
                <a:lnTo>
                  <a:pt x="1100949" y="2368407"/>
                </a:lnTo>
                <a:lnTo>
                  <a:pt x="1101368" y="2367964"/>
                </a:lnTo>
                <a:lnTo>
                  <a:pt x="1101787" y="2367528"/>
                </a:lnTo>
                <a:lnTo>
                  <a:pt x="1102205" y="2367077"/>
                </a:lnTo>
                <a:lnTo>
                  <a:pt x="1102636" y="2366625"/>
                </a:lnTo>
                <a:lnTo>
                  <a:pt x="1103055" y="2366179"/>
                </a:lnTo>
                <a:lnTo>
                  <a:pt x="1103486" y="2365717"/>
                </a:lnTo>
                <a:lnTo>
                  <a:pt x="1103905" y="2365251"/>
                </a:lnTo>
                <a:lnTo>
                  <a:pt x="1104323" y="2364784"/>
                </a:lnTo>
                <a:lnTo>
                  <a:pt x="1104742" y="2364314"/>
                </a:lnTo>
                <a:lnTo>
                  <a:pt x="1105173" y="2363837"/>
                </a:lnTo>
                <a:lnTo>
                  <a:pt x="1105605" y="2363356"/>
                </a:lnTo>
                <a:lnTo>
                  <a:pt x="1106023" y="2362874"/>
                </a:lnTo>
                <a:lnTo>
                  <a:pt x="1106442" y="2362388"/>
                </a:lnTo>
                <a:lnTo>
                  <a:pt x="1106860" y="2361898"/>
                </a:lnTo>
                <a:lnTo>
                  <a:pt x="1107292" y="2361402"/>
                </a:lnTo>
                <a:lnTo>
                  <a:pt x="1107710" y="2360901"/>
                </a:lnTo>
                <a:lnTo>
                  <a:pt x="1108141" y="2360395"/>
                </a:lnTo>
                <a:lnTo>
                  <a:pt x="1108560" y="2359889"/>
                </a:lnTo>
                <a:lnTo>
                  <a:pt x="1108979" y="2359372"/>
                </a:lnTo>
                <a:lnTo>
                  <a:pt x="1109410" y="2358856"/>
                </a:lnTo>
                <a:lnTo>
                  <a:pt x="1109828" y="2358341"/>
                </a:lnTo>
                <a:lnTo>
                  <a:pt x="1110247" y="2357809"/>
                </a:lnTo>
                <a:lnTo>
                  <a:pt x="1110678" y="2357284"/>
                </a:lnTo>
                <a:lnTo>
                  <a:pt x="1111097" y="2356748"/>
                </a:lnTo>
                <a:lnTo>
                  <a:pt x="1111528" y="2356207"/>
                </a:lnTo>
                <a:lnTo>
                  <a:pt x="1111934" y="2355667"/>
                </a:lnTo>
                <a:lnTo>
                  <a:pt x="1112365" y="2355121"/>
                </a:lnTo>
                <a:lnTo>
                  <a:pt x="1112784" y="2354575"/>
                </a:lnTo>
                <a:lnTo>
                  <a:pt x="1113215" y="2354015"/>
                </a:lnTo>
                <a:lnTo>
                  <a:pt x="1113634" y="2353459"/>
                </a:lnTo>
                <a:lnTo>
                  <a:pt x="1114052" y="2352899"/>
                </a:lnTo>
                <a:lnTo>
                  <a:pt x="1114484" y="2352333"/>
                </a:lnTo>
                <a:lnTo>
                  <a:pt x="1114902" y="2351762"/>
                </a:lnTo>
                <a:lnTo>
                  <a:pt x="1115321" y="2351187"/>
                </a:lnTo>
                <a:lnTo>
                  <a:pt x="1115752" y="2350606"/>
                </a:lnTo>
                <a:lnTo>
                  <a:pt x="1116171" y="2350026"/>
                </a:lnTo>
                <a:lnTo>
                  <a:pt x="1116602" y="2349440"/>
                </a:lnTo>
                <a:lnTo>
                  <a:pt x="1117020" y="2348850"/>
                </a:lnTo>
                <a:lnTo>
                  <a:pt x="1117439" y="2348255"/>
                </a:lnTo>
                <a:lnTo>
                  <a:pt x="1117858" y="2347655"/>
                </a:lnTo>
                <a:lnTo>
                  <a:pt x="1118289" y="2347049"/>
                </a:lnTo>
                <a:lnTo>
                  <a:pt x="1118707" y="2346444"/>
                </a:lnTo>
                <a:lnTo>
                  <a:pt x="1119139" y="2345834"/>
                </a:lnTo>
                <a:lnTo>
                  <a:pt x="1119557" y="2345213"/>
                </a:lnTo>
                <a:lnTo>
                  <a:pt x="1119976" y="2344599"/>
                </a:lnTo>
                <a:lnTo>
                  <a:pt x="1120394" y="2343968"/>
                </a:lnTo>
                <a:lnTo>
                  <a:pt x="1120826" y="2343344"/>
                </a:lnTo>
                <a:lnTo>
                  <a:pt x="1121244" y="2342708"/>
                </a:lnTo>
                <a:lnTo>
                  <a:pt x="1121676" y="2342074"/>
                </a:lnTo>
                <a:lnTo>
                  <a:pt x="1122094" y="2341434"/>
                </a:lnTo>
                <a:lnTo>
                  <a:pt x="1122513" y="2340793"/>
                </a:lnTo>
                <a:lnTo>
                  <a:pt x="1122944" y="2340143"/>
                </a:lnTo>
                <a:lnTo>
                  <a:pt x="1123363" y="2339494"/>
                </a:lnTo>
                <a:lnTo>
                  <a:pt x="1123781" y="2338839"/>
                </a:lnTo>
                <a:lnTo>
                  <a:pt x="1124212" y="2338174"/>
                </a:lnTo>
                <a:lnTo>
                  <a:pt x="1124631" y="2337510"/>
                </a:lnTo>
                <a:lnTo>
                  <a:pt x="1125062" y="2336845"/>
                </a:lnTo>
                <a:lnTo>
                  <a:pt x="1125468" y="2336170"/>
                </a:lnTo>
                <a:lnTo>
                  <a:pt x="1125899" y="2335491"/>
                </a:lnTo>
                <a:lnTo>
                  <a:pt x="1126318" y="2334811"/>
                </a:lnTo>
                <a:lnTo>
                  <a:pt x="1126749" y="2334131"/>
                </a:lnTo>
                <a:lnTo>
                  <a:pt x="1127168" y="2333436"/>
                </a:lnTo>
                <a:lnTo>
                  <a:pt x="1127586" y="2332747"/>
                </a:lnTo>
                <a:lnTo>
                  <a:pt x="1128018" y="2332052"/>
                </a:lnTo>
                <a:lnTo>
                  <a:pt x="1128436" y="2331353"/>
                </a:lnTo>
                <a:lnTo>
                  <a:pt x="1128855" y="2330649"/>
                </a:lnTo>
                <a:lnTo>
                  <a:pt x="1129286" y="2329939"/>
                </a:lnTo>
                <a:lnTo>
                  <a:pt x="1129705" y="2329219"/>
                </a:lnTo>
                <a:lnTo>
                  <a:pt x="1130136" y="2328510"/>
                </a:lnTo>
                <a:lnTo>
                  <a:pt x="1130555" y="2327781"/>
                </a:lnTo>
                <a:lnTo>
                  <a:pt x="1130973" y="2327056"/>
                </a:lnTo>
                <a:lnTo>
                  <a:pt x="1131392" y="2326333"/>
                </a:lnTo>
                <a:lnTo>
                  <a:pt x="1131823" y="2325598"/>
                </a:lnTo>
                <a:lnTo>
                  <a:pt x="1132242" y="2324859"/>
                </a:lnTo>
                <a:lnTo>
                  <a:pt x="1132673" y="2324115"/>
                </a:lnTo>
                <a:lnTo>
                  <a:pt x="1133091" y="2323375"/>
                </a:lnTo>
                <a:lnTo>
                  <a:pt x="1133510" y="2322626"/>
                </a:lnTo>
                <a:lnTo>
                  <a:pt x="1133929" y="2321872"/>
                </a:lnTo>
                <a:lnTo>
                  <a:pt x="1134360" y="2321113"/>
                </a:lnTo>
                <a:lnTo>
                  <a:pt x="1134778" y="2320350"/>
                </a:lnTo>
                <a:lnTo>
                  <a:pt x="1135210" y="2319586"/>
                </a:lnTo>
                <a:lnTo>
                  <a:pt x="1135628" y="2318817"/>
                </a:lnTo>
                <a:lnTo>
                  <a:pt x="1136047" y="2318042"/>
                </a:lnTo>
                <a:lnTo>
                  <a:pt x="1136465" y="2317274"/>
                </a:lnTo>
                <a:lnTo>
                  <a:pt x="1136897" y="2316485"/>
                </a:lnTo>
                <a:lnTo>
                  <a:pt x="1137315" y="2315706"/>
                </a:lnTo>
                <a:lnTo>
                  <a:pt x="1137746" y="2314913"/>
                </a:lnTo>
                <a:lnTo>
                  <a:pt x="1138165" y="2314118"/>
                </a:lnTo>
                <a:lnTo>
                  <a:pt x="1138584" y="2313325"/>
                </a:lnTo>
                <a:lnTo>
                  <a:pt x="1139002" y="2312521"/>
                </a:lnTo>
                <a:lnTo>
                  <a:pt x="1139433" y="2311717"/>
                </a:lnTo>
                <a:lnTo>
                  <a:pt x="1139852" y="2310909"/>
                </a:lnTo>
                <a:lnTo>
                  <a:pt x="1140283" y="2310100"/>
                </a:lnTo>
                <a:lnTo>
                  <a:pt x="1140702" y="2309281"/>
                </a:lnTo>
                <a:lnTo>
                  <a:pt x="1141120" y="2308458"/>
                </a:lnTo>
                <a:lnTo>
                  <a:pt x="1141552" y="2307629"/>
                </a:lnTo>
                <a:lnTo>
                  <a:pt x="1141970" y="2306807"/>
                </a:lnTo>
                <a:lnTo>
                  <a:pt x="1142402" y="2305972"/>
                </a:lnTo>
                <a:lnTo>
                  <a:pt x="1142820" y="2305134"/>
                </a:lnTo>
                <a:lnTo>
                  <a:pt x="1143239" y="2304297"/>
                </a:lnTo>
                <a:lnTo>
                  <a:pt x="1143670" y="2303452"/>
                </a:lnTo>
                <a:lnTo>
                  <a:pt x="1144089" y="2302599"/>
                </a:lnTo>
                <a:lnTo>
                  <a:pt x="1144507" y="2301751"/>
                </a:lnTo>
                <a:lnTo>
                  <a:pt x="1144938" y="2300893"/>
                </a:lnTo>
                <a:lnTo>
                  <a:pt x="1145357" y="2300029"/>
                </a:lnTo>
                <a:lnTo>
                  <a:pt x="1145788" y="2299167"/>
                </a:lnTo>
                <a:lnTo>
                  <a:pt x="1146194" y="2298299"/>
                </a:lnTo>
                <a:lnTo>
                  <a:pt x="1146625" y="2297425"/>
                </a:lnTo>
                <a:lnTo>
                  <a:pt x="1147044" y="2296556"/>
                </a:lnTo>
                <a:lnTo>
                  <a:pt x="1147475" y="2295669"/>
                </a:lnTo>
                <a:lnTo>
                  <a:pt x="1147894" y="2294790"/>
                </a:lnTo>
                <a:lnTo>
                  <a:pt x="1148312" y="2293903"/>
                </a:lnTo>
                <a:lnTo>
                  <a:pt x="1148744" y="2293010"/>
                </a:lnTo>
                <a:lnTo>
                  <a:pt x="1149162" y="2292117"/>
                </a:lnTo>
                <a:lnTo>
                  <a:pt x="1149581" y="2291215"/>
                </a:lnTo>
                <a:lnTo>
                  <a:pt x="1150012" y="2290316"/>
                </a:lnTo>
                <a:lnTo>
                  <a:pt x="1150431" y="2289404"/>
                </a:lnTo>
                <a:lnTo>
                  <a:pt x="1150862" y="2288496"/>
                </a:lnTo>
                <a:lnTo>
                  <a:pt x="1151281" y="2287578"/>
                </a:lnTo>
                <a:lnTo>
                  <a:pt x="1151699" y="2286665"/>
                </a:lnTo>
                <a:lnTo>
                  <a:pt x="1152118" y="2285737"/>
                </a:lnTo>
                <a:lnTo>
                  <a:pt x="1152549" y="2284815"/>
                </a:lnTo>
                <a:lnTo>
                  <a:pt x="1152968" y="2283881"/>
                </a:lnTo>
                <a:lnTo>
                  <a:pt x="1153399" y="2282944"/>
                </a:lnTo>
                <a:lnTo>
                  <a:pt x="1153817" y="2282011"/>
                </a:lnTo>
                <a:lnTo>
                  <a:pt x="1154236" y="2281064"/>
                </a:lnTo>
                <a:lnTo>
                  <a:pt x="1154655" y="2280116"/>
                </a:lnTo>
                <a:lnTo>
                  <a:pt x="1155086" y="2279169"/>
                </a:lnTo>
                <a:lnTo>
                  <a:pt x="1155504" y="2278217"/>
                </a:lnTo>
                <a:lnTo>
                  <a:pt x="1155936" y="2277259"/>
                </a:lnTo>
                <a:lnTo>
                  <a:pt x="1156354" y="2276296"/>
                </a:lnTo>
                <a:lnTo>
                  <a:pt x="1156773" y="2275334"/>
                </a:lnTo>
                <a:lnTo>
                  <a:pt x="1157204" y="2274366"/>
                </a:lnTo>
                <a:lnTo>
                  <a:pt x="1157623" y="2273395"/>
                </a:lnTo>
                <a:lnTo>
                  <a:pt x="1158041" y="2272417"/>
                </a:lnTo>
                <a:lnTo>
                  <a:pt x="1158473" y="2271430"/>
                </a:lnTo>
                <a:lnTo>
                  <a:pt x="1158891" y="2270452"/>
                </a:lnTo>
                <a:lnTo>
                  <a:pt x="1159322" y="2269460"/>
                </a:lnTo>
                <a:lnTo>
                  <a:pt x="1159728" y="2268469"/>
                </a:lnTo>
                <a:lnTo>
                  <a:pt x="1160160" y="2267476"/>
                </a:lnTo>
                <a:lnTo>
                  <a:pt x="1160578" y="2266474"/>
                </a:lnTo>
                <a:lnTo>
                  <a:pt x="1161009" y="2265472"/>
                </a:lnTo>
                <a:lnTo>
                  <a:pt x="1161428" y="2264464"/>
                </a:lnTo>
                <a:lnTo>
                  <a:pt x="1161847" y="2263457"/>
                </a:lnTo>
                <a:lnTo>
                  <a:pt x="1162278" y="2262440"/>
                </a:lnTo>
                <a:lnTo>
                  <a:pt x="1162696" y="2261419"/>
                </a:lnTo>
                <a:lnTo>
                  <a:pt x="1163115" y="2260402"/>
                </a:lnTo>
                <a:lnTo>
                  <a:pt x="1163546" y="2259369"/>
                </a:lnTo>
                <a:lnTo>
                  <a:pt x="1163965" y="2258348"/>
                </a:lnTo>
                <a:lnTo>
                  <a:pt x="1164396" y="2257305"/>
                </a:lnTo>
                <a:lnTo>
                  <a:pt x="1164815" y="2256269"/>
                </a:lnTo>
                <a:lnTo>
                  <a:pt x="1165233" y="2255228"/>
                </a:lnTo>
                <a:lnTo>
                  <a:pt x="1165652" y="2254181"/>
                </a:lnTo>
                <a:lnTo>
                  <a:pt x="1166083" y="2253133"/>
                </a:lnTo>
                <a:lnTo>
                  <a:pt x="1166502" y="2252082"/>
                </a:lnTo>
                <a:lnTo>
                  <a:pt x="1166933" y="2251025"/>
                </a:lnTo>
                <a:lnTo>
                  <a:pt x="1167352" y="2249963"/>
                </a:lnTo>
                <a:lnTo>
                  <a:pt x="1167770" y="2248902"/>
                </a:lnTo>
                <a:lnTo>
                  <a:pt x="1168189" y="2247836"/>
                </a:lnTo>
                <a:lnTo>
                  <a:pt x="1168620" y="2246764"/>
                </a:lnTo>
                <a:lnTo>
                  <a:pt x="1169039" y="2245687"/>
                </a:lnTo>
                <a:lnTo>
                  <a:pt x="1169470" y="2244611"/>
                </a:lnTo>
                <a:lnTo>
                  <a:pt x="1169888" y="2243524"/>
                </a:lnTo>
                <a:lnTo>
                  <a:pt x="1170307" y="2242443"/>
                </a:lnTo>
                <a:lnTo>
                  <a:pt x="1170726" y="2241356"/>
                </a:lnTo>
                <a:lnTo>
                  <a:pt x="1171157" y="2240255"/>
                </a:lnTo>
                <a:lnTo>
                  <a:pt x="1171575" y="2239164"/>
                </a:lnTo>
                <a:lnTo>
                  <a:pt x="1172007" y="2238063"/>
                </a:lnTo>
                <a:lnTo>
                  <a:pt x="1172425" y="2236956"/>
                </a:lnTo>
                <a:lnTo>
                  <a:pt x="1172856" y="2235850"/>
                </a:lnTo>
                <a:lnTo>
                  <a:pt x="1173262" y="2234734"/>
                </a:lnTo>
                <a:lnTo>
                  <a:pt x="1173694" y="2233617"/>
                </a:lnTo>
                <a:lnTo>
                  <a:pt x="1174112" y="2232501"/>
                </a:lnTo>
                <a:lnTo>
                  <a:pt x="1174543" y="2231381"/>
                </a:lnTo>
                <a:lnTo>
                  <a:pt x="1174962" y="2230249"/>
                </a:lnTo>
                <a:lnTo>
                  <a:pt x="1175381" y="2229118"/>
                </a:lnTo>
                <a:lnTo>
                  <a:pt x="1175799" y="2227987"/>
                </a:lnTo>
                <a:lnTo>
                  <a:pt x="1176231" y="2226851"/>
                </a:lnTo>
                <a:lnTo>
                  <a:pt x="1176649" y="2225704"/>
                </a:lnTo>
                <a:lnTo>
                  <a:pt x="1177080" y="2224559"/>
                </a:lnTo>
                <a:lnTo>
                  <a:pt x="1177499" y="2223413"/>
                </a:lnTo>
                <a:lnTo>
                  <a:pt x="1177930" y="2222257"/>
                </a:lnTo>
                <a:lnTo>
                  <a:pt x="1178336" y="2221106"/>
                </a:lnTo>
                <a:lnTo>
                  <a:pt x="1178767" y="2219945"/>
                </a:lnTo>
                <a:lnTo>
                  <a:pt x="1179186" y="2218784"/>
                </a:lnTo>
                <a:lnTo>
                  <a:pt x="1179617" y="2217613"/>
                </a:lnTo>
                <a:lnTo>
                  <a:pt x="1180036" y="2216447"/>
                </a:lnTo>
                <a:lnTo>
                  <a:pt x="1180454" y="2215272"/>
                </a:lnTo>
                <a:lnTo>
                  <a:pt x="1180873" y="2214091"/>
                </a:lnTo>
                <a:lnTo>
                  <a:pt x="1181304" y="2212911"/>
                </a:lnTo>
                <a:lnTo>
                  <a:pt x="1181735" y="2211725"/>
                </a:lnTo>
                <a:lnTo>
                  <a:pt x="1182154" y="2210534"/>
                </a:lnTo>
                <a:lnTo>
                  <a:pt x="1182573" y="2209344"/>
                </a:lnTo>
                <a:lnTo>
                  <a:pt x="1182991" y="2208148"/>
                </a:lnTo>
                <a:lnTo>
                  <a:pt x="1183422" y="2206952"/>
                </a:lnTo>
                <a:lnTo>
                  <a:pt x="1183841" y="2205742"/>
                </a:lnTo>
                <a:lnTo>
                  <a:pt x="1184272" y="2204536"/>
                </a:lnTo>
                <a:lnTo>
                  <a:pt x="1184691" y="2203331"/>
                </a:lnTo>
                <a:lnTo>
                  <a:pt x="1185122" y="2202115"/>
                </a:lnTo>
                <a:lnTo>
                  <a:pt x="1185541" y="2200895"/>
                </a:lnTo>
                <a:lnTo>
                  <a:pt x="1185959" y="2199670"/>
                </a:lnTo>
                <a:lnTo>
                  <a:pt x="1186378" y="2198449"/>
                </a:lnTo>
                <a:lnTo>
                  <a:pt x="1186809" y="2197220"/>
                </a:lnTo>
                <a:lnTo>
                  <a:pt x="1187228" y="2195989"/>
                </a:lnTo>
                <a:lnTo>
                  <a:pt x="1187659" y="2194754"/>
                </a:lnTo>
                <a:lnTo>
                  <a:pt x="1188065" y="2193513"/>
                </a:lnTo>
                <a:lnTo>
                  <a:pt x="1188496" y="2192278"/>
                </a:lnTo>
                <a:lnTo>
                  <a:pt x="1188915" y="2191023"/>
                </a:lnTo>
                <a:lnTo>
                  <a:pt x="1189346" y="2189777"/>
                </a:lnTo>
                <a:lnTo>
                  <a:pt x="1189765" y="2188527"/>
                </a:lnTo>
                <a:lnTo>
                  <a:pt x="1190183" y="2187267"/>
                </a:lnTo>
                <a:lnTo>
                  <a:pt x="1190614" y="2186002"/>
                </a:lnTo>
                <a:lnTo>
                  <a:pt x="1191033" y="2184742"/>
                </a:lnTo>
                <a:lnTo>
                  <a:pt x="1191452" y="2183478"/>
                </a:lnTo>
                <a:lnTo>
                  <a:pt x="1191883" y="2182208"/>
                </a:lnTo>
                <a:lnTo>
                  <a:pt x="1192301" y="2180932"/>
                </a:lnTo>
                <a:lnTo>
                  <a:pt x="1192733" y="2179658"/>
                </a:lnTo>
                <a:lnTo>
                  <a:pt x="1193151" y="2178372"/>
                </a:lnTo>
                <a:lnTo>
                  <a:pt x="1193570" y="2177092"/>
                </a:lnTo>
                <a:lnTo>
                  <a:pt x="1193988" y="2175798"/>
                </a:lnTo>
                <a:lnTo>
                  <a:pt x="1194420" y="2174508"/>
                </a:lnTo>
                <a:lnTo>
                  <a:pt x="1194838" y="2173209"/>
                </a:lnTo>
                <a:lnTo>
                  <a:pt x="1195270" y="2171913"/>
                </a:lnTo>
                <a:lnTo>
                  <a:pt x="1195688" y="2170613"/>
                </a:lnTo>
                <a:lnTo>
                  <a:pt x="1196107" y="2169304"/>
                </a:lnTo>
                <a:lnTo>
                  <a:pt x="1196525" y="2167999"/>
                </a:lnTo>
                <a:lnTo>
                  <a:pt x="1196957" y="2166684"/>
                </a:lnTo>
                <a:lnTo>
                  <a:pt x="1197375" y="2165369"/>
                </a:lnTo>
                <a:lnTo>
                  <a:pt x="1197806" y="2164051"/>
                </a:lnTo>
                <a:lnTo>
                  <a:pt x="1198225" y="2162731"/>
                </a:lnTo>
                <a:lnTo>
                  <a:pt x="1198644" y="2161401"/>
                </a:lnTo>
                <a:lnTo>
                  <a:pt x="1199075" y="2160072"/>
                </a:lnTo>
                <a:lnTo>
                  <a:pt x="1199493" y="2158742"/>
                </a:lnTo>
                <a:lnTo>
                  <a:pt x="1199912" y="2157403"/>
                </a:lnTo>
                <a:lnTo>
                  <a:pt x="1200343" y="2156058"/>
                </a:lnTo>
                <a:lnTo>
                  <a:pt x="1200762" y="2154714"/>
                </a:lnTo>
                <a:lnTo>
                  <a:pt x="1201193" y="2153369"/>
                </a:lnTo>
                <a:lnTo>
                  <a:pt x="1201599" y="2152020"/>
                </a:lnTo>
                <a:lnTo>
                  <a:pt x="1202030" y="2150666"/>
                </a:lnTo>
                <a:lnTo>
                  <a:pt x="1202449" y="2149316"/>
                </a:lnTo>
                <a:lnTo>
                  <a:pt x="1202880" y="2147947"/>
                </a:lnTo>
                <a:lnTo>
                  <a:pt x="1203299" y="2146588"/>
                </a:lnTo>
                <a:lnTo>
                  <a:pt x="1203717" y="2145219"/>
                </a:lnTo>
                <a:lnTo>
                  <a:pt x="1204149" y="2143854"/>
                </a:lnTo>
                <a:lnTo>
                  <a:pt x="1204567" y="2142480"/>
                </a:lnTo>
                <a:lnTo>
                  <a:pt x="1204986" y="2141096"/>
                </a:lnTo>
                <a:lnTo>
                  <a:pt x="1205417" y="2139722"/>
                </a:lnTo>
                <a:lnTo>
                  <a:pt x="1205836" y="2138338"/>
                </a:lnTo>
                <a:lnTo>
                  <a:pt x="1206267" y="2136948"/>
                </a:lnTo>
                <a:lnTo>
                  <a:pt x="1206673" y="2135560"/>
                </a:lnTo>
                <a:lnTo>
                  <a:pt x="1207104" y="2134161"/>
                </a:lnTo>
                <a:lnTo>
                  <a:pt x="1207523" y="2132761"/>
                </a:lnTo>
                <a:lnTo>
                  <a:pt x="1207954" y="2131362"/>
                </a:lnTo>
                <a:lnTo>
                  <a:pt x="1208372" y="2129959"/>
                </a:lnTo>
                <a:lnTo>
                  <a:pt x="1208791" y="2128555"/>
                </a:lnTo>
                <a:lnTo>
                  <a:pt x="1209222" y="2127141"/>
                </a:lnTo>
                <a:lnTo>
                  <a:pt x="1209641" y="2125727"/>
                </a:lnTo>
                <a:lnTo>
                  <a:pt x="1210059" y="2124313"/>
                </a:lnTo>
                <a:lnTo>
                  <a:pt x="1210491" y="2122895"/>
                </a:lnTo>
                <a:lnTo>
                  <a:pt x="1210909" y="2121471"/>
                </a:lnTo>
                <a:lnTo>
                  <a:pt x="1211341" y="2120042"/>
                </a:lnTo>
                <a:lnTo>
                  <a:pt x="1211759" y="2118608"/>
                </a:lnTo>
                <a:lnTo>
                  <a:pt x="1212178" y="2117179"/>
                </a:lnTo>
                <a:lnTo>
                  <a:pt x="1212596" y="2115741"/>
                </a:lnTo>
                <a:lnTo>
                  <a:pt x="1213028" y="2114297"/>
                </a:lnTo>
                <a:lnTo>
                  <a:pt x="1213446" y="2112853"/>
                </a:lnTo>
                <a:lnTo>
                  <a:pt x="1213877" y="2111410"/>
                </a:lnTo>
                <a:lnTo>
                  <a:pt x="1214296" y="2109962"/>
                </a:lnTo>
                <a:lnTo>
                  <a:pt x="1214715" y="2108507"/>
                </a:lnTo>
                <a:lnTo>
                  <a:pt x="1215133" y="2107049"/>
                </a:lnTo>
                <a:lnTo>
                  <a:pt x="1215564" y="2105590"/>
                </a:lnTo>
                <a:lnTo>
                  <a:pt x="1215983" y="2104123"/>
                </a:lnTo>
                <a:lnTo>
                  <a:pt x="1216414" y="2102664"/>
                </a:lnTo>
                <a:lnTo>
                  <a:pt x="1216833" y="2101190"/>
                </a:lnTo>
                <a:lnTo>
                  <a:pt x="1217251" y="2099717"/>
                </a:lnTo>
                <a:lnTo>
                  <a:pt x="1217683" y="2098243"/>
                </a:lnTo>
                <a:lnTo>
                  <a:pt x="1218101" y="2096765"/>
                </a:lnTo>
                <a:lnTo>
                  <a:pt x="1218520" y="2095276"/>
                </a:lnTo>
                <a:lnTo>
                  <a:pt x="1218951" y="2093794"/>
                </a:lnTo>
                <a:lnTo>
                  <a:pt x="1219370" y="2092305"/>
                </a:lnTo>
                <a:lnTo>
                  <a:pt x="1219801" y="2090817"/>
                </a:lnTo>
                <a:lnTo>
                  <a:pt x="1220219" y="2089319"/>
                </a:lnTo>
                <a:lnTo>
                  <a:pt x="1220638" y="2087821"/>
                </a:lnTo>
                <a:lnTo>
                  <a:pt x="1221069" y="2086317"/>
                </a:lnTo>
                <a:lnTo>
                  <a:pt x="1221488" y="2084819"/>
                </a:lnTo>
                <a:lnTo>
                  <a:pt x="1221919" y="2083306"/>
                </a:lnTo>
                <a:lnTo>
                  <a:pt x="1222325" y="2081793"/>
                </a:lnTo>
                <a:lnTo>
                  <a:pt x="1222756" y="2080279"/>
                </a:lnTo>
                <a:lnTo>
                  <a:pt x="1223175" y="2078771"/>
                </a:lnTo>
                <a:lnTo>
                  <a:pt x="1223606" y="2077249"/>
                </a:lnTo>
                <a:lnTo>
                  <a:pt x="1224025" y="2075721"/>
                </a:lnTo>
                <a:lnTo>
                  <a:pt x="1224443" y="2074192"/>
                </a:lnTo>
                <a:lnTo>
                  <a:pt x="1224875" y="2072665"/>
                </a:lnTo>
                <a:lnTo>
                  <a:pt x="1225293" y="2071132"/>
                </a:lnTo>
                <a:lnTo>
                  <a:pt x="1225712" y="2069594"/>
                </a:lnTo>
                <a:lnTo>
                  <a:pt x="1226143" y="2068061"/>
                </a:lnTo>
                <a:lnTo>
                  <a:pt x="1226562" y="2066518"/>
                </a:lnTo>
                <a:lnTo>
                  <a:pt x="1226993" y="2064976"/>
                </a:lnTo>
                <a:lnTo>
                  <a:pt x="1227411" y="2063422"/>
                </a:lnTo>
                <a:lnTo>
                  <a:pt x="1227830" y="2061875"/>
                </a:lnTo>
                <a:lnTo>
                  <a:pt x="1228249" y="2060312"/>
                </a:lnTo>
                <a:lnTo>
                  <a:pt x="1228680" y="2058764"/>
                </a:lnTo>
                <a:lnTo>
                  <a:pt x="1229098" y="2057196"/>
                </a:lnTo>
                <a:lnTo>
                  <a:pt x="1229530" y="2055639"/>
                </a:lnTo>
                <a:lnTo>
                  <a:pt x="1229948" y="2054066"/>
                </a:lnTo>
                <a:lnTo>
                  <a:pt x="1230367" y="2052499"/>
                </a:lnTo>
                <a:lnTo>
                  <a:pt x="1230785" y="2050926"/>
                </a:lnTo>
                <a:lnTo>
                  <a:pt x="1231217" y="2049353"/>
                </a:lnTo>
                <a:lnTo>
                  <a:pt x="1231635" y="2047770"/>
                </a:lnTo>
                <a:lnTo>
                  <a:pt x="1232067" y="2046188"/>
                </a:lnTo>
                <a:lnTo>
                  <a:pt x="1232485" y="2044610"/>
                </a:lnTo>
                <a:lnTo>
                  <a:pt x="1232904" y="2043018"/>
                </a:lnTo>
                <a:lnTo>
                  <a:pt x="1233335" y="2041421"/>
                </a:lnTo>
                <a:lnTo>
                  <a:pt x="1233754" y="2039833"/>
                </a:lnTo>
                <a:lnTo>
                  <a:pt x="1234172" y="2038236"/>
                </a:lnTo>
                <a:lnTo>
                  <a:pt x="1234603" y="2036634"/>
                </a:lnTo>
                <a:lnTo>
                  <a:pt x="1235022" y="2035032"/>
                </a:lnTo>
                <a:lnTo>
                  <a:pt x="1235453" y="2033424"/>
                </a:lnTo>
                <a:lnTo>
                  <a:pt x="1235859" y="2031821"/>
                </a:lnTo>
                <a:lnTo>
                  <a:pt x="1236290" y="2030209"/>
                </a:lnTo>
                <a:lnTo>
                  <a:pt x="1236709" y="2028592"/>
                </a:lnTo>
                <a:lnTo>
                  <a:pt x="1237140" y="2026970"/>
                </a:lnTo>
                <a:lnTo>
                  <a:pt x="1237559" y="2025352"/>
                </a:lnTo>
                <a:lnTo>
                  <a:pt x="1237977" y="2023730"/>
                </a:lnTo>
                <a:lnTo>
                  <a:pt x="1238409" y="2022104"/>
                </a:lnTo>
                <a:lnTo>
                  <a:pt x="1238827" y="2020471"/>
                </a:lnTo>
                <a:lnTo>
                  <a:pt x="1239246" y="2018843"/>
                </a:lnTo>
                <a:lnTo>
                  <a:pt x="1239677" y="2017207"/>
                </a:lnTo>
                <a:lnTo>
                  <a:pt x="1240096" y="2015565"/>
                </a:lnTo>
                <a:lnTo>
                  <a:pt x="1240527" y="2013922"/>
                </a:lnTo>
                <a:lnTo>
                  <a:pt x="1240933" y="2012281"/>
                </a:lnTo>
                <a:lnTo>
                  <a:pt x="1241364" y="2010629"/>
                </a:lnTo>
                <a:lnTo>
                  <a:pt x="1241783" y="2008981"/>
                </a:lnTo>
                <a:lnTo>
                  <a:pt x="1242214" y="2007329"/>
                </a:lnTo>
                <a:lnTo>
                  <a:pt x="1242633" y="2005672"/>
                </a:lnTo>
                <a:lnTo>
                  <a:pt x="1243051" y="2004015"/>
                </a:lnTo>
                <a:lnTo>
                  <a:pt x="1243482" y="2002359"/>
                </a:lnTo>
                <a:lnTo>
                  <a:pt x="1243901" y="2000692"/>
                </a:lnTo>
                <a:lnTo>
                  <a:pt x="1244320" y="1999019"/>
                </a:lnTo>
                <a:lnTo>
                  <a:pt x="1244751" y="1997352"/>
                </a:lnTo>
                <a:lnTo>
                  <a:pt x="1245169" y="1995682"/>
                </a:lnTo>
                <a:lnTo>
                  <a:pt x="1245601" y="1993999"/>
                </a:lnTo>
                <a:lnTo>
                  <a:pt x="1246019" y="1992327"/>
                </a:lnTo>
                <a:lnTo>
                  <a:pt x="1246438" y="1990646"/>
                </a:lnTo>
                <a:lnTo>
                  <a:pt x="1246856" y="1988959"/>
                </a:lnTo>
                <a:lnTo>
                  <a:pt x="1247288" y="1987273"/>
                </a:lnTo>
                <a:lnTo>
                  <a:pt x="1247706" y="1985580"/>
                </a:lnTo>
                <a:lnTo>
                  <a:pt x="1248138" y="1983889"/>
                </a:lnTo>
                <a:lnTo>
                  <a:pt x="1248556" y="1982193"/>
                </a:lnTo>
                <a:lnTo>
                  <a:pt x="1248975" y="1980495"/>
                </a:lnTo>
                <a:lnTo>
                  <a:pt x="1249393" y="1978789"/>
                </a:lnTo>
                <a:lnTo>
                  <a:pt x="1249825" y="1977087"/>
                </a:lnTo>
                <a:lnTo>
                  <a:pt x="1250243" y="1975386"/>
                </a:lnTo>
                <a:lnTo>
                  <a:pt x="1250674" y="1973674"/>
                </a:lnTo>
                <a:lnTo>
                  <a:pt x="1251093" y="1971963"/>
                </a:lnTo>
                <a:lnTo>
                  <a:pt x="1251512" y="1970251"/>
                </a:lnTo>
                <a:lnTo>
                  <a:pt x="1251943" y="1968535"/>
                </a:lnTo>
                <a:lnTo>
                  <a:pt x="1252361" y="1966808"/>
                </a:lnTo>
                <a:lnTo>
                  <a:pt x="1252780" y="1965087"/>
                </a:lnTo>
                <a:lnTo>
                  <a:pt x="1253211" y="1963361"/>
                </a:lnTo>
                <a:lnTo>
                  <a:pt x="1253630" y="1961634"/>
                </a:lnTo>
                <a:lnTo>
                  <a:pt x="1254061" y="1959903"/>
                </a:lnTo>
                <a:lnTo>
                  <a:pt x="1254467" y="1958166"/>
                </a:lnTo>
                <a:lnTo>
                  <a:pt x="1254898" y="1956431"/>
                </a:lnTo>
                <a:lnTo>
                  <a:pt x="1255317" y="1954688"/>
                </a:lnTo>
                <a:lnTo>
                  <a:pt x="1255748" y="1952948"/>
                </a:lnTo>
                <a:lnTo>
                  <a:pt x="1256179" y="1951202"/>
                </a:lnTo>
                <a:lnTo>
                  <a:pt x="1256585" y="1949460"/>
                </a:lnTo>
                <a:lnTo>
                  <a:pt x="1257017" y="1947699"/>
                </a:lnTo>
                <a:lnTo>
                  <a:pt x="1257435" y="1945953"/>
                </a:lnTo>
                <a:lnTo>
                  <a:pt x="1257866" y="1944197"/>
                </a:lnTo>
                <a:lnTo>
                  <a:pt x="1258285" y="1942441"/>
                </a:lnTo>
                <a:lnTo>
                  <a:pt x="1258704" y="1940674"/>
                </a:lnTo>
                <a:lnTo>
                  <a:pt x="1259135" y="1938918"/>
                </a:lnTo>
                <a:lnTo>
                  <a:pt x="1259553" y="1937142"/>
                </a:lnTo>
                <a:lnTo>
                  <a:pt x="1259972" y="1935381"/>
                </a:lnTo>
                <a:lnTo>
                  <a:pt x="1260403" y="1933610"/>
                </a:lnTo>
                <a:lnTo>
                  <a:pt x="1260822" y="1931833"/>
                </a:lnTo>
                <a:lnTo>
                  <a:pt x="1261253" y="1930053"/>
                </a:lnTo>
                <a:lnTo>
                  <a:pt x="1261672" y="1928277"/>
                </a:lnTo>
                <a:lnTo>
                  <a:pt x="1262090" y="1926496"/>
                </a:lnTo>
                <a:lnTo>
                  <a:pt x="1262509" y="1924710"/>
                </a:lnTo>
                <a:lnTo>
                  <a:pt x="1262940" y="1922919"/>
                </a:lnTo>
                <a:lnTo>
                  <a:pt x="1263359" y="1921133"/>
                </a:lnTo>
                <a:lnTo>
                  <a:pt x="1263790" y="1919337"/>
                </a:lnTo>
                <a:lnTo>
                  <a:pt x="1264208" y="1917542"/>
                </a:lnTo>
                <a:lnTo>
                  <a:pt x="1264627" y="1915745"/>
                </a:lnTo>
                <a:lnTo>
                  <a:pt x="1265046" y="1913945"/>
                </a:lnTo>
                <a:lnTo>
                  <a:pt x="1265477" y="1912144"/>
                </a:lnTo>
                <a:lnTo>
                  <a:pt x="1265895" y="1910338"/>
                </a:lnTo>
                <a:lnTo>
                  <a:pt x="1266327" y="1908537"/>
                </a:lnTo>
                <a:lnTo>
                  <a:pt x="1266745" y="1906726"/>
                </a:lnTo>
                <a:lnTo>
                  <a:pt x="1267164" y="1904906"/>
                </a:lnTo>
                <a:lnTo>
                  <a:pt x="1267595" y="1903096"/>
                </a:lnTo>
                <a:lnTo>
                  <a:pt x="1268014" y="1901280"/>
                </a:lnTo>
                <a:lnTo>
                  <a:pt x="1268432" y="1899454"/>
                </a:lnTo>
                <a:lnTo>
                  <a:pt x="1268864" y="1897633"/>
                </a:lnTo>
                <a:lnTo>
                  <a:pt x="1269282" y="1895812"/>
                </a:lnTo>
                <a:lnTo>
                  <a:pt x="1269713" y="1893982"/>
                </a:lnTo>
                <a:lnTo>
                  <a:pt x="1270119" y="1892151"/>
                </a:lnTo>
                <a:lnTo>
                  <a:pt x="1270551" y="1890316"/>
                </a:lnTo>
                <a:lnTo>
                  <a:pt x="1270969" y="1888485"/>
                </a:lnTo>
                <a:lnTo>
                  <a:pt x="1271400" y="1886645"/>
                </a:lnTo>
                <a:lnTo>
                  <a:pt x="1271819" y="1884804"/>
                </a:lnTo>
                <a:lnTo>
                  <a:pt x="1272238" y="1882964"/>
                </a:lnTo>
                <a:lnTo>
                  <a:pt x="1272669" y="1881118"/>
                </a:lnTo>
                <a:lnTo>
                  <a:pt x="1273087" y="1879273"/>
                </a:lnTo>
                <a:lnTo>
                  <a:pt x="1273506" y="1877422"/>
                </a:lnTo>
                <a:lnTo>
                  <a:pt x="1273937" y="1875567"/>
                </a:lnTo>
                <a:lnTo>
                  <a:pt x="1274356" y="1873712"/>
                </a:lnTo>
                <a:lnTo>
                  <a:pt x="1274787" y="1871856"/>
                </a:lnTo>
                <a:lnTo>
                  <a:pt x="1275193" y="1869995"/>
                </a:lnTo>
                <a:lnTo>
                  <a:pt x="1275624" y="1868135"/>
                </a:lnTo>
                <a:lnTo>
                  <a:pt x="1276043" y="1866270"/>
                </a:lnTo>
                <a:lnTo>
                  <a:pt x="1276474" y="1864404"/>
                </a:lnTo>
                <a:lnTo>
                  <a:pt x="1276893" y="1862535"/>
                </a:lnTo>
                <a:lnTo>
                  <a:pt x="1277311" y="1860664"/>
                </a:lnTo>
                <a:lnTo>
                  <a:pt x="1277743" y="1858794"/>
                </a:lnTo>
                <a:lnTo>
                  <a:pt x="1278161" y="1856913"/>
                </a:lnTo>
                <a:lnTo>
                  <a:pt x="1278580" y="1855034"/>
                </a:lnTo>
                <a:lnTo>
                  <a:pt x="1279011" y="1853153"/>
                </a:lnTo>
                <a:lnTo>
                  <a:pt x="1279430" y="1851269"/>
                </a:lnTo>
                <a:lnTo>
                  <a:pt x="1279861" y="1849388"/>
                </a:lnTo>
                <a:lnTo>
                  <a:pt x="1280279" y="1847493"/>
                </a:lnTo>
                <a:lnTo>
                  <a:pt x="1280698" y="1845608"/>
                </a:lnTo>
                <a:lnTo>
                  <a:pt x="1281117" y="1843713"/>
                </a:lnTo>
                <a:lnTo>
                  <a:pt x="1281548" y="1841817"/>
                </a:lnTo>
                <a:lnTo>
                  <a:pt x="1281966" y="1839922"/>
                </a:lnTo>
                <a:lnTo>
                  <a:pt x="1282398" y="1838023"/>
                </a:lnTo>
                <a:lnTo>
                  <a:pt x="1282816" y="1836118"/>
                </a:lnTo>
                <a:lnTo>
                  <a:pt x="1283235" y="1834217"/>
                </a:lnTo>
                <a:lnTo>
                  <a:pt x="1283653" y="1832317"/>
                </a:lnTo>
                <a:lnTo>
                  <a:pt x="1284085" y="1830407"/>
                </a:lnTo>
                <a:lnTo>
                  <a:pt x="1284503" y="1828497"/>
                </a:lnTo>
                <a:lnTo>
                  <a:pt x="1284935" y="1826577"/>
                </a:lnTo>
                <a:lnTo>
                  <a:pt x="1285353" y="1824667"/>
                </a:lnTo>
                <a:lnTo>
                  <a:pt x="1285772" y="1822742"/>
                </a:lnTo>
                <a:lnTo>
                  <a:pt x="1286203" y="1820827"/>
                </a:lnTo>
                <a:lnTo>
                  <a:pt x="1286622" y="1818908"/>
                </a:lnTo>
                <a:lnTo>
                  <a:pt x="1287040" y="1816983"/>
                </a:lnTo>
                <a:lnTo>
                  <a:pt x="1287471" y="1815058"/>
                </a:lnTo>
                <a:lnTo>
                  <a:pt x="1287890" y="1813129"/>
                </a:lnTo>
                <a:lnTo>
                  <a:pt x="1288321" y="1811194"/>
                </a:lnTo>
                <a:lnTo>
                  <a:pt x="1288727" y="1809258"/>
                </a:lnTo>
                <a:lnTo>
                  <a:pt x="1289158" y="1807329"/>
                </a:lnTo>
                <a:lnTo>
                  <a:pt x="1289577" y="1805389"/>
                </a:lnTo>
                <a:lnTo>
                  <a:pt x="1290008" y="1803455"/>
                </a:lnTo>
                <a:lnTo>
                  <a:pt x="1290427" y="1801504"/>
                </a:lnTo>
                <a:lnTo>
                  <a:pt x="1290845" y="1799565"/>
                </a:lnTo>
                <a:lnTo>
                  <a:pt x="1291277" y="1797621"/>
                </a:lnTo>
                <a:lnTo>
                  <a:pt x="1291695" y="1795670"/>
                </a:lnTo>
                <a:lnTo>
                  <a:pt x="1292114" y="1793721"/>
                </a:lnTo>
                <a:lnTo>
                  <a:pt x="1292545" y="1791767"/>
                </a:lnTo>
                <a:lnTo>
                  <a:pt x="1292964" y="1789812"/>
                </a:lnTo>
                <a:lnTo>
                  <a:pt x="1293395" y="1787858"/>
                </a:lnTo>
                <a:lnTo>
                  <a:pt x="1293814" y="1785903"/>
                </a:lnTo>
                <a:lnTo>
                  <a:pt x="1294232" y="1783939"/>
                </a:lnTo>
                <a:lnTo>
                  <a:pt x="1294651" y="1781974"/>
                </a:lnTo>
                <a:lnTo>
                  <a:pt x="1295082" y="1780010"/>
                </a:lnTo>
                <a:lnTo>
                  <a:pt x="1295501" y="1778050"/>
                </a:lnTo>
                <a:lnTo>
                  <a:pt x="1295932" y="1776075"/>
                </a:lnTo>
                <a:lnTo>
                  <a:pt x="1296350" y="1774106"/>
                </a:lnTo>
                <a:lnTo>
                  <a:pt x="1296769" y="1772136"/>
                </a:lnTo>
                <a:lnTo>
                  <a:pt x="1297200" y="1770156"/>
                </a:lnTo>
                <a:lnTo>
                  <a:pt x="1297619" y="1768178"/>
                </a:lnTo>
                <a:lnTo>
                  <a:pt x="1298050" y="1766198"/>
                </a:lnTo>
                <a:lnTo>
                  <a:pt x="1298469" y="1764223"/>
                </a:lnTo>
                <a:lnTo>
                  <a:pt x="1298887" y="1762234"/>
                </a:lnTo>
                <a:lnTo>
                  <a:pt x="1299306" y="1760249"/>
                </a:lnTo>
                <a:lnTo>
                  <a:pt x="1299737" y="1758266"/>
                </a:lnTo>
                <a:lnTo>
                  <a:pt x="1300156" y="1756271"/>
                </a:lnTo>
                <a:lnTo>
                  <a:pt x="1300574" y="1754282"/>
                </a:lnTo>
                <a:lnTo>
                  <a:pt x="1301005" y="1752288"/>
                </a:lnTo>
                <a:lnTo>
                  <a:pt x="1301424" y="1750298"/>
                </a:lnTo>
                <a:lnTo>
                  <a:pt x="1301843" y="1748294"/>
                </a:lnTo>
                <a:lnTo>
                  <a:pt x="1302274" y="1746295"/>
                </a:lnTo>
                <a:lnTo>
                  <a:pt x="1302692" y="1744300"/>
                </a:lnTo>
                <a:lnTo>
                  <a:pt x="1303124" y="1742291"/>
                </a:lnTo>
                <a:lnTo>
                  <a:pt x="1303542" y="1740287"/>
                </a:lnTo>
                <a:lnTo>
                  <a:pt x="1303961" y="1738278"/>
                </a:lnTo>
                <a:lnTo>
                  <a:pt x="1304380" y="1736269"/>
                </a:lnTo>
                <a:lnTo>
                  <a:pt x="1304811" y="1734260"/>
                </a:lnTo>
                <a:lnTo>
                  <a:pt x="1305229" y="1732246"/>
                </a:lnTo>
                <a:lnTo>
                  <a:pt x="1305661" y="1730236"/>
                </a:lnTo>
                <a:lnTo>
                  <a:pt x="1306079" y="1728222"/>
                </a:lnTo>
                <a:lnTo>
                  <a:pt x="1306498" y="1726193"/>
                </a:lnTo>
                <a:lnTo>
                  <a:pt x="1306916" y="1724179"/>
                </a:lnTo>
                <a:lnTo>
                  <a:pt x="1307348" y="1722154"/>
                </a:lnTo>
                <a:lnTo>
                  <a:pt x="1307766" y="1720131"/>
                </a:lnTo>
                <a:lnTo>
                  <a:pt x="1308197" y="1718107"/>
                </a:lnTo>
                <a:lnTo>
                  <a:pt x="1308616" y="1716083"/>
                </a:lnTo>
                <a:lnTo>
                  <a:pt x="1309035" y="1714049"/>
                </a:lnTo>
                <a:lnTo>
                  <a:pt x="1309453" y="1712020"/>
                </a:lnTo>
                <a:lnTo>
                  <a:pt x="1309884" y="1709985"/>
                </a:lnTo>
                <a:lnTo>
                  <a:pt x="1310303" y="1707947"/>
                </a:lnTo>
                <a:lnTo>
                  <a:pt x="1310734" y="1705912"/>
                </a:lnTo>
                <a:lnTo>
                  <a:pt x="1311153" y="1703874"/>
                </a:lnTo>
                <a:lnTo>
                  <a:pt x="1311584" y="1701835"/>
                </a:lnTo>
                <a:lnTo>
                  <a:pt x="1311990" y="1699786"/>
                </a:lnTo>
                <a:lnTo>
                  <a:pt x="1312421" y="1697746"/>
                </a:lnTo>
                <a:lnTo>
                  <a:pt x="1312840" y="1695703"/>
                </a:lnTo>
                <a:lnTo>
                  <a:pt x="1313271" y="1693655"/>
                </a:lnTo>
                <a:lnTo>
                  <a:pt x="1313690" y="1691601"/>
                </a:lnTo>
                <a:lnTo>
                  <a:pt x="1314108" y="1689551"/>
                </a:lnTo>
                <a:lnTo>
                  <a:pt x="1314540" y="1687498"/>
                </a:lnTo>
                <a:lnTo>
                  <a:pt x="1314958" y="1685444"/>
                </a:lnTo>
                <a:lnTo>
                  <a:pt x="1315377" y="1683385"/>
                </a:lnTo>
                <a:lnTo>
                  <a:pt x="1315808" y="1681327"/>
                </a:lnTo>
                <a:lnTo>
                  <a:pt x="1316227" y="1679268"/>
                </a:lnTo>
                <a:lnTo>
                  <a:pt x="1316658" y="1677209"/>
                </a:lnTo>
                <a:lnTo>
                  <a:pt x="1317064" y="1675145"/>
                </a:lnTo>
                <a:lnTo>
                  <a:pt x="1317495" y="1673077"/>
                </a:lnTo>
                <a:lnTo>
                  <a:pt x="1317914" y="1671013"/>
                </a:lnTo>
                <a:lnTo>
                  <a:pt x="1318345" y="1668944"/>
                </a:lnTo>
                <a:lnTo>
                  <a:pt x="1318763" y="1666870"/>
                </a:lnTo>
                <a:lnTo>
                  <a:pt x="1319182" y="1664801"/>
                </a:lnTo>
                <a:lnTo>
                  <a:pt x="1319613" y="1662723"/>
                </a:lnTo>
                <a:lnTo>
                  <a:pt x="1320032" y="1660655"/>
                </a:lnTo>
                <a:lnTo>
                  <a:pt x="1320450" y="1658576"/>
                </a:lnTo>
                <a:lnTo>
                  <a:pt x="1320882" y="1656497"/>
                </a:lnTo>
                <a:lnTo>
                  <a:pt x="1321300" y="1654414"/>
                </a:lnTo>
                <a:lnTo>
                  <a:pt x="1321732" y="1652335"/>
                </a:lnTo>
                <a:lnTo>
                  <a:pt x="1322150" y="1650251"/>
                </a:lnTo>
                <a:lnTo>
                  <a:pt x="1322569" y="1648163"/>
                </a:lnTo>
                <a:lnTo>
                  <a:pt x="1322987" y="1646079"/>
                </a:lnTo>
                <a:lnTo>
                  <a:pt x="1323419" y="1643996"/>
                </a:lnTo>
                <a:lnTo>
                  <a:pt x="1323837" y="1641901"/>
                </a:lnTo>
                <a:lnTo>
                  <a:pt x="1324268" y="1639808"/>
                </a:lnTo>
                <a:lnTo>
                  <a:pt x="1324687" y="1637714"/>
                </a:lnTo>
                <a:lnTo>
                  <a:pt x="1325106" y="1635621"/>
                </a:lnTo>
                <a:lnTo>
                  <a:pt x="1325524" y="1633528"/>
                </a:lnTo>
                <a:lnTo>
                  <a:pt x="1325955" y="1631429"/>
                </a:lnTo>
                <a:lnTo>
                  <a:pt x="1326374" y="1629326"/>
                </a:lnTo>
                <a:lnTo>
                  <a:pt x="1326805" y="1627227"/>
                </a:lnTo>
                <a:lnTo>
                  <a:pt x="1327224" y="1625124"/>
                </a:lnTo>
                <a:lnTo>
                  <a:pt x="1327642" y="1623025"/>
                </a:lnTo>
                <a:lnTo>
                  <a:pt x="1328074" y="1620917"/>
                </a:lnTo>
                <a:lnTo>
                  <a:pt x="1328492" y="1618808"/>
                </a:lnTo>
                <a:lnTo>
                  <a:pt x="1328911" y="1616700"/>
                </a:lnTo>
                <a:lnTo>
                  <a:pt x="1329342" y="1614592"/>
                </a:lnTo>
                <a:lnTo>
                  <a:pt x="1329761" y="1612473"/>
                </a:lnTo>
                <a:lnTo>
                  <a:pt x="1330192" y="1610365"/>
                </a:lnTo>
                <a:lnTo>
                  <a:pt x="1330598" y="1608252"/>
                </a:lnTo>
                <a:lnTo>
                  <a:pt x="1331029" y="1606133"/>
                </a:lnTo>
                <a:lnTo>
                  <a:pt x="1331448" y="1604020"/>
                </a:lnTo>
                <a:lnTo>
                  <a:pt x="1331879" y="1601901"/>
                </a:lnTo>
                <a:lnTo>
                  <a:pt x="1332298" y="1599778"/>
                </a:lnTo>
                <a:lnTo>
                  <a:pt x="1332716" y="1597656"/>
                </a:lnTo>
                <a:lnTo>
                  <a:pt x="1333147" y="1595532"/>
                </a:lnTo>
                <a:lnTo>
                  <a:pt x="1333566" y="1593409"/>
                </a:lnTo>
                <a:lnTo>
                  <a:pt x="1333997" y="1591285"/>
                </a:lnTo>
                <a:lnTo>
                  <a:pt x="1334416" y="1589153"/>
                </a:lnTo>
                <a:lnTo>
                  <a:pt x="1334834" y="1587029"/>
                </a:lnTo>
                <a:lnTo>
                  <a:pt x="1335266" y="1584901"/>
                </a:lnTo>
                <a:lnTo>
                  <a:pt x="1335684" y="1582767"/>
                </a:lnTo>
                <a:lnTo>
                  <a:pt x="1336103" y="1580634"/>
                </a:lnTo>
                <a:lnTo>
                  <a:pt x="1336534" y="1578496"/>
                </a:lnTo>
                <a:lnTo>
                  <a:pt x="1336953" y="1576368"/>
                </a:lnTo>
                <a:lnTo>
                  <a:pt x="1337384" y="1574224"/>
                </a:lnTo>
                <a:lnTo>
                  <a:pt x="1337803" y="1572087"/>
                </a:lnTo>
                <a:lnTo>
                  <a:pt x="1338221" y="1569949"/>
                </a:lnTo>
                <a:lnTo>
                  <a:pt x="1338640" y="1567813"/>
                </a:lnTo>
                <a:lnTo>
                  <a:pt x="1339071" y="1565664"/>
                </a:lnTo>
                <a:lnTo>
                  <a:pt x="1339490" y="1563528"/>
                </a:lnTo>
                <a:lnTo>
                  <a:pt x="1339921" y="1561379"/>
                </a:lnTo>
                <a:lnTo>
                  <a:pt x="1340339" y="1559230"/>
                </a:lnTo>
                <a:lnTo>
                  <a:pt x="1340758" y="1557081"/>
                </a:lnTo>
                <a:lnTo>
                  <a:pt x="1341177" y="1554932"/>
                </a:lnTo>
                <a:lnTo>
                  <a:pt x="1341608" y="1552783"/>
                </a:lnTo>
                <a:lnTo>
                  <a:pt x="1342026" y="1550634"/>
                </a:lnTo>
                <a:lnTo>
                  <a:pt x="1342458" y="1548485"/>
                </a:lnTo>
                <a:lnTo>
                  <a:pt x="1342876" y="1546323"/>
                </a:lnTo>
                <a:lnTo>
                  <a:pt x="1343295" y="1544175"/>
                </a:lnTo>
                <a:lnTo>
                  <a:pt x="1343726" y="1542013"/>
                </a:lnTo>
                <a:lnTo>
                  <a:pt x="1344145" y="1539864"/>
                </a:lnTo>
                <a:lnTo>
                  <a:pt x="1344563" y="1537702"/>
                </a:lnTo>
                <a:lnTo>
                  <a:pt x="1344994" y="1535541"/>
                </a:lnTo>
                <a:lnTo>
                  <a:pt x="1345413" y="1533379"/>
                </a:lnTo>
                <a:lnTo>
                  <a:pt x="1345844" y="1531217"/>
                </a:lnTo>
                <a:lnTo>
                  <a:pt x="1346250" y="1529056"/>
                </a:lnTo>
                <a:lnTo>
                  <a:pt x="1346681" y="1526881"/>
                </a:lnTo>
                <a:lnTo>
                  <a:pt x="1347100" y="1524719"/>
                </a:lnTo>
                <a:lnTo>
                  <a:pt x="1347531" y="1522558"/>
                </a:lnTo>
                <a:lnTo>
                  <a:pt x="1347950" y="1520383"/>
                </a:lnTo>
                <a:lnTo>
                  <a:pt x="1348368" y="1518222"/>
                </a:lnTo>
                <a:lnTo>
                  <a:pt x="1348800" y="1516047"/>
                </a:lnTo>
                <a:lnTo>
                  <a:pt x="1349218" y="1513873"/>
                </a:lnTo>
                <a:lnTo>
                  <a:pt x="1349637" y="1511699"/>
                </a:lnTo>
                <a:lnTo>
                  <a:pt x="1350068" y="1509524"/>
                </a:lnTo>
                <a:lnTo>
                  <a:pt x="1350487" y="1507362"/>
                </a:lnTo>
                <a:lnTo>
                  <a:pt x="1350918" y="1505175"/>
                </a:lnTo>
                <a:lnTo>
                  <a:pt x="1351324" y="1503001"/>
                </a:lnTo>
                <a:lnTo>
                  <a:pt x="1351755" y="1500827"/>
                </a:lnTo>
                <a:lnTo>
                  <a:pt x="1352174" y="1498639"/>
                </a:lnTo>
                <a:lnTo>
                  <a:pt x="1352605" y="1496465"/>
                </a:lnTo>
                <a:lnTo>
                  <a:pt x="1353024" y="1494278"/>
                </a:lnTo>
                <a:lnTo>
                  <a:pt x="1353442" y="1492104"/>
                </a:lnTo>
                <a:lnTo>
                  <a:pt x="1353873" y="1489916"/>
                </a:lnTo>
                <a:lnTo>
                  <a:pt x="1354292" y="1487729"/>
                </a:lnTo>
                <a:lnTo>
                  <a:pt x="1354711" y="1485542"/>
                </a:lnTo>
                <a:lnTo>
                  <a:pt x="1355142" y="1483355"/>
                </a:lnTo>
                <a:lnTo>
                  <a:pt x="1355560" y="1481168"/>
                </a:lnTo>
                <a:lnTo>
                  <a:pt x="1355992" y="1478981"/>
                </a:lnTo>
                <a:lnTo>
                  <a:pt x="1356410" y="1476794"/>
                </a:lnTo>
                <a:lnTo>
                  <a:pt x="1356829" y="1474594"/>
                </a:lnTo>
                <a:lnTo>
                  <a:pt x="1357247" y="1472407"/>
                </a:lnTo>
                <a:lnTo>
                  <a:pt x="1357679" y="1470220"/>
                </a:lnTo>
                <a:lnTo>
                  <a:pt x="1358097" y="1468020"/>
                </a:lnTo>
                <a:lnTo>
                  <a:pt x="1358529" y="1465820"/>
                </a:lnTo>
                <a:lnTo>
                  <a:pt x="1358947" y="1463633"/>
                </a:lnTo>
                <a:lnTo>
                  <a:pt x="1359366" y="1461433"/>
                </a:lnTo>
                <a:lnTo>
                  <a:pt x="1359784" y="1459246"/>
                </a:lnTo>
                <a:lnTo>
                  <a:pt x="1360216" y="1457034"/>
                </a:lnTo>
                <a:lnTo>
                  <a:pt x="1360634" y="1454834"/>
                </a:lnTo>
                <a:lnTo>
                  <a:pt x="1361065" y="1452634"/>
                </a:lnTo>
                <a:lnTo>
                  <a:pt x="1361484" y="1450434"/>
                </a:lnTo>
                <a:lnTo>
                  <a:pt x="1361903" y="1448234"/>
                </a:lnTo>
                <a:lnTo>
                  <a:pt x="1362334" y="1446034"/>
                </a:lnTo>
                <a:lnTo>
                  <a:pt x="1362752" y="1443822"/>
                </a:lnTo>
                <a:lnTo>
                  <a:pt x="1363171" y="1441622"/>
                </a:lnTo>
                <a:lnTo>
                  <a:pt x="1363602" y="1439422"/>
                </a:lnTo>
                <a:lnTo>
                  <a:pt x="1364021" y="1437210"/>
                </a:lnTo>
                <a:lnTo>
                  <a:pt x="1364452" y="1434997"/>
                </a:lnTo>
                <a:lnTo>
                  <a:pt x="1364858" y="1432797"/>
                </a:lnTo>
                <a:lnTo>
                  <a:pt x="1365289" y="1430585"/>
                </a:lnTo>
                <a:lnTo>
                  <a:pt x="1365708" y="1428372"/>
                </a:lnTo>
                <a:lnTo>
                  <a:pt x="1366139" y="1426160"/>
                </a:lnTo>
                <a:lnTo>
                  <a:pt x="1366558" y="1423947"/>
                </a:lnTo>
                <a:lnTo>
                  <a:pt x="1366976" y="1421735"/>
                </a:lnTo>
                <a:lnTo>
                  <a:pt x="1367408" y="1419522"/>
                </a:lnTo>
                <a:lnTo>
                  <a:pt x="1367826" y="1417310"/>
                </a:lnTo>
                <a:lnTo>
                  <a:pt x="1368245" y="1415097"/>
                </a:lnTo>
                <a:lnTo>
                  <a:pt x="1368676" y="1412872"/>
                </a:lnTo>
                <a:lnTo>
                  <a:pt x="1369095" y="1410659"/>
                </a:lnTo>
                <a:lnTo>
                  <a:pt x="1369526" y="1408447"/>
                </a:lnTo>
                <a:lnTo>
                  <a:pt x="1369944" y="1406221"/>
                </a:lnTo>
                <a:lnTo>
                  <a:pt x="1370363" y="1404009"/>
                </a:lnTo>
                <a:lnTo>
                  <a:pt x="1370782" y="1401784"/>
                </a:lnTo>
                <a:lnTo>
                  <a:pt x="1371213" y="1399571"/>
                </a:lnTo>
                <a:lnTo>
                  <a:pt x="1371631" y="1397346"/>
                </a:lnTo>
                <a:lnTo>
                  <a:pt x="1372063" y="1395121"/>
                </a:lnTo>
                <a:lnTo>
                  <a:pt x="1372481" y="1392908"/>
                </a:lnTo>
                <a:lnTo>
                  <a:pt x="1372900" y="1390683"/>
                </a:lnTo>
                <a:lnTo>
                  <a:pt x="1373331" y="1388457"/>
                </a:lnTo>
                <a:lnTo>
                  <a:pt x="1373750" y="1386232"/>
                </a:lnTo>
                <a:lnTo>
                  <a:pt x="1374181" y="1384007"/>
                </a:lnTo>
                <a:lnTo>
                  <a:pt x="1374600" y="1381782"/>
                </a:lnTo>
                <a:lnTo>
                  <a:pt x="1375018" y="1379556"/>
                </a:lnTo>
                <a:lnTo>
                  <a:pt x="1375437" y="1377331"/>
                </a:lnTo>
                <a:lnTo>
                  <a:pt x="1375868" y="1375106"/>
                </a:lnTo>
                <a:lnTo>
                  <a:pt x="1376287" y="1372868"/>
                </a:lnTo>
                <a:lnTo>
                  <a:pt x="1376718" y="1370643"/>
                </a:lnTo>
                <a:lnTo>
                  <a:pt x="1377136" y="1368405"/>
                </a:lnTo>
                <a:lnTo>
                  <a:pt x="1377555" y="1366179"/>
                </a:lnTo>
                <a:lnTo>
                  <a:pt x="1377986" y="1363954"/>
                </a:lnTo>
                <a:lnTo>
                  <a:pt x="1378405" y="1361716"/>
                </a:lnTo>
                <a:lnTo>
                  <a:pt x="1378823" y="1359491"/>
                </a:lnTo>
                <a:lnTo>
                  <a:pt x="1379255" y="1357253"/>
                </a:lnTo>
                <a:lnTo>
                  <a:pt x="1379673" y="1355015"/>
                </a:lnTo>
                <a:lnTo>
                  <a:pt x="1380104" y="1352790"/>
                </a:lnTo>
                <a:lnTo>
                  <a:pt x="1380510" y="1350552"/>
                </a:lnTo>
                <a:lnTo>
                  <a:pt x="1380942" y="1348314"/>
                </a:lnTo>
                <a:lnTo>
                  <a:pt x="1381360" y="1346076"/>
                </a:lnTo>
                <a:lnTo>
                  <a:pt x="1381791" y="1343838"/>
                </a:lnTo>
                <a:lnTo>
                  <a:pt x="1382210" y="1341613"/>
                </a:lnTo>
                <a:lnTo>
                  <a:pt x="1382629" y="1339375"/>
                </a:lnTo>
                <a:lnTo>
                  <a:pt x="1383060" y="1337137"/>
                </a:lnTo>
                <a:lnTo>
                  <a:pt x="1383478" y="1334899"/>
                </a:lnTo>
                <a:lnTo>
                  <a:pt x="1383897" y="1332661"/>
                </a:lnTo>
                <a:lnTo>
                  <a:pt x="1384328" y="1330423"/>
                </a:lnTo>
                <a:lnTo>
                  <a:pt x="1384747" y="1328185"/>
                </a:lnTo>
                <a:lnTo>
                  <a:pt x="1385178" y="1325934"/>
                </a:lnTo>
                <a:lnTo>
                  <a:pt x="1385584" y="1323696"/>
                </a:lnTo>
                <a:lnTo>
                  <a:pt x="1386015" y="1321458"/>
                </a:lnTo>
                <a:lnTo>
                  <a:pt x="1386434" y="1319220"/>
                </a:lnTo>
                <a:lnTo>
                  <a:pt x="1386865" y="1316982"/>
                </a:lnTo>
                <a:lnTo>
                  <a:pt x="1387284" y="1314732"/>
                </a:lnTo>
                <a:lnTo>
                  <a:pt x="1387702" y="1312494"/>
                </a:lnTo>
                <a:lnTo>
                  <a:pt x="1388134" y="1310243"/>
                </a:lnTo>
                <a:lnTo>
                  <a:pt x="1388552" y="1308005"/>
                </a:lnTo>
                <a:lnTo>
                  <a:pt x="1388971" y="1305767"/>
                </a:lnTo>
                <a:lnTo>
                  <a:pt x="1389402" y="1303516"/>
                </a:lnTo>
                <a:lnTo>
                  <a:pt x="1389821" y="1301278"/>
                </a:lnTo>
                <a:lnTo>
                  <a:pt x="1390252" y="1299028"/>
                </a:lnTo>
                <a:lnTo>
                  <a:pt x="1390670" y="1296777"/>
                </a:lnTo>
                <a:lnTo>
                  <a:pt x="1391089" y="1294539"/>
                </a:lnTo>
                <a:lnTo>
                  <a:pt x="1391508" y="1292288"/>
                </a:lnTo>
                <a:lnTo>
                  <a:pt x="1391939" y="1290038"/>
                </a:lnTo>
                <a:lnTo>
                  <a:pt x="1392357" y="1287800"/>
                </a:lnTo>
                <a:lnTo>
                  <a:pt x="1392789" y="1285549"/>
                </a:lnTo>
                <a:lnTo>
                  <a:pt x="1393207" y="1283311"/>
                </a:lnTo>
                <a:lnTo>
                  <a:pt x="1393626" y="1281048"/>
                </a:lnTo>
                <a:lnTo>
                  <a:pt x="1394044" y="1278810"/>
                </a:lnTo>
                <a:lnTo>
                  <a:pt x="1394476" y="1276559"/>
                </a:lnTo>
                <a:lnTo>
                  <a:pt x="1394894" y="1274308"/>
                </a:lnTo>
                <a:lnTo>
                  <a:pt x="1395326" y="1272058"/>
                </a:lnTo>
                <a:lnTo>
                  <a:pt x="1395744" y="1269820"/>
                </a:lnTo>
                <a:lnTo>
                  <a:pt x="1396163" y="1267569"/>
                </a:lnTo>
                <a:lnTo>
                  <a:pt x="1396594" y="1265318"/>
                </a:lnTo>
                <a:lnTo>
                  <a:pt x="1397013" y="1263067"/>
                </a:lnTo>
                <a:lnTo>
                  <a:pt x="1397431" y="1260804"/>
                </a:lnTo>
                <a:lnTo>
                  <a:pt x="1397862" y="1258566"/>
                </a:lnTo>
                <a:lnTo>
                  <a:pt x="1398281" y="1256303"/>
                </a:lnTo>
                <a:lnTo>
                  <a:pt x="1398712" y="1254065"/>
                </a:lnTo>
                <a:lnTo>
                  <a:pt x="1399118" y="1251814"/>
                </a:lnTo>
                <a:lnTo>
                  <a:pt x="1399549" y="1249551"/>
                </a:lnTo>
                <a:lnTo>
                  <a:pt x="1399968" y="1247300"/>
                </a:lnTo>
                <a:lnTo>
                  <a:pt x="1400399" y="1245062"/>
                </a:lnTo>
                <a:lnTo>
                  <a:pt x="1400818" y="1242799"/>
                </a:lnTo>
                <a:lnTo>
                  <a:pt x="1401236" y="1240548"/>
                </a:lnTo>
                <a:lnTo>
                  <a:pt x="1401668" y="1238297"/>
                </a:lnTo>
                <a:lnTo>
                  <a:pt x="1402086" y="1236047"/>
                </a:lnTo>
                <a:lnTo>
                  <a:pt x="1402505" y="1233796"/>
                </a:lnTo>
                <a:lnTo>
                  <a:pt x="1402936" y="1231545"/>
                </a:lnTo>
                <a:lnTo>
                  <a:pt x="1403355" y="1229294"/>
                </a:lnTo>
                <a:lnTo>
                  <a:pt x="1403786" y="1227044"/>
                </a:lnTo>
                <a:lnTo>
                  <a:pt x="1404205" y="1224780"/>
                </a:lnTo>
                <a:lnTo>
                  <a:pt x="1404623" y="1222530"/>
                </a:lnTo>
                <a:lnTo>
                  <a:pt x="1405042" y="1220279"/>
                </a:lnTo>
                <a:lnTo>
                  <a:pt x="1405473" y="1218028"/>
                </a:lnTo>
                <a:lnTo>
                  <a:pt x="1405892" y="1215778"/>
                </a:lnTo>
                <a:lnTo>
                  <a:pt x="1406323" y="1213514"/>
                </a:lnTo>
                <a:lnTo>
                  <a:pt x="1406741" y="1211264"/>
                </a:lnTo>
                <a:lnTo>
                  <a:pt x="1407160" y="1209013"/>
                </a:lnTo>
                <a:lnTo>
                  <a:pt x="1407579" y="1206762"/>
                </a:lnTo>
                <a:lnTo>
                  <a:pt x="1408010" y="1204499"/>
                </a:lnTo>
                <a:lnTo>
                  <a:pt x="1408428" y="1202248"/>
                </a:lnTo>
                <a:lnTo>
                  <a:pt x="1408860" y="1199997"/>
                </a:lnTo>
                <a:lnTo>
                  <a:pt x="1409278" y="1197747"/>
                </a:lnTo>
                <a:lnTo>
                  <a:pt x="1409697" y="1195483"/>
                </a:lnTo>
                <a:lnTo>
                  <a:pt x="1410128" y="1193233"/>
                </a:lnTo>
                <a:lnTo>
                  <a:pt x="1410547" y="1190982"/>
                </a:lnTo>
                <a:lnTo>
                  <a:pt x="1410978" y="1188731"/>
                </a:lnTo>
                <a:lnTo>
                  <a:pt x="1411397" y="1186468"/>
                </a:lnTo>
                <a:lnTo>
                  <a:pt x="1411815" y="1184217"/>
                </a:lnTo>
                <a:lnTo>
                  <a:pt x="1412246" y="1181966"/>
                </a:lnTo>
                <a:lnTo>
                  <a:pt x="1412665" y="1179716"/>
                </a:lnTo>
                <a:lnTo>
                  <a:pt x="1413084" y="1177465"/>
                </a:lnTo>
                <a:lnTo>
                  <a:pt x="1413515" y="1175202"/>
                </a:lnTo>
                <a:lnTo>
                  <a:pt x="1413921" y="1172951"/>
                </a:lnTo>
                <a:lnTo>
                  <a:pt x="1414365" y="1170700"/>
                </a:lnTo>
                <a:lnTo>
                  <a:pt x="1414771" y="1168450"/>
                </a:lnTo>
                <a:lnTo>
                  <a:pt x="1415202" y="1166199"/>
                </a:lnTo>
                <a:lnTo>
                  <a:pt x="1415620" y="1163936"/>
                </a:lnTo>
                <a:lnTo>
                  <a:pt x="1416052" y="1161685"/>
                </a:lnTo>
                <a:lnTo>
                  <a:pt x="1416470" y="1159434"/>
                </a:lnTo>
                <a:lnTo>
                  <a:pt x="1416889" y="1157183"/>
                </a:lnTo>
                <a:lnTo>
                  <a:pt x="1417307" y="1154933"/>
                </a:lnTo>
                <a:lnTo>
                  <a:pt x="1417739" y="1152682"/>
                </a:lnTo>
                <a:lnTo>
                  <a:pt x="1418157" y="1150431"/>
                </a:lnTo>
                <a:lnTo>
                  <a:pt x="1418589" y="1148181"/>
                </a:lnTo>
                <a:lnTo>
                  <a:pt x="1419007" y="1145917"/>
                </a:lnTo>
                <a:lnTo>
                  <a:pt x="1419438" y="1143679"/>
                </a:lnTo>
                <a:lnTo>
                  <a:pt x="1419844" y="1141429"/>
                </a:lnTo>
                <a:lnTo>
                  <a:pt x="1420276" y="1139165"/>
                </a:lnTo>
                <a:lnTo>
                  <a:pt x="1420694" y="1136915"/>
                </a:lnTo>
                <a:lnTo>
                  <a:pt x="1421125" y="1134664"/>
                </a:lnTo>
                <a:lnTo>
                  <a:pt x="1421544" y="1132413"/>
                </a:lnTo>
                <a:lnTo>
                  <a:pt x="1421963" y="1130162"/>
                </a:lnTo>
                <a:lnTo>
                  <a:pt x="1422381" y="1127912"/>
                </a:lnTo>
                <a:lnTo>
                  <a:pt x="1422812" y="1125661"/>
                </a:lnTo>
                <a:lnTo>
                  <a:pt x="1423231" y="1123410"/>
                </a:lnTo>
                <a:lnTo>
                  <a:pt x="1423662" y="1121160"/>
                </a:lnTo>
                <a:lnTo>
                  <a:pt x="1424081" y="1118909"/>
                </a:lnTo>
                <a:lnTo>
                  <a:pt x="1424499" y="1116671"/>
                </a:lnTo>
                <a:lnTo>
                  <a:pt x="1424931" y="1114420"/>
                </a:lnTo>
                <a:lnTo>
                  <a:pt x="1425349" y="1112170"/>
                </a:lnTo>
                <a:lnTo>
                  <a:pt x="1425768" y="1109932"/>
                </a:lnTo>
                <a:lnTo>
                  <a:pt x="1426199" y="1107668"/>
                </a:lnTo>
                <a:lnTo>
                  <a:pt x="1426618" y="1105430"/>
                </a:lnTo>
                <a:lnTo>
                  <a:pt x="1427049" y="1103180"/>
                </a:lnTo>
                <a:lnTo>
                  <a:pt x="1427455" y="1100942"/>
                </a:lnTo>
                <a:lnTo>
                  <a:pt x="1427886" y="1098691"/>
                </a:lnTo>
                <a:lnTo>
                  <a:pt x="1428305" y="1096440"/>
                </a:lnTo>
                <a:lnTo>
                  <a:pt x="1428736" y="1094190"/>
                </a:lnTo>
                <a:lnTo>
                  <a:pt x="1429154" y="1091952"/>
                </a:lnTo>
                <a:lnTo>
                  <a:pt x="1429573" y="1089701"/>
                </a:lnTo>
                <a:lnTo>
                  <a:pt x="1430004" y="1087463"/>
                </a:lnTo>
                <a:lnTo>
                  <a:pt x="1430423" y="1085212"/>
                </a:lnTo>
                <a:lnTo>
                  <a:pt x="1430841" y="1082974"/>
                </a:lnTo>
                <a:lnTo>
                  <a:pt x="1431273" y="1080736"/>
                </a:lnTo>
                <a:lnTo>
                  <a:pt x="1431691" y="1078486"/>
                </a:lnTo>
                <a:lnTo>
                  <a:pt x="1432123" y="1076248"/>
                </a:lnTo>
                <a:lnTo>
                  <a:pt x="1432541" y="1073997"/>
                </a:lnTo>
                <a:lnTo>
                  <a:pt x="1432960" y="1071759"/>
                </a:lnTo>
                <a:lnTo>
                  <a:pt x="1433378" y="1069508"/>
                </a:lnTo>
                <a:lnTo>
                  <a:pt x="1433810" y="1067270"/>
                </a:lnTo>
                <a:lnTo>
                  <a:pt x="1434228" y="1065045"/>
                </a:lnTo>
                <a:lnTo>
                  <a:pt x="1434659" y="1062794"/>
                </a:lnTo>
                <a:lnTo>
                  <a:pt x="1435078" y="1060556"/>
                </a:lnTo>
                <a:lnTo>
                  <a:pt x="1435497" y="1058319"/>
                </a:lnTo>
                <a:lnTo>
                  <a:pt x="1435915" y="1056081"/>
                </a:lnTo>
                <a:lnTo>
                  <a:pt x="1436346" y="1053843"/>
                </a:lnTo>
                <a:lnTo>
                  <a:pt x="1436765" y="1051605"/>
                </a:lnTo>
                <a:lnTo>
                  <a:pt x="1437196" y="1049367"/>
                </a:lnTo>
                <a:lnTo>
                  <a:pt x="1437615" y="1047141"/>
                </a:lnTo>
                <a:lnTo>
                  <a:pt x="1438033" y="1044891"/>
                </a:lnTo>
                <a:lnTo>
                  <a:pt x="1438465" y="1042653"/>
                </a:lnTo>
                <a:lnTo>
                  <a:pt x="1438883" y="1040427"/>
                </a:lnTo>
                <a:lnTo>
                  <a:pt x="1439302" y="1038189"/>
                </a:lnTo>
                <a:lnTo>
                  <a:pt x="1439733" y="1035964"/>
                </a:lnTo>
                <a:lnTo>
                  <a:pt x="1440152" y="1033726"/>
                </a:lnTo>
                <a:lnTo>
                  <a:pt x="1440583" y="1031488"/>
                </a:lnTo>
                <a:lnTo>
                  <a:pt x="1440989" y="1029250"/>
                </a:lnTo>
                <a:lnTo>
                  <a:pt x="1441420" y="1027025"/>
                </a:lnTo>
                <a:lnTo>
                  <a:pt x="1441839" y="1024800"/>
                </a:lnTo>
                <a:lnTo>
                  <a:pt x="1442270" y="1022575"/>
                </a:lnTo>
                <a:lnTo>
                  <a:pt x="1442689" y="1020337"/>
                </a:lnTo>
                <a:lnTo>
                  <a:pt x="1443107" y="1018099"/>
                </a:lnTo>
                <a:lnTo>
                  <a:pt x="1443538" y="1015873"/>
                </a:lnTo>
                <a:lnTo>
                  <a:pt x="1443957" y="1013648"/>
                </a:lnTo>
                <a:lnTo>
                  <a:pt x="1444376" y="1011423"/>
                </a:lnTo>
                <a:lnTo>
                  <a:pt x="1444807" y="1009198"/>
                </a:lnTo>
                <a:lnTo>
                  <a:pt x="1445225" y="1006972"/>
                </a:lnTo>
                <a:lnTo>
                  <a:pt x="1445657" y="1004747"/>
                </a:lnTo>
                <a:lnTo>
                  <a:pt x="1446063" y="1002522"/>
                </a:lnTo>
                <a:lnTo>
                  <a:pt x="1446494" y="1000297"/>
                </a:lnTo>
                <a:lnTo>
                  <a:pt x="1446912" y="998071"/>
                </a:lnTo>
                <a:lnTo>
                  <a:pt x="1447344" y="995859"/>
                </a:lnTo>
                <a:lnTo>
                  <a:pt x="1447775" y="993633"/>
                </a:lnTo>
                <a:lnTo>
                  <a:pt x="1448181" y="991408"/>
                </a:lnTo>
                <a:lnTo>
                  <a:pt x="1448612" y="989196"/>
                </a:lnTo>
                <a:lnTo>
                  <a:pt x="1449031" y="986970"/>
                </a:lnTo>
                <a:lnTo>
                  <a:pt x="1449462" y="984758"/>
                </a:lnTo>
                <a:lnTo>
                  <a:pt x="1449881" y="982533"/>
                </a:lnTo>
                <a:lnTo>
                  <a:pt x="1450312" y="980320"/>
                </a:lnTo>
                <a:lnTo>
                  <a:pt x="1450730" y="978095"/>
                </a:lnTo>
                <a:lnTo>
                  <a:pt x="1451149" y="975882"/>
                </a:lnTo>
                <a:lnTo>
                  <a:pt x="1451568" y="973670"/>
                </a:lnTo>
                <a:lnTo>
                  <a:pt x="1451999" y="971457"/>
                </a:lnTo>
                <a:lnTo>
                  <a:pt x="1452417" y="969245"/>
                </a:lnTo>
                <a:lnTo>
                  <a:pt x="1452849" y="967032"/>
                </a:lnTo>
                <a:lnTo>
                  <a:pt x="1453267" y="964820"/>
                </a:lnTo>
                <a:lnTo>
                  <a:pt x="1453686" y="962607"/>
                </a:lnTo>
                <a:lnTo>
                  <a:pt x="1454104" y="960395"/>
                </a:lnTo>
                <a:lnTo>
                  <a:pt x="1454536" y="958182"/>
                </a:lnTo>
                <a:lnTo>
                  <a:pt x="1454954" y="955982"/>
                </a:lnTo>
                <a:lnTo>
                  <a:pt x="1455386" y="953770"/>
                </a:lnTo>
                <a:lnTo>
                  <a:pt x="1455804" y="951557"/>
                </a:lnTo>
                <a:lnTo>
                  <a:pt x="1456223" y="949357"/>
                </a:lnTo>
                <a:lnTo>
                  <a:pt x="1456641" y="947157"/>
                </a:lnTo>
                <a:lnTo>
                  <a:pt x="1457073" y="944945"/>
                </a:lnTo>
                <a:lnTo>
                  <a:pt x="1457491" y="942745"/>
                </a:lnTo>
                <a:lnTo>
                  <a:pt x="1457922" y="940545"/>
                </a:lnTo>
                <a:lnTo>
                  <a:pt x="1458341" y="938345"/>
                </a:lnTo>
                <a:lnTo>
                  <a:pt x="1458760" y="936133"/>
                </a:lnTo>
                <a:lnTo>
                  <a:pt x="1459191" y="933946"/>
                </a:lnTo>
                <a:lnTo>
                  <a:pt x="1459609" y="931733"/>
                </a:lnTo>
                <a:lnTo>
                  <a:pt x="1460028" y="929546"/>
                </a:lnTo>
                <a:lnTo>
                  <a:pt x="1460459" y="927346"/>
                </a:lnTo>
                <a:lnTo>
                  <a:pt x="1460878" y="925159"/>
                </a:lnTo>
                <a:lnTo>
                  <a:pt x="1461309" y="922947"/>
                </a:lnTo>
                <a:lnTo>
                  <a:pt x="1461715" y="920760"/>
                </a:lnTo>
                <a:lnTo>
                  <a:pt x="1462146" y="918572"/>
                </a:lnTo>
                <a:lnTo>
                  <a:pt x="1462565" y="916385"/>
                </a:lnTo>
                <a:lnTo>
                  <a:pt x="1462996" y="914186"/>
                </a:lnTo>
                <a:lnTo>
                  <a:pt x="1463415" y="911998"/>
                </a:lnTo>
                <a:lnTo>
                  <a:pt x="1463833" y="909811"/>
                </a:lnTo>
                <a:lnTo>
                  <a:pt x="1464264" y="907624"/>
                </a:lnTo>
                <a:lnTo>
                  <a:pt x="1464683" y="905437"/>
                </a:lnTo>
                <a:lnTo>
                  <a:pt x="1465102" y="903250"/>
                </a:lnTo>
                <a:lnTo>
                  <a:pt x="1465533" y="901063"/>
                </a:lnTo>
                <a:lnTo>
                  <a:pt x="1465952" y="898876"/>
                </a:lnTo>
                <a:lnTo>
                  <a:pt x="1466383" y="896701"/>
                </a:lnTo>
                <a:lnTo>
                  <a:pt x="1466801" y="894514"/>
                </a:lnTo>
                <a:lnTo>
                  <a:pt x="1467220" y="892340"/>
                </a:lnTo>
                <a:lnTo>
                  <a:pt x="1467639" y="890153"/>
                </a:lnTo>
                <a:lnTo>
                  <a:pt x="1468070" y="887978"/>
                </a:lnTo>
                <a:lnTo>
                  <a:pt x="1468488" y="885804"/>
                </a:lnTo>
                <a:lnTo>
                  <a:pt x="1468920" y="883617"/>
                </a:lnTo>
                <a:lnTo>
                  <a:pt x="1469338" y="881455"/>
                </a:lnTo>
                <a:lnTo>
                  <a:pt x="1469757" y="879281"/>
                </a:lnTo>
                <a:lnTo>
                  <a:pt x="1470175" y="877106"/>
                </a:lnTo>
                <a:lnTo>
                  <a:pt x="1470607" y="874932"/>
                </a:lnTo>
                <a:lnTo>
                  <a:pt x="1471025" y="872758"/>
                </a:lnTo>
                <a:lnTo>
                  <a:pt x="1471456" y="870596"/>
                </a:lnTo>
                <a:lnTo>
                  <a:pt x="1471875" y="868422"/>
                </a:lnTo>
                <a:lnTo>
                  <a:pt x="1472294" y="866260"/>
                </a:lnTo>
                <a:lnTo>
                  <a:pt x="1472725" y="864085"/>
                </a:lnTo>
                <a:lnTo>
                  <a:pt x="1473143" y="861924"/>
                </a:lnTo>
                <a:lnTo>
                  <a:pt x="1473562" y="859762"/>
                </a:lnTo>
                <a:lnTo>
                  <a:pt x="1473993" y="857600"/>
                </a:lnTo>
                <a:lnTo>
                  <a:pt x="1474412" y="855439"/>
                </a:lnTo>
                <a:lnTo>
                  <a:pt x="1474843" y="853277"/>
                </a:lnTo>
                <a:lnTo>
                  <a:pt x="1475249" y="851115"/>
                </a:lnTo>
                <a:lnTo>
                  <a:pt x="1475680" y="848966"/>
                </a:lnTo>
                <a:lnTo>
                  <a:pt x="1476099" y="846805"/>
                </a:lnTo>
                <a:lnTo>
                  <a:pt x="1476530" y="844656"/>
                </a:lnTo>
                <a:lnTo>
                  <a:pt x="1476949" y="842494"/>
                </a:lnTo>
                <a:lnTo>
                  <a:pt x="1477367" y="840332"/>
                </a:lnTo>
                <a:lnTo>
                  <a:pt x="1477799" y="838196"/>
                </a:lnTo>
                <a:lnTo>
                  <a:pt x="1478217" y="836035"/>
                </a:lnTo>
                <a:lnTo>
                  <a:pt x="1478636" y="833898"/>
                </a:lnTo>
                <a:lnTo>
                  <a:pt x="1479067" y="831749"/>
                </a:lnTo>
                <a:lnTo>
                  <a:pt x="1479486" y="829600"/>
                </a:lnTo>
                <a:lnTo>
                  <a:pt x="1479917" y="827451"/>
                </a:lnTo>
                <a:lnTo>
                  <a:pt x="1480323" y="825315"/>
                </a:lnTo>
                <a:lnTo>
                  <a:pt x="1480754" y="823166"/>
                </a:lnTo>
                <a:lnTo>
                  <a:pt x="1481173" y="821030"/>
                </a:lnTo>
                <a:lnTo>
                  <a:pt x="1481604" y="818894"/>
                </a:lnTo>
                <a:lnTo>
                  <a:pt x="1482022" y="816745"/>
                </a:lnTo>
                <a:lnTo>
                  <a:pt x="1482454" y="814608"/>
                </a:lnTo>
                <a:lnTo>
                  <a:pt x="1482872" y="812485"/>
                </a:lnTo>
                <a:lnTo>
                  <a:pt x="1483291" y="810336"/>
                </a:lnTo>
                <a:lnTo>
                  <a:pt x="1483709" y="808212"/>
                </a:lnTo>
                <a:lnTo>
                  <a:pt x="1484141" y="806076"/>
                </a:lnTo>
                <a:lnTo>
                  <a:pt x="1484559" y="803953"/>
                </a:lnTo>
                <a:lnTo>
                  <a:pt x="1484991" y="801829"/>
                </a:lnTo>
                <a:lnTo>
                  <a:pt x="1485409" y="799693"/>
                </a:lnTo>
                <a:lnTo>
                  <a:pt x="1485828" y="797569"/>
                </a:lnTo>
                <a:lnTo>
                  <a:pt x="1486259" y="795446"/>
                </a:lnTo>
                <a:lnTo>
                  <a:pt x="1486678" y="793322"/>
                </a:lnTo>
                <a:lnTo>
                  <a:pt x="1487109" y="791199"/>
                </a:lnTo>
                <a:lnTo>
                  <a:pt x="1487527" y="789075"/>
                </a:lnTo>
                <a:lnTo>
                  <a:pt x="1487946" y="786964"/>
                </a:lnTo>
                <a:lnTo>
                  <a:pt x="1488365" y="784841"/>
                </a:lnTo>
                <a:lnTo>
                  <a:pt x="1488796" y="782730"/>
                </a:lnTo>
                <a:lnTo>
                  <a:pt x="1489214" y="780619"/>
                </a:lnTo>
                <a:lnTo>
                  <a:pt x="1489646" y="778508"/>
                </a:lnTo>
                <a:lnTo>
                  <a:pt x="1490064" y="776385"/>
                </a:lnTo>
                <a:lnTo>
                  <a:pt x="1490483" y="774274"/>
                </a:lnTo>
                <a:lnTo>
                  <a:pt x="1490901" y="772176"/>
                </a:lnTo>
                <a:lnTo>
                  <a:pt x="1491333" y="770065"/>
                </a:lnTo>
                <a:lnTo>
                  <a:pt x="1491751" y="767954"/>
                </a:lnTo>
                <a:lnTo>
                  <a:pt x="1492183" y="765856"/>
                </a:lnTo>
                <a:lnTo>
                  <a:pt x="1492601" y="763745"/>
                </a:lnTo>
                <a:lnTo>
                  <a:pt x="1493020" y="761647"/>
                </a:lnTo>
                <a:lnTo>
                  <a:pt x="1493451" y="759549"/>
                </a:lnTo>
                <a:lnTo>
                  <a:pt x="1493870" y="757451"/>
                </a:lnTo>
                <a:lnTo>
                  <a:pt x="1494288" y="755353"/>
                </a:lnTo>
                <a:lnTo>
                  <a:pt x="1494719" y="753268"/>
                </a:lnTo>
                <a:lnTo>
                  <a:pt x="1495138" y="751170"/>
                </a:lnTo>
                <a:lnTo>
                  <a:pt x="1495569" y="749072"/>
                </a:lnTo>
                <a:lnTo>
                  <a:pt x="1495975" y="746986"/>
                </a:lnTo>
                <a:lnTo>
                  <a:pt x="1496406" y="744901"/>
                </a:lnTo>
                <a:lnTo>
                  <a:pt x="1496825" y="742815"/>
                </a:lnTo>
                <a:lnTo>
                  <a:pt x="1497256" y="740730"/>
                </a:lnTo>
                <a:lnTo>
                  <a:pt x="1497675" y="738645"/>
                </a:lnTo>
                <a:lnTo>
                  <a:pt x="1498093" y="736559"/>
                </a:lnTo>
                <a:lnTo>
                  <a:pt x="1498525" y="734487"/>
                </a:lnTo>
                <a:lnTo>
                  <a:pt x="1498943" y="732401"/>
                </a:lnTo>
                <a:lnTo>
                  <a:pt x="1499362" y="730328"/>
                </a:lnTo>
                <a:lnTo>
                  <a:pt x="1499793" y="728256"/>
                </a:lnTo>
                <a:lnTo>
                  <a:pt x="1500212" y="726183"/>
                </a:lnTo>
                <a:lnTo>
                  <a:pt x="1500643" y="724110"/>
                </a:lnTo>
                <a:lnTo>
                  <a:pt x="1501062" y="722038"/>
                </a:lnTo>
                <a:lnTo>
                  <a:pt x="1501480" y="719965"/>
                </a:lnTo>
                <a:lnTo>
                  <a:pt x="1501899" y="717905"/>
                </a:lnTo>
                <a:lnTo>
                  <a:pt x="1502330" y="715833"/>
                </a:lnTo>
                <a:lnTo>
                  <a:pt x="1502749" y="713773"/>
                </a:lnTo>
                <a:lnTo>
                  <a:pt x="1503180" y="711700"/>
                </a:lnTo>
                <a:lnTo>
                  <a:pt x="1503598" y="709653"/>
                </a:lnTo>
                <a:lnTo>
                  <a:pt x="1504017" y="707593"/>
                </a:lnTo>
                <a:lnTo>
                  <a:pt x="1504436" y="705533"/>
                </a:lnTo>
                <a:lnTo>
                  <a:pt x="1504867" y="703486"/>
                </a:lnTo>
                <a:lnTo>
                  <a:pt x="1505285" y="701426"/>
                </a:lnTo>
                <a:lnTo>
                  <a:pt x="1505717" y="699378"/>
                </a:lnTo>
                <a:lnTo>
                  <a:pt x="1506135" y="697318"/>
                </a:lnTo>
                <a:lnTo>
                  <a:pt x="1506554" y="695271"/>
                </a:lnTo>
                <a:lnTo>
                  <a:pt x="1506985" y="693237"/>
                </a:lnTo>
                <a:lnTo>
                  <a:pt x="1507404" y="691189"/>
                </a:lnTo>
                <a:lnTo>
                  <a:pt x="1507822" y="689142"/>
                </a:lnTo>
                <a:lnTo>
                  <a:pt x="1508253" y="687108"/>
                </a:lnTo>
                <a:lnTo>
                  <a:pt x="1508672" y="685060"/>
                </a:lnTo>
                <a:lnTo>
                  <a:pt x="1509103" y="683026"/>
                </a:lnTo>
                <a:lnTo>
                  <a:pt x="1509509" y="680991"/>
                </a:lnTo>
                <a:lnTo>
                  <a:pt x="1509940" y="678957"/>
                </a:lnTo>
                <a:lnTo>
                  <a:pt x="1510359" y="676935"/>
                </a:lnTo>
                <a:lnTo>
                  <a:pt x="1510790" y="674901"/>
                </a:lnTo>
                <a:lnTo>
                  <a:pt x="1511209" y="672866"/>
                </a:lnTo>
                <a:lnTo>
                  <a:pt x="1511627" y="670844"/>
                </a:lnTo>
                <a:lnTo>
                  <a:pt x="1512059" y="668822"/>
                </a:lnTo>
                <a:lnTo>
                  <a:pt x="1512477" y="666801"/>
                </a:lnTo>
                <a:lnTo>
                  <a:pt x="1512896" y="664779"/>
                </a:lnTo>
                <a:lnTo>
                  <a:pt x="1513327" y="662757"/>
                </a:lnTo>
                <a:lnTo>
                  <a:pt x="1513746" y="660748"/>
                </a:lnTo>
                <a:lnTo>
                  <a:pt x="1514177" y="658739"/>
                </a:lnTo>
                <a:lnTo>
                  <a:pt x="1514596" y="656717"/>
                </a:lnTo>
                <a:lnTo>
                  <a:pt x="1515014" y="654708"/>
                </a:lnTo>
                <a:lnTo>
                  <a:pt x="1515433" y="652699"/>
                </a:lnTo>
                <a:lnTo>
                  <a:pt x="1515864" y="650690"/>
                </a:lnTo>
                <a:lnTo>
                  <a:pt x="1516283" y="648693"/>
                </a:lnTo>
                <a:lnTo>
                  <a:pt x="1516714" y="646684"/>
                </a:lnTo>
                <a:lnTo>
                  <a:pt x="1517132" y="644675"/>
                </a:lnTo>
                <a:lnTo>
                  <a:pt x="1517551" y="642679"/>
                </a:lnTo>
                <a:lnTo>
                  <a:pt x="1517970" y="640682"/>
                </a:lnTo>
                <a:lnTo>
                  <a:pt x="1518401" y="638686"/>
                </a:lnTo>
                <a:lnTo>
                  <a:pt x="1518819" y="636690"/>
                </a:lnTo>
                <a:lnTo>
                  <a:pt x="1519251" y="634706"/>
                </a:lnTo>
                <a:lnTo>
                  <a:pt x="1519669" y="632710"/>
                </a:lnTo>
                <a:lnTo>
                  <a:pt x="1520088" y="630726"/>
                </a:lnTo>
                <a:lnTo>
                  <a:pt x="1520506" y="628742"/>
                </a:lnTo>
                <a:lnTo>
                  <a:pt x="1520938" y="626759"/>
                </a:lnTo>
                <a:lnTo>
                  <a:pt x="1521356" y="624775"/>
                </a:lnTo>
                <a:lnTo>
                  <a:pt x="1521788" y="622791"/>
                </a:lnTo>
                <a:lnTo>
                  <a:pt x="1522206" y="620820"/>
                </a:lnTo>
                <a:lnTo>
                  <a:pt x="1522625" y="618837"/>
                </a:lnTo>
                <a:lnTo>
                  <a:pt x="1523043" y="616879"/>
                </a:lnTo>
                <a:lnTo>
                  <a:pt x="1523475" y="614895"/>
                </a:lnTo>
                <a:lnTo>
                  <a:pt x="1523893" y="612924"/>
                </a:lnTo>
                <a:lnTo>
                  <a:pt x="1524324" y="610966"/>
                </a:lnTo>
                <a:lnTo>
                  <a:pt x="1524743" y="609008"/>
                </a:lnTo>
                <a:lnTo>
                  <a:pt x="1525162" y="607037"/>
                </a:lnTo>
                <a:lnTo>
                  <a:pt x="1525593" y="605078"/>
                </a:lnTo>
                <a:lnTo>
                  <a:pt x="1526011" y="603120"/>
                </a:lnTo>
                <a:lnTo>
                  <a:pt x="1526443" y="601162"/>
                </a:lnTo>
                <a:lnTo>
                  <a:pt x="1526861" y="599216"/>
                </a:lnTo>
                <a:lnTo>
                  <a:pt x="1527280" y="597258"/>
                </a:lnTo>
                <a:lnTo>
                  <a:pt x="1527711" y="595313"/>
                </a:lnTo>
                <a:lnTo>
                  <a:pt x="1528130" y="593354"/>
                </a:lnTo>
                <a:lnTo>
                  <a:pt x="1528548" y="591409"/>
                </a:lnTo>
                <a:lnTo>
                  <a:pt x="1528980" y="589463"/>
                </a:lnTo>
                <a:lnTo>
                  <a:pt x="1529398" y="587518"/>
                </a:lnTo>
                <a:lnTo>
                  <a:pt x="1529829" y="585585"/>
                </a:lnTo>
                <a:lnTo>
                  <a:pt x="1530235" y="583652"/>
                </a:lnTo>
                <a:lnTo>
                  <a:pt x="1530667" y="581720"/>
                </a:lnTo>
                <a:lnTo>
                  <a:pt x="1531085" y="579787"/>
                </a:lnTo>
                <a:lnTo>
                  <a:pt x="1531516" y="577854"/>
                </a:lnTo>
                <a:lnTo>
                  <a:pt x="1531935" y="575921"/>
                </a:lnTo>
                <a:lnTo>
                  <a:pt x="1532354" y="574001"/>
                </a:lnTo>
                <a:lnTo>
                  <a:pt x="1532785" y="572068"/>
                </a:lnTo>
                <a:lnTo>
                  <a:pt x="1533203" y="570148"/>
                </a:lnTo>
                <a:lnTo>
                  <a:pt x="1533622" y="568241"/>
                </a:lnTo>
                <a:lnTo>
                  <a:pt x="1534053" y="566321"/>
                </a:lnTo>
                <a:lnTo>
                  <a:pt x="1534472" y="564401"/>
                </a:lnTo>
                <a:lnTo>
                  <a:pt x="1534890" y="562481"/>
                </a:lnTo>
                <a:lnTo>
                  <a:pt x="1535322" y="560573"/>
                </a:lnTo>
                <a:lnTo>
                  <a:pt x="1535740" y="558666"/>
                </a:lnTo>
                <a:lnTo>
                  <a:pt x="1536159" y="556759"/>
                </a:lnTo>
                <a:lnTo>
                  <a:pt x="1536590" y="554851"/>
                </a:lnTo>
                <a:lnTo>
                  <a:pt x="1537009" y="552957"/>
                </a:lnTo>
                <a:lnTo>
                  <a:pt x="1537440" y="551062"/>
                </a:lnTo>
                <a:lnTo>
                  <a:pt x="1537846" y="549167"/>
                </a:lnTo>
                <a:lnTo>
                  <a:pt x="1538277" y="547260"/>
                </a:lnTo>
                <a:lnTo>
                  <a:pt x="1538696" y="545365"/>
                </a:lnTo>
                <a:lnTo>
                  <a:pt x="1539127" y="543471"/>
                </a:lnTo>
                <a:lnTo>
                  <a:pt x="1539546" y="541589"/>
                </a:lnTo>
                <a:lnTo>
                  <a:pt x="1539964" y="539707"/>
                </a:lnTo>
                <a:lnTo>
                  <a:pt x="1540395" y="537825"/>
                </a:lnTo>
                <a:lnTo>
                  <a:pt x="1540814" y="535943"/>
                </a:lnTo>
                <a:lnTo>
                  <a:pt x="1541233" y="534061"/>
                </a:lnTo>
                <a:lnTo>
                  <a:pt x="1541664" y="532179"/>
                </a:lnTo>
                <a:lnTo>
                  <a:pt x="1542082" y="530310"/>
                </a:lnTo>
                <a:lnTo>
                  <a:pt x="1542514" y="528441"/>
                </a:lnTo>
                <a:lnTo>
                  <a:pt x="1542932" y="526571"/>
                </a:lnTo>
                <a:lnTo>
                  <a:pt x="1543351" y="524715"/>
                </a:lnTo>
                <a:lnTo>
                  <a:pt x="1543769" y="522846"/>
                </a:lnTo>
                <a:lnTo>
                  <a:pt x="1544201" y="520976"/>
                </a:lnTo>
                <a:lnTo>
                  <a:pt x="1544619" y="519120"/>
                </a:lnTo>
                <a:lnTo>
                  <a:pt x="1545051" y="517263"/>
                </a:lnTo>
                <a:lnTo>
                  <a:pt x="1545469" y="515407"/>
                </a:lnTo>
                <a:lnTo>
                  <a:pt x="1545888" y="513550"/>
                </a:lnTo>
                <a:lnTo>
                  <a:pt x="1546306" y="511707"/>
                </a:lnTo>
                <a:lnTo>
                  <a:pt x="1546738" y="509850"/>
                </a:lnTo>
                <a:lnTo>
                  <a:pt x="1547156" y="508019"/>
                </a:lnTo>
                <a:lnTo>
                  <a:pt x="1547587" y="506175"/>
                </a:lnTo>
                <a:lnTo>
                  <a:pt x="1548006" y="504332"/>
                </a:lnTo>
                <a:lnTo>
                  <a:pt x="1548425" y="502488"/>
                </a:lnTo>
                <a:lnTo>
                  <a:pt x="1548856" y="500657"/>
                </a:lnTo>
                <a:lnTo>
                  <a:pt x="1549274" y="498826"/>
                </a:lnTo>
                <a:lnTo>
                  <a:pt x="1549693" y="496995"/>
                </a:lnTo>
                <a:lnTo>
                  <a:pt x="1550124" y="495163"/>
                </a:lnTo>
                <a:lnTo>
                  <a:pt x="1550543" y="493345"/>
                </a:lnTo>
                <a:lnTo>
                  <a:pt x="1550974" y="491527"/>
                </a:lnTo>
                <a:lnTo>
                  <a:pt x="1551380" y="489696"/>
                </a:lnTo>
                <a:lnTo>
                  <a:pt x="1551811" y="487877"/>
                </a:lnTo>
                <a:lnTo>
                  <a:pt x="1552230" y="486072"/>
                </a:lnTo>
                <a:lnTo>
                  <a:pt x="1552661" y="484253"/>
                </a:lnTo>
                <a:lnTo>
                  <a:pt x="1553080" y="482448"/>
                </a:lnTo>
                <a:lnTo>
                  <a:pt x="1553498" y="480642"/>
                </a:lnTo>
                <a:lnTo>
                  <a:pt x="1553929" y="478836"/>
                </a:lnTo>
                <a:lnTo>
                  <a:pt x="1554348" y="477031"/>
                </a:lnTo>
                <a:lnTo>
                  <a:pt x="1554767" y="475225"/>
                </a:lnTo>
                <a:lnTo>
                  <a:pt x="1555198" y="473432"/>
                </a:lnTo>
                <a:lnTo>
                  <a:pt x="1555616" y="471639"/>
                </a:lnTo>
                <a:lnTo>
                  <a:pt x="1556048" y="469846"/>
                </a:lnTo>
                <a:lnTo>
                  <a:pt x="1556454" y="468053"/>
                </a:lnTo>
                <a:lnTo>
                  <a:pt x="1556885" y="466273"/>
                </a:lnTo>
                <a:lnTo>
                  <a:pt x="1557303" y="464480"/>
                </a:lnTo>
                <a:lnTo>
                  <a:pt x="1557735" y="462700"/>
                </a:lnTo>
                <a:lnTo>
                  <a:pt x="1558153" y="460920"/>
                </a:lnTo>
                <a:lnTo>
                  <a:pt x="1558572" y="459140"/>
                </a:lnTo>
                <a:lnTo>
                  <a:pt x="1559003" y="457372"/>
                </a:lnTo>
                <a:lnTo>
                  <a:pt x="1559422" y="455592"/>
                </a:lnTo>
                <a:lnTo>
                  <a:pt x="1559840" y="453837"/>
                </a:lnTo>
                <a:lnTo>
                  <a:pt x="1560272" y="452057"/>
                </a:lnTo>
                <a:lnTo>
                  <a:pt x="1560690" y="450302"/>
                </a:lnTo>
                <a:lnTo>
                  <a:pt x="1561121" y="448535"/>
                </a:lnTo>
                <a:lnTo>
                  <a:pt x="1561540" y="446780"/>
                </a:lnTo>
                <a:lnTo>
                  <a:pt x="1561959" y="445025"/>
                </a:lnTo>
                <a:lnTo>
                  <a:pt x="1562390" y="443270"/>
                </a:lnTo>
                <a:lnTo>
                  <a:pt x="1562808" y="441516"/>
                </a:lnTo>
                <a:lnTo>
                  <a:pt x="1563227" y="439774"/>
                </a:lnTo>
                <a:lnTo>
                  <a:pt x="1563658" y="438032"/>
                </a:lnTo>
                <a:lnTo>
                  <a:pt x="1564077" y="436290"/>
                </a:lnTo>
                <a:lnTo>
                  <a:pt x="1564495" y="434547"/>
                </a:lnTo>
                <a:lnTo>
                  <a:pt x="1564927" y="432818"/>
                </a:lnTo>
                <a:lnTo>
                  <a:pt x="1565345" y="431076"/>
                </a:lnTo>
                <a:lnTo>
                  <a:pt x="1565777" y="429347"/>
                </a:lnTo>
                <a:lnTo>
                  <a:pt x="1566195" y="427617"/>
                </a:lnTo>
                <a:lnTo>
                  <a:pt x="1566614" y="425888"/>
                </a:lnTo>
                <a:lnTo>
                  <a:pt x="1567032" y="424171"/>
                </a:lnTo>
                <a:lnTo>
                  <a:pt x="1567464" y="422442"/>
                </a:lnTo>
                <a:lnTo>
                  <a:pt x="1567882" y="420725"/>
                </a:lnTo>
                <a:lnTo>
                  <a:pt x="1568313" y="419022"/>
                </a:lnTo>
                <a:lnTo>
                  <a:pt x="1568732" y="417305"/>
                </a:lnTo>
                <a:lnTo>
                  <a:pt x="1569151" y="415588"/>
                </a:lnTo>
                <a:lnTo>
                  <a:pt x="1569582" y="413897"/>
                </a:lnTo>
                <a:lnTo>
                  <a:pt x="1570000" y="412180"/>
                </a:lnTo>
                <a:lnTo>
                  <a:pt x="1570419" y="410489"/>
                </a:lnTo>
                <a:lnTo>
                  <a:pt x="1570850" y="408785"/>
                </a:lnTo>
                <a:lnTo>
                  <a:pt x="1571269" y="407094"/>
                </a:lnTo>
                <a:lnTo>
                  <a:pt x="1571700" y="405390"/>
                </a:lnTo>
                <a:lnTo>
                  <a:pt x="1572106" y="403712"/>
                </a:lnTo>
                <a:lnTo>
                  <a:pt x="1572537" y="402021"/>
                </a:lnTo>
                <a:lnTo>
                  <a:pt x="1572956" y="400329"/>
                </a:lnTo>
                <a:lnTo>
                  <a:pt x="1573387" y="398651"/>
                </a:lnTo>
                <a:lnTo>
                  <a:pt x="1573806" y="396972"/>
                </a:lnTo>
                <a:lnTo>
                  <a:pt x="1574224" y="395294"/>
                </a:lnTo>
                <a:lnTo>
                  <a:pt x="1574656" y="393628"/>
                </a:lnTo>
                <a:lnTo>
                  <a:pt x="1575074" y="391962"/>
                </a:lnTo>
                <a:lnTo>
                  <a:pt x="1575493" y="390284"/>
                </a:lnTo>
                <a:lnTo>
                  <a:pt x="1575924" y="388618"/>
                </a:lnTo>
                <a:lnTo>
                  <a:pt x="1576343" y="386965"/>
                </a:lnTo>
                <a:lnTo>
                  <a:pt x="1576774" y="385312"/>
                </a:lnTo>
                <a:lnTo>
                  <a:pt x="1577192" y="383646"/>
                </a:lnTo>
                <a:lnTo>
                  <a:pt x="1577611" y="381993"/>
                </a:lnTo>
                <a:lnTo>
                  <a:pt x="1578030" y="380340"/>
                </a:lnTo>
                <a:lnTo>
                  <a:pt x="1578461" y="378700"/>
                </a:lnTo>
                <a:lnTo>
                  <a:pt x="1578879" y="377060"/>
                </a:lnTo>
                <a:lnTo>
                  <a:pt x="1579311" y="375419"/>
                </a:lnTo>
                <a:lnTo>
                  <a:pt x="1579729" y="373766"/>
                </a:lnTo>
                <a:lnTo>
                  <a:pt x="1580148" y="372139"/>
                </a:lnTo>
                <a:lnTo>
                  <a:pt x="1580566" y="370511"/>
                </a:lnTo>
                <a:lnTo>
                  <a:pt x="1580998" y="368871"/>
                </a:lnTo>
                <a:lnTo>
                  <a:pt x="1581416" y="367243"/>
                </a:lnTo>
                <a:lnTo>
                  <a:pt x="1581848" y="365628"/>
                </a:lnTo>
                <a:lnTo>
                  <a:pt x="1582266" y="364013"/>
                </a:lnTo>
                <a:lnTo>
                  <a:pt x="1582685" y="362386"/>
                </a:lnTo>
                <a:lnTo>
                  <a:pt x="1583116" y="360771"/>
                </a:lnTo>
                <a:lnTo>
                  <a:pt x="1583535" y="359156"/>
                </a:lnTo>
                <a:lnTo>
                  <a:pt x="1583953" y="357554"/>
                </a:lnTo>
                <a:lnTo>
                  <a:pt x="1584384" y="355951"/>
                </a:lnTo>
                <a:lnTo>
                  <a:pt x="1584803" y="354349"/>
                </a:lnTo>
                <a:lnTo>
                  <a:pt x="1585234" y="352734"/>
                </a:lnTo>
                <a:lnTo>
                  <a:pt x="1585640" y="351145"/>
                </a:lnTo>
                <a:lnTo>
                  <a:pt x="1586071" y="349555"/>
                </a:lnTo>
                <a:lnTo>
                  <a:pt x="1586490" y="347966"/>
                </a:lnTo>
                <a:lnTo>
                  <a:pt x="1586921" y="346364"/>
                </a:lnTo>
                <a:lnTo>
                  <a:pt x="1587340" y="344787"/>
                </a:lnTo>
                <a:lnTo>
                  <a:pt x="1587758" y="343210"/>
                </a:lnTo>
                <a:lnTo>
                  <a:pt x="1588190" y="341621"/>
                </a:lnTo>
                <a:lnTo>
                  <a:pt x="1588608" y="340057"/>
                </a:lnTo>
                <a:lnTo>
                  <a:pt x="1589027" y="338480"/>
                </a:lnTo>
                <a:lnTo>
                  <a:pt x="1589458" y="336916"/>
                </a:lnTo>
                <a:lnTo>
                  <a:pt x="1589877" y="335339"/>
                </a:lnTo>
                <a:lnTo>
                  <a:pt x="1590308" y="333788"/>
                </a:lnTo>
                <a:lnTo>
                  <a:pt x="1590714" y="332211"/>
                </a:lnTo>
                <a:lnTo>
                  <a:pt x="1591145" y="330660"/>
                </a:lnTo>
                <a:lnTo>
                  <a:pt x="1591564" y="329108"/>
                </a:lnTo>
                <a:lnTo>
                  <a:pt x="1591995" y="327557"/>
                </a:lnTo>
                <a:lnTo>
                  <a:pt x="1592413" y="326006"/>
                </a:lnTo>
                <a:lnTo>
                  <a:pt x="1592832" y="324455"/>
                </a:lnTo>
                <a:lnTo>
                  <a:pt x="1593263" y="322916"/>
                </a:lnTo>
                <a:lnTo>
                  <a:pt x="1593682" y="321377"/>
                </a:lnTo>
                <a:lnTo>
                  <a:pt x="1594101" y="319851"/>
                </a:lnTo>
                <a:lnTo>
                  <a:pt x="1594532" y="318313"/>
                </a:lnTo>
                <a:lnTo>
                  <a:pt x="1594950" y="316787"/>
                </a:lnTo>
                <a:lnTo>
                  <a:pt x="1595382" y="315261"/>
                </a:lnTo>
                <a:lnTo>
                  <a:pt x="1595800" y="313735"/>
                </a:lnTo>
                <a:lnTo>
                  <a:pt x="1596219" y="312209"/>
                </a:lnTo>
                <a:lnTo>
                  <a:pt x="1596637" y="310696"/>
                </a:lnTo>
                <a:lnTo>
                  <a:pt x="1597069" y="309183"/>
                </a:lnTo>
                <a:lnTo>
                  <a:pt x="1597487" y="307670"/>
                </a:lnTo>
                <a:lnTo>
                  <a:pt x="1597918" y="306157"/>
                </a:lnTo>
                <a:lnTo>
                  <a:pt x="1598337" y="304656"/>
                </a:lnTo>
                <a:lnTo>
                  <a:pt x="1598756" y="303156"/>
                </a:lnTo>
                <a:lnTo>
                  <a:pt x="1599174" y="301655"/>
                </a:lnTo>
                <a:lnTo>
                  <a:pt x="1599605" y="300167"/>
                </a:lnTo>
                <a:lnTo>
                  <a:pt x="1600037" y="298680"/>
                </a:lnTo>
                <a:lnTo>
                  <a:pt x="1600455" y="297179"/>
                </a:lnTo>
                <a:lnTo>
                  <a:pt x="1600874" y="295704"/>
                </a:lnTo>
                <a:lnTo>
                  <a:pt x="1601292" y="294204"/>
                </a:lnTo>
                <a:lnTo>
                  <a:pt x="1601724" y="292741"/>
                </a:lnTo>
                <a:lnTo>
                  <a:pt x="1602142" y="291266"/>
                </a:lnTo>
                <a:lnTo>
                  <a:pt x="1602574" y="289791"/>
                </a:lnTo>
                <a:lnTo>
                  <a:pt x="1602992" y="288316"/>
                </a:lnTo>
                <a:lnTo>
                  <a:pt x="1603411" y="286854"/>
                </a:lnTo>
                <a:lnTo>
                  <a:pt x="1603842" y="285392"/>
                </a:lnTo>
                <a:lnTo>
                  <a:pt x="1604261" y="283929"/>
                </a:lnTo>
                <a:lnTo>
                  <a:pt x="1604679" y="282467"/>
                </a:lnTo>
                <a:lnTo>
                  <a:pt x="1605110" y="281018"/>
                </a:lnTo>
                <a:lnTo>
                  <a:pt x="1605529" y="279568"/>
                </a:lnTo>
                <a:lnTo>
                  <a:pt x="1605960" y="278131"/>
                </a:lnTo>
                <a:lnTo>
                  <a:pt x="1606366" y="276681"/>
                </a:lnTo>
                <a:lnTo>
                  <a:pt x="1606797" y="275232"/>
                </a:lnTo>
                <a:lnTo>
                  <a:pt x="1607216" y="273795"/>
                </a:lnTo>
                <a:lnTo>
                  <a:pt x="1607647" y="272371"/>
                </a:lnTo>
                <a:lnTo>
                  <a:pt x="1608066" y="270934"/>
                </a:lnTo>
                <a:lnTo>
                  <a:pt x="1608484" y="269510"/>
                </a:lnTo>
                <a:lnTo>
                  <a:pt x="1608916" y="268086"/>
                </a:lnTo>
                <a:lnTo>
                  <a:pt x="1609334" y="266661"/>
                </a:lnTo>
                <a:lnTo>
                  <a:pt x="1609753" y="265250"/>
                </a:lnTo>
                <a:lnTo>
                  <a:pt x="1610184" y="263839"/>
                </a:lnTo>
                <a:lnTo>
                  <a:pt x="1610603" y="262427"/>
                </a:lnTo>
                <a:lnTo>
                  <a:pt x="1611034" y="261016"/>
                </a:lnTo>
                <a:lnTo>
                  <a:pt x="1611453" y="259617"/>
                </a:lnTo>
                <a:lnTo>
                  <a:pt x="1611871" y="258218"/>
                </a:lnTo>
                <a:lnTo>
                  <a:pt x="1612290" y="256819"/>
                </a:lnTo>
                <a:lnTo>
                  <a:pt x="1612721" y="255421"/>
                </a:lnTo>
                <a:lnTo>
                  <a:pt x="1613140" y="254035"/>
                </a:lnTo>
                <a:lnTo>
                  <a:pt x="1613571" y="252636"/>
                </a:lnTo>
                <a:lnTo>
                  <a:pt x="1613989" y="251263"/>
                </a:lnTo>
                <a:lnTo>
                  <a:pt x="1614408" y="249877"/>
                </a:lnTo>
                <a:lnTo>
                  <a:pt x="1614827" y="248503"/>
                </a:lnTo>
                <a:lnTo>
                  <a:pt x="1615258" y="247130"/>
                </a:lnTo>
                <a:lnTo>
                  <a:pt x="1615676" y="245757"/>
                </a:lnTo>
                <a:lnTo>
                  <a:pt x="1616108" y="244396"/>
                </a:lnTo>
                <a:lnTo>
                  <a:pt x="1616526" y="243036"/>
                </a:lnTo>
                <a:lnTo>
                  <a:pt x="1616945" y="241662"/>
                </a:lnTo>
                <a:lnTo>
                  <a:pt x="1617376" y="240314"/>
                </a:lnTo>
                <a:lnTo>
                  <a:pt x="1617795" y="238954"/>
                </a:lnTo>
                <a:lnTo>
                  <a:pt x="1618213" y="237606"/>
                </a:lnTo>
                <a:lnTo>
                  <a:pt x="1618645" y="236258"/>
                </a:lnTo>
                <a:lnTo>
                  <a:pt x="1619063" y="234910"/>
                </a:lnTo>
                <a:lnTo>
                  <a:pt x="1619494" y="233575"/>
                </a:lnTo>
                <a:lnTo>
                  <a:pt x="1619900" y="232240"/>
                </a:lnTo>
                <a:lnTo>
                  <a:pt x="1620332" y="230905"/>
                </a:lnTo>
                <a:lnTo>
                  <a:pt x="1620750" y="229582"/>
                </a:lnTo>
                <a:lnTo>
                  <a:pt x="1621181" y="228247"/>
                </a:lnTo>
                <a:lnTo>
                  <a:pt x="1621600" y="226925"/>
                </a:lnTo>
                <a:lnTo>
                  <a:pt x="1622019" y="225602"/>
                </a:lnTo>
                <a:lnTo>
                  <a:pt x="1622450" y="224293"/>
                </a:lnTo>
                <a:lnTo>
                  <a:pt x="1622868" y="222983"/>
                </a:lnTo>
                <a:lnTo>
                  <a:pt x="1623287" y="221673"/>
                </a:lnTo>
                <a:lnTo>
                  <a:pt x="1623718" y="220363"/>
                </a:lnTo>
                <a:lnTo>
                  <a:pt x="1624137" y="219066"/>
                </a:lnTo>
                <a:lnTo>
                  <a:pt x="1624568" y="217769"/>
                </a:lnTo>
                <a:lnTo>
                  <a:pt x="1624974" y="216472"/>
                </a:lnTo>
                <a:lnTo>
                  <a:pt x="1625405" y="215175"/>
                </a:lnTo>
                <a:lnTo>
                  <a:pt x="1625824" y="213891"/>
                </a:lnTo>
                <a:lnTo>
                  <a:pt x="1626255" y="212607"/>
                </a:lnTo>
                <a:lnTo>
                  <a:pt x="1626674" y="211323"/>
                </a:lnTo>
                <a:lnTo>
                  <a:pt x="1627092" y="210051"/>
                </a:lnTo>
                <a:lnTo>
                  <a:pt x="1627524" y="208767"/>
                </a:lnTo>
                <a:lnTo>
                  <a:pt x="1627942" y="207495"/>
                </a:lnTo>
                <a:lnTo>
                  <a:pt x="1628361" y="206236"/>
                </a:lnTo>
                <a:lnTo>
                  <a:pt x="1628792" y="204977"/>
                </a:lnTo>
                <a:lnTo>
                  <a:pt x="1629211" y="203706"/>
                </a:lnTo>
                <a:lnTo>
                  <a:pt x="1629642" y="202447"/>
                </a:lnTo>
                <a:lnTo>
                  <a:pt x="1630060" y="201201"/>
                </a:lnTo>
                <a:lnTo>
                  <a:pt x="1630479" y="199955"/>
                </a:lnTo>
                <a:lnTo>
                  <a:pt x="1630898" y="198696"/>
                </a:lnTo>
                <a:lnTo>
                  <a:pt x="1631329" y="197462"/>
                </a:lnTo>
                <a:lnTo>
                  <a:pt x="1631747" y="196229"/>
                </a:lnTo>
                <a:lnTo>
                  <a:pt x="1632179" y="194995"/>
                </a:lnTo>
                <a:lnTo>
                  <a:pt x="1632597" y="193762"/>
                </a:lnTo>
                <a:lnTo>
                  <a:pt x="1633016" y="192529"/>
                </a:lnTo>
                <a:lnTo>
                  <a:pt x="1633434" y="191308"/>
                </a:lnTo>
                <a:lnTo>
                  <a:pt x="1633866" y="190087"/>
                </a:lnTo>
                <a:lnTo>
                  <a:pt x="1634284" y="188867"/>
                </a:lnTo>
                <a:lnTo>
                  <a:pt x="1634715" y="187646"/>
                </a:lnTo>
                <a:lnTo>
                  <a:pt x="1635134" y="186438"/>
                </a:lnTo>
                <a:lnTo>
                  <a:pt x="1635553" y="185230"/>
                </a:lnTo>
                <a:lnTo>
                  <a:pt x="1635984" y="184022"/>
                </a:lnTo>
                <a:lnTo>
                  <a:pt x="1636402" y="182827"/>
                </a:lnTo>
                <a:lnTo>
                  <a:pt x="1636821" y="181631"/>
                </a:lnTo>
                <a:lnTo>
                  <a:pt x="1637252" y="180449"/>
                </a:lnTo>
                <a:lnTo>
                  <a:pt x="1637671" y="179253"/>
                </a:lnTo>
                <a:lnTo>
                  <a:pt x="1638102" y="178071"/>
                </a:lnTo>
                <a:lnTo>
                  <a:pt x="1638521" y="176888"/>
                </a:lnTo>
                <a:lnTo>
                  <a:pt x="1638939" y="175706"/>
                </a:lnTo>
                <a:lnTo>
                  <a:pt x="1639358" y="174536"/>
                </a:lnTo>
                <a:lnTo>
                  <a:pt x="1639789" y="173366"/>
                </a:lnTo>
                <a:lnTo>
                  <a:pt x="1640220" y="172196"/>
                </a:lnTo>
                <a:lnTo>
                  <a:pt x="1640626" y="171039"/>
                </a:lnTo>
                <a:lnTo>
                  <a:pt x="1641058" y="169869"/>
                </a:lnTo>
                <a:lnTo>
                  <a:pt x="1641476" y="168712"/>
                </a:lnTo>
                <a:lnTo>
                  <a:pt x="1641907" y="167568"/>
                </a:lnTo>
                <a:lnTo>
                  <a:pt x="1642326" y="166423"/>
                </a:lnTo>
                <a:lnTo>
                  <a:pt x="1642745" y="165279"/>
                </a:lnTo>
                <a:lnTo>
                  <a:pt x="1643176" y="164122"/>
                </a:lnTo>
                <a:lnTo>
                  <a:pt x="1643594" y="162990"/>
                </a:lnTo>
                <a:lnTo>
                  <a:pt x="1644013" y="161858"/>
                </a:lnTo>
                <a:lnTo>
                  <a:pt x="1644444" y="160727"/>
                </a:lnTo>
                <a:lnTo>
                  <a:pt x="1644863" y="159595"/>
                </a:lnTo>
                <a:lnTo>
                  <a:pt x="1645294" y="158476"/>
                </a:lnTo>
                <a:lnTo>
                  <a:pt x="1645713" y="157357"/>
                </a:lnTo>
                <a:lnTo>
                  <a:pt x="1646131" y="156251"/>
                </a:lnTo>
                <a:lnTo>
                  <a:pt x="1646550" y="155132"/>
                </a:lnTo>
                <a:lnTo>
                  <a:pt x="1646981" y="154025"/>
                </a:lnTo>
                <a:lnTo>
                  <a:pt x="1647400" y="152906"/>
                </a:lnTo>
                <a:lnTo>
                  <a:pt x="1647831" y="151813"/>
                </a:lnTo>
                <a:lnTo>
                  <a:pt x="1648237" y="150719"/>
                </a:lnTo>
                <a:lnTo>
                  <a:pt x="1648668" y="149626"/>
                </a:lnTo>
                <a:lnTo>
                  <a:pt x="1649087" y="148532"/>
                </a:lnTo>
                <a:lnTo>
                  <a:pt x="1649518" y="147451"/>
                </a:lnTo>
                <a:lnTo>
                  <a:pt x="1649937" y="146370"/>
                </a:lnTo>
                <a:lnTo>
                  <a:pt x="1650368" y="145290"/>
                </a:lnTo>
                <a:lnTo>
                  <a:pt x="1650786" y="144209"/>
                </a:lnTo>
                <a:lnTo>
                  <a:pt x="1651205" y="143141"/>
                </a:lnTo>
                <a:lnTo>
                  <a:pt x="1651624" y="142073"/>
                </a:lnTo>
                <a:lnTo>
                  <a:pt x="1652055" y="141004"/>
                </a:lnTo>
                <a:lnTo>
                  <a:pt x="1652473" y="139949"/>
                </a:lnTo>
                <a:lnTo>
                  <a:pt x="1652905" y="138894"/>
                </a:lnTo>
                <a:lnTo>
                  <a:pt x="1653323" y="137838"/>
                </a:lnTo>
                <a:lnTo>
                  <a:pt x="1653755" y="136796"/>
                </a:lnTo>
                <a:lnTo>
                  <a:pt x="1654160" y="135740"/>
                </a:lnTo>
                <a:lnTo>
                  <a:pt x="1654592" y="134710"/>
                </a:lnTo>
                <a:lnTo>
                  <a:pt x="1655010" y="133667"/>
                </a:lnTo>
                <a:lnTo>
                  <a:pt x="1655442" y="132625"/>
                </a:lnTo>
                <a:lnTo>
                  <a:pt x="1655860" y="131607"/>
                </a:lnTo>
                <a:lnTo>
                  <a:pt x="1656279" y="130578"/>
                </a:lnTo>
                <a:lnTo>
                  <a:pt x="1656697" y="129560"/>
                </a:lnTo>
                <a:lnTo>
                  <a:pt x="1657129" y="128543"/>
                </a:lnTo>
                <a:lnTo>
                  <a:pt x="1657547" y="127526"/>
                </a:lnTo>
                <a:lnTo>
                  <a:pt x="1657978" y="126508"/>
                </a:lnTo>
                <a:lnTo>
                  <a:pt x="1658397" y="125504"/>
                </a:lnTo>
                <a:lnTo>
                  <a:pt x="1658816" y="124499"/>
                </a:lnTo>
                <a:lnTo>
                  <a:pt x="1659234" y="123508"/>
                </a:lnTo>
                <a:lnTo>
                  <a:pt x="1659665" y="122516"/>
                </a:lnTo>
                <a:lnTo>
                  <a:pt x="1660084" y="121524"/>
                </a:lnTo>
                <a:lnTo>
                  <a:pt x="1660515" y="120532"/>
                </a:lnTo>
                <a:lnTo>
                  <a:pt x="1660934" y="119540"/>
                </a:lnTo>
                <a:lnTo>
                  <a:pt x="1661352" y="118561"/>
                </a:lnTo>
                <a:lnTo>
                  <a:pt x="1661771" y="117582"/>
                </a:lnTo>
                <a:lnTo>
                  <a:pt x="1662202" y="116616"/>
                </a:lnTo>
                <a:lnTo>
                  <a:pt x="1662621" y="115649"/>
                </a:lnTo>
                <a:lnTo>
                  <a:pt x="1663052" y="114683"/>
                </a:lnTo>
                <a:lnTo>
                  <a:pt x="1663471" y="113716"/>
                </a:lnTo>
                <a:lnTo>
                  <a:pt x="1663889" y="112763"/>
                </a:lnTo>
                <a:lnTo>
                  <a:pt x="1664321" y="111809"/>
                </a:lnTo>
                <a:lnTo>
                  <a:pt x="1664739" y="110868"/>
                </a:lnTo>
                <a:lnTo>
                  <a:pt x="1665158" y="109914"/>
                </a:lnTo>
                <a:lnTo>
                  <a:pt x="1665589" y="108973"/>
                </a:lnTo>
                <a:lnTo>
                  <a:pt x="1666008" y="108032"/>
                </a:lnTo>
                <a:lnTo>
                  <a:pt x="1666439" y="107092"/>
                </a:lnTo>
                <a:lnTo>
                  <a:pt x="1666845" y="106163"/>
                </a:lnTo>
                <a:lnTo>
                  <a:pt x="1667276" y="105235"/>
                </a:lnTo>
                <a:lnTo>
                  <a:pt x="1667695" y="104319"/>
                </a:lnTo>
                <a:lnTo>
                  <a:pt x="1668126" y="103391"/>
                </a:lnTo>
                <a:lnTo>
                  <a:pt x="1668544" y="102488"/>
                </a:lnTo>
                <a:lnTo>
                  <a:pt x="1668963" y="101573"/>
                </a:lnTo>
                <a:lnTo>
                  <a:pt x="1669394" y="100657"/>
                </a:lnTo>
                <a:lnTo>
                  <a:pt x="1669813" y="99755"/>
                </a:lnTo>
                <a:lnTo>
                  <a:pt x="1670231" y="98864"/>
                </a:lnTo>
                <a:lnTo>
                  <a:pt x="1670663" y="97974"/>
                </a:lnTo>
                <a:lnTo>
                  <a:pt x="1671081" y="97072"/>
                </a:lnTo>
                <a:lnTo>
                  <a:pt x="1671512" y="96194"/>
                </a:lnTo>
                <a:lnTo>
                  <a:pt x="1671931" y="95304"/>
                </a:lnTo>
                <a:lnTo>
                  <a:pt x="1672350" y="94427"/>
                </a:lnTo>
                <a:lnTo>
                  <a:pt x="1672768" y="93549"/>
                </a:lnTo>
                <a:lnTo>
                  <a:pt x="1673200" y="92685"/>
                </a:lnTo>
                <a:lnTo>
                  <a:pt x="1673618" y="91807"/>
                </a:lnTo>
                <a:lnTo>
                  <a:pt x="1674049" y="90943"/>
                </a:lnTo>
                <a:lnTo>
                  <a:pt x="1674468" y="90078"/>
                </a:lnTo>
                <a:lnTo>
                  <a:pt x="1674887" y="89226"/>
                </a:lnTo>
                <a:lnTo>
                  <a:pt x="1675305" y="88374"/>
                </a:lnTo>
                <a:lnTo>
                  <a:pt x="1675736" y="87522"/>
                </a:lnTo>
                <a:lnTo>
                  <a:pt x="1676168" y="86683"/>
                </a:lnTo>
                <a:lnTo>
                  <a:pt x="1676586" y="85844"/>
                </a:lnTo>
                <a:lnTo>
                  <a:pt x="1678704" y="81698"/>
                </a:lnTo>
                <a:lnTo>
                  <a:pt x="1679123" y="80884"/>
                </a:lnTo>
                <a:lnTo>
                  <a:pt x="1679542" y="80071"/>
                </a:lnTo>
                <a:lnTo>
                  <a:pt x="1679973" y="79257"/>
                </a:lnTo>
                <a:lnTo>
                  <a:pt x="1680391" y="78456"/>
                </a:lnTo>
                <a:lnTo>
                  <a:pt x="1680810" y="77655"/>
                </a:lnTo>
                <a:lnTo>
                  <a:pt x="1681241" y="76866"/>
                </a:lnTo>
                <a:lnTo>
                  <a:pt x="1681660" y="76065"/>
                </a:lnTo>
                <a:lnTo>
                  <a:pt x="1682091" y="75277"/>
                </a:lnTo>
                <a:lnTo>
                  <a:pt x="1682497" y="74488"/>
                </a:lnTo>
                <a:lnTo>
                  <a:pt x="1682928" y="73700"/>
                </a:lnTo>
                <a:lnTo>
                  <a:pt x="1683347" y="72937"/>
                </a:lnTo>
                <a:lnTo>
                  <a:pt x="1683778" y="72161"/>
                </a:lnTo>
                <a:lnTo>
                  <a:pt x="1684197" y="71398"/>
                </a:lnTo>
                <a:lnTo>
                  <a:pt x="1684615" y="70635"/>
                </a:lnTo>
                <a:lnTo>
                  <a:pt x="1685047" y="69860"/>
                </a:lnTo>
                <a:lnTo>
                  <a:pt x="1685465" y="69110"/>
                </a:lnTo>
                <a:lnTo>
                  <a:pt x="1685884" y="68347"/>
                </a:lnTo>
                <a:lnTo>
                  <a:pt x="1686315" y="67609"/>
                </a:lnTo>
                <a:lnTo>
                  <a:pt x="1686734" y="66859"/>
                </a:lnTo>
                <a:lnTo>
                  <a:pt x="1687165" y="66121"/>
                </a:lnTo>
                <a:lnTo>
                  <a:pt x="1687583" y="65384"/>
                </a:lnTo>
                <a:lnTo>
                  <a:pt x="1688002" y="64646"/>
                </a:lnTo>
                <a:lnTo>
                  <a:pt x="1688421" y="63922"/>
                </a:lnTo>
                <a:lnTo>
                  <a:pt x="1688852" y="63197"/>
                </a:lnTo>
                <a:lnTo>
                  <a:pt x="1689270" y="62472"/>
                </a:lnTo>
                <a:lnTo>
                  <a:pt x="1689702" y="61760"/>
                </a:lnTo>
                <a:lnTo>
                  <a:pt x="1690120" y="61035"/>
                </a:lnTo>
                <a:lnTo>
                  <a:pt x="1690539" y="60336"/>
                </a:lnTo>
                <a:lnTo>
                  <a:pt x="1690957" y="59624"/>
                </a:lnTo>
                <a:lnTo>
                  <a:pt x="1691389" y="58924"/>
                </a:lnTo>
                <a:lnTo>
                  <a:pt x="1691807" y="58225"/>
                </a:lnTo>
                <a:lnTo>
                  <a:pt x="1692239" y="57538"/>
                </a:lnTo>
                <a:lnTo>
                  <a:pt x="1692657" y="56852"/>
                </a:lnTo>
                <a:lnTo>
                  <a:pt x="1693076" y="56165"/>
                </a:lnTo>
                <a:lnTo>
                  <a:pt x="1693494" y="55491"/>
                </a:lnTo>
                <a:lnTo>
                  <a:pt x="1693926" y="54804"/>
                </a:lnTo>
                <a:lnTo>
                  <a:pt x="1694344" y="54130"/>
                </a:lnTo>
                <a:lnTo>
                  <a:pt x="1694775" y="53469"/>
                </a:lnTo>
                <a:lnTo>
                  <a:pt x="1695194" y="52808"/>
                </a:lnTo>
                <a:lnTo>
                  <a:pt x="1695625" y="52134"/>
                </a:lnTo>
                <a:lnTo>
                  <a:pt x="1696031" y="51486"/>
                </a:lnTo>
                <a:lnTo>
                  <a:pt x="1696462" y="50837"/>
                </a:lnTo>
                <a:lnTo>
                  <a:pt x="1696881" y="50189"/>
                </a:lnTo>
                <a:lnTo>
                  <a:pt x="1697312" y="49540"/>
                </a:lnTo>
                <a:lnTo>
                  <a:pt x="1697731" y="48904"/>
                </a:lnTo>
                <a:lnTo>
                  <a:pt x="1698149" y="48268"/>
                </a:lnTo>
                <a:lnTo>
                  <a:pt x="1698581" y="47633"/>
                </a:lnTo>
                <a:lnTo>
                  <a:pt x="1698999" y="47010"/>
                </a:lnTo>
                <a:lnTo>
                  <a:pt x="1699418" y="46374"/>
                </a:lnTo>
                <a:lnTo>
                  <a:pt x="1699849" y="45763"/>
                </a:lnTo>
                <a:lnTo>
                  <a:pt x="1700268" y="45140"/>
                </a:lnTo>
                <a:lnTo>
                  <a:pt x="1700699" y="44530"/>
                </a:lnTo>
                <a:lnTo>
                  <a:pt x="1701105" y="43932"/>
                </a:lnTo>
                <a:lnTo>
                  <a:pt x="1701536" y="43322"/>
                </a:lnTo>
                <a:lnTo>
                  <a:pt x="1701955" y="42724"/>
                </a:lnTo>
                <a:lnTo>
                  <a:pt x="1702386" y="42127"/>
                </a:lnTo>
                <a:lnTo>
                  <a:pt x="1702805" y="41542"/>
                </a:lnTo>
                <a:lnTo>
                  <a:pt x="1703223" y="40944"/>
                </a:lnTo>
                <a:lnTo>
                  <a:pt x="1703654" y="40372"/>
                </a:lnTo>
                <a:lnTo>
                  <a:pt x="1704073" y="39787"/>
                </a:lnTo>
                <a:lnTo>
                  <a:pt x="1704492" y="39215"/>
                </a:lnTo>
                <a:lnTo>
                  <a:pt x="1704923" y="38643"/>
                </a:lnTo>
                <a:lnTo>
                  <a:pt x="1705341" y="38070"/>
                </a:lnTo>
                <a:lnTo>
                  <a:pt x="1705773" y="37524"/>
                </a:lnTo>
                <a:lnTo>
                  <a:pt x="1706191" y="36964"/>
                </a:lnTo>
                <a:lnTo>
                  <a:pt x="1706610" y="36405"/>
                </a:lnTo>
                <a:lnTo>
                  <a:pt x="1707028" y="35858"/>
                </a:lnTo>
                <a:lnTo>
                  <a:pt x="1707460" y="35311"/>
                </a:lnTo>
                <a:lnTo>
                  <a:pt x="1707878" y="34777"/>
                </a:lnTo>
                <a:lnTo>
                  <a:pt x="1708310" y="34230"/>
                </a:lnTo>
                <a:lnTo>
                  <a:pt x="1708728" y="33696"/>
                </a:lnTo>
                <a:lnTo>
                  <a:pt x="1709147" y="33162"/>
                </a:lnTo>
                <a:lnTo>
                  <a:pt x="1709565" y="32641"/>
                </a:lnTo>
                <a:lnTo>
                  <a:pt x="1709997" y="32119"/>
                </a:lnTo>
                <a:lnTo>
                  <a:pt x="1710415" y="31611"/>
                </a:lnTo>
                <a:lnTo>
                  <a:pt x="1710846" y="31090"/>
                </a:lnTo>
                <a:lnTo>
                  <a:pt x="1711265" y="30581"/>
                </a:lnTo>
                <a:lnTo>
                  <a:pt x="1711684" y="30072"/>
                </a:lnTo>
                <a:lnTo>
                  <a:pt x="1712115" y="29576"/>
                </a:lnTo>
                <a:lnTo>
                  <a:pt x="1712533" y="29080"/>
                </a:lnTo>
                <a:lnTo>
                  <a:pt x="1712952" y="28585"/>
                </a:lnTo>
                <a:lnTo>
                  <a:pt x="1713383" y="28101"/>
                </a:lnTo>
                <a:lnTo>
                  <a:pt x="1713802" y="27618"/>
                </a:lnTo>
                <a:lnTo>
                  <a:pt x="1714233" y="27135"/>
                </a:lnTo>
                <a:lnTo>
                  <a:pt x="1714652" y="26664"/>
                </a:lnTo>
                <a:lnTo>
                  <a:pt x="1715070" y="26194"/>
                </a:lnTo>
                <a:lnTo>
                  <a:pt x="1715501" y="25723"/>
                </a:lnTo>
                <a:lnTo>
                  <a:pt x="1715920" y="25266"/>
                </a:lnTo>
                <a:lnTo>
                  <a:pt x="1716351" y="24795"/>
                </a:lnTo>
                <a:lnTo>
                  <a:pt x="1716757" y="24350"/>
                </a:lnTo>
                <a:lnTo>
                  <a:pt x="1717188" y="23892"/>
                </a:lnTo>
                <a:lnTo>
                  <a:pt x="1717607" y="23447"/>
                </a:lnTo>
                <a:lnTo>
                  <a:pt x="1718038" y="23015"/>
                </a:lnTo>
                <a:lnTo>
                  <a:pt x="1718457" y="22570"/>
                </a:lnTo>
                <a:lnTo>
                  <a:pt x="1718875" y="22138"/>
                </a:lnTo>
                <a:lnTo>
                  <a:pt x="1719307" y="21705"/>
                </a:lnTo>
                <a:lnTo>
                  <a:pt x="1719725" y="21273"/>
                </a:lnTo>
                <a:lnTo>
                  <a:pt x="1720144" y="20866"/>
                </a:lnTo>
                <a:lnTo>
                  <a:pt x="1720575" y="20446"/>
                </a:lnTo>
                <a:lnTo>
                  <a:pt x="1720994" y="20027"/>
                </a:lnTo>
                <a:lnTo>
                  <a:pt x="1721425" y="19620"/>
                </a:lnTo>
                <a:lnTo>
                  <a:pt x="1721844" y="19213"/>
                </a:lnTo>
                <a:lnTo>
                  <a:pt x="1722262" y="18819"/>
                </a:lnTo>
                <a:lnTo>
                  <a:pt x="1722681" y="18425"/>
                </a:lnTo>
                <a:lnTo>
                  <a:pt x="1723112" y="18030"/>
                </a:lnTo>
                <a:lnTo>
                  <a:pt x="1723531" y="17636"/>
                </a:lnTo>
                <a:lnTo>
                  <a:pt x="1723962" y="17255"/>
                </a:lnTo>
                <a:lnTo>
                  <a:pt x="1724380" y="16873"/>
                </a:lnTo>
                <a:lnTo>
                  <a:pt x="1724799" y="16505"/>
                </a:lnTo>
                <a:lnTo>
                  <a:pt x="1725218" y="16123"/>
                </a:lnTo>
                <a:lnTo>
                  <a:pt x="1725649" y="15767"/>
                </a:lnTo>
                <a:lnTo>
                  <a:pt x="1726067" y="15398"/>
                </a:lnTo>
                <a:lnTo>
                  <a:pt x="1726499" y="15042"/>
                </a:lnTo>
                <a:lnTo>
                  <a:pt x="1726917" y="14686"/>
                </a:lnTo>
                <a:lnTo>
                  <a:pt x="1727336" y="14343"/>
                </a:lnTo>
                <a:lnTo>
                  <a:pt x="1727767" y="13987"/>
                </a:lnTo>
                <a:lnTo>
                  <a:pt x="1728186" y="13643"/>
                </a:lnTo>
                <a:lnTo>
                  <a:pt x="1728604" y="13313"/>
                </a:lnTo>
                <a:lnTo>
                  <a:pt x="1729036" y="12982"/>
                </a:lnTo>
                <a:lnTo>
                  <a:pt x="1729454" y="12652"/>
                </a:lnTo>
                <a:lnTo>
                  <a:pt x="1729885" y="12334"/>
                </a:lnTo>
                <a:lnTo>
                  <a:pt x="1730291" y="12003"/>
                </a:lnTo>
                <a:lnTo>
                  <a:pt x="1730723" y="11698"/>
                </a:lnTo>
                <a:lnTo>
                  <a:pt x="1731141" y="11380"/>
                </a:lnTo>
                <a:lnTo>
                  <a:pt x="1731572" y="11062"/>
                </a:lnTo>
                <a:lnTo>
                  <a:pt x="1731991" y="10770"/>
                </a:lnTo>
                <a:lnTo>
                  <a:pt x="1732410" y="10465"/>
                </a:lnTo>
                <a:lnTo>
                  <a:pt x="1732841" y="10172"/>
                </a:lnTo>
                <a:lnTo>
                  <a:pt x="1733259" y="9880"/>
                </a:lnTo>
                <a:lnTo>
                  <a:pt x="1733678" y="9587"/>
                </a:lnTo>
                <a:lnTo>
                  <a:pt x="1734109" y="9307"/>
                </a:lnTo>
                <a:lnTo>
                  <a:pt x="1734528" y="9028"/>
                </a:lnTo>
                <a:lnTo>
                  <a:pt x="1734959" y="8761"/>
                </a:lnTo>
                <a:lnTo>
                  <a:pt x="1735365" y="8481"/>
                </a:lnTo>
                <a:lnTo>
                  <a:pt x="1735796" y="8214"/>
                </a:lnTo>
                <a:lnTo>
                  <a:pt x="1736215" y="7960"/>
                </a:lnTo>
                <a:lnTo>
                  <a:pt x="1736646" y="7705"/>
                </a:lnTo>
                <a:lnTo>
                  <a:pt x="1737065" y="7451"/>
                </a:lnTo>
                <a:lnTo>
                  <a:pt x="1737483" y="7197"/>
                </a:lnTo>
                <a:lnTo>
                  <a:pt x="1737915" y="6955"/>
                </a:lnTo>
                <a:lnTo>
                  <a:pt x="1738333" y="6713"/>
                </a:lnTo>
                <a:lnTo>
                  <a:pt x="1738752" y="6472"/>
                </a:lnTo>
                <a:lnTo>
                  <a:pt x="1739183" y="6243"/>
                </a:lnTo>
                <a:lnTo>
                  <a:pt x="1739602" y="6014"/>
                </a:lnTo>
                <a:lnTo>
                  <a:pt x="1740033" y="5798"/>
                </a:lnTo>
                <a:lnTo>
                  <a:pt x="1740451" y="5569"/>
                </a:lnTo>
                <a:lnTo>
                  <a:pt x="1740870" y="5353"/>
                </a:lnTo>
                <a:lnTo>
                  <a:pt x="1741289" y="5149"/>
                </a:lnTo>
                <a:lnTo>
                  <a:pt x="1741720" y="4946"/>
                </a:lnTo>
                <a:lnTo>
                  <a:pt x="1742138" y="4730"/>
                </a:lnTo>
                <a:lnTo>
                  <a:pt x="1742570" y="4539"/>
                </a:lnTo>
                <a:lnTo>
                  <a:pt x="1742988" y="4348"/>
                </a:lnTo>
                <a:lnTo>
                  <a:pt x="1743407" y="4158"/>
                </a:lnTo>
                <a:lnTo>
                  <a:pt x="1743825" y="3967"/>
                </a:lnTo>
                <a:lnTo>
                  <a:pt x="1744257" y="3789"/>
                </a:lnTo>
                <a:lnTo>
                  <a:pt x="1744675" y="3611"/>
                </a:lnTo>
                <a:lnTo>
                  <a:pt x="1745107" y="3433"/>
                </a:lnTo>
                <a:lnTo>
                  <a:pt x="1745525" y="3267"/>
                </a:lnTo>
                <a:lnTo>
                  <a:pt x="1745944" y="3102"/>
                </a:lnTo>
                <a:lnTo>
                  <a:pt x="1746375" y="2950"/>
                </a:lnTo>
                <a:lnTo>
                  <a:pt x="1746794" y="2784"/>
                </a:lnTo>
                <a:lnTo>
                  <a:pt x="1747212" y="2632"/>
                </a:lnTo>
                <a:lnTo>
                  <a:pt x="1747643" y="2492"/>
                </a:lnTo>
                <a:lnTo>
                  <a:pt x="1748062" y="2339"/>
                </a:lnTo>
                <a:lnTo>
                  <a:pt x="1748493" y="2199"/>
                </a:lnTo>
                <a:lnTo>
                  <a:pt x="1748899" y="2072"/>
                </a:lnTo>
                <a:lnTo>
                  <a:pt x="1749330" y="1945"/>
                </a:lnTo>
                <a:lnTo>
                  <a:pt x="1749749" y="1818"/>
                </a:lnTo>
                <a:lnTo>
                  <a:pt x="1750180" y="1691"/>
                </a:lnTo>
                <a:lnTo>
                  <a:pt x="1750599" y="1576"/>
                </a:lnTo>
                <a:lnTo>
                  <a:pt x="1751017" y="1462"/>
                </a:lnTo>
                <a:lnTo>
                  <a:pt x="1751449" y="1347"/>
                </a:lnTo>
                <a:lnTo>
                  <a:pt x="1751867" y="1246"/>
                </a:lnTo>
                <a:lnTo>
                  <a:pt x="1752298" y="1144"/>
                </a:lnTo>
                <a:lnTo>
                  <a:pt x="1752717" y="1055"/>
                </a:lnTo>
                <a:lnTo>
                  <a:pt x="1753136" y="953"/>
                </a:lnTo>
                <a:lnTo>
                  <a:pt x="1753567" y="864"/>
                </a:lnTo>
                <a:lnTo>
                  <a:pt x="1753986" y="788"/>
                </a:lnTo>
                <a:lnTo>
                  <a:pt x="1754404" y="712"/>
                </a:lnTo>
                <a:lnTo>
                  <a:pt x="1754835" y="635"/>
                </a:lnTo>
                <a:lnTo>
                  <a:pt x="1755254" y="559"/>
                </a:lnTo>
                <a:lnTo>
                  <a:pt x="1755685" y="495"/>
                </a:lnTo>
                <a:lnTo>
                  <a:pt x="1756104" y="432"/>
                </a:lnTo>
                <a:lnTo>
                  <a:pt x="1756522" y="368"/>
                </a:lnTo>
                <a:lnTo>
                  <a:pt x="1756941" y="317"/>
                </a:lnTo>
                <a:lnTo>
                  <a:pt x="1757372" y="267"/>
                </a:lnTo>
                <a:lnTo>
                  <a:pt x="1757791" y="216"/>
                </a:lnTo>
                <a:lnTo>
                  <a:pt x="1758222" y="178"/>
                </a:lnTo>
                <a:lnTo>
                  <a:pt x="1758641" y="139"/>
                </a:lnTo>
                <a:lnTo>
                  <a:pt x="1759059" y="114"/>
                </a:lnTo>
                <a:lnTo>
                  <a:pt x="1759478" y="76"/>
                </a:lnTo>
                <a:lnTo>
                  <a:pt x="1759909" y="63"/>
                </a:lnTo>
                <a:lnTo>
                  <a:pt x="1760328" y="38"/>
                </a:lnTo>
                <a:lnTo>
                  <a:pt x="1760759" y="25"/>
                </a:lnTo>
                <a:lnTo>
                  <a:pt x="1761177" y="0"/>
                </a:lnTo>
                <a:lnTo>
                  <a:pt x="1761596" y="0"/>
                </a:lnTo>
                <a:lnTo>
                  <a:pt x="1762027" y="0"/>
                </a:lnTo>
                <a:lnTo>
                  <a:pt x="1762446" y="0"/>
                </a:lnTo>
                <a:lnTo>
                  <a:pt x="1762864" y="0"/>
                </a:lnTo>
                <a:lnTo>
                  <a:pt x="1763296" y="12"/>
                </a:lnTo>
                <a:lnTo>
                  <a:pt x="1763714" y="25"/>
                </a:lnTo>
                <a:lnTo>
                  <a:pt x="1764146" y="50"/>
                </a:lnTo>
                <a:lnTo>
                  <a:pt x="1764551" y="63"/>
                </a:lnTo>
                <a:lnTo>
                  <a:pt x="1764983" y="89"/>
                </a:lnTo>
                <a:lnTo>
                  <a:pt x="1765401" y="127"/>
                </a:lnTo>
                <a:lnTo>
                  <a:pt x="1765833" y="165"/>
                </a:lnTo>
                <a:lnTo>
                  <a:pt x="1766251" y="190"/>
                </a:lnTo>
                <a:lnTo>
                  <a:pt x="1766670" y="241"/>
                </a:lnTo>
                <a:lnTo>
                  <a:pt x="1767101" y="292"/>
                </a:lnTo>
                <a:lnTo>
                  <a:pt x="1767520" y="343"/>
                </a:lnTo>
                <a:lnTo>
                  <a:pt x="1767938" y="406"/>
                </a:lnTo>
                <a:lnTo>
                  <a:pt x="1768369" y="457"/>
                </a:lnTo>
                <a:lnTo>
                  <a:pt x="1768788" y="521"/>
                </a:lnTo>
                <a:lnTo>
                  <a:pt x="1769219" y="597"/>
                </a:lnTo>
                <a:lnTo>
                  <a:pt x="1769625" y="673"/>
                </a:lnTo>
                <a:lnTo>
                  <a:pt x="1770056" y="750"/>
                </a:lnTo>
                <a:lnTo>
                  <a:pt x="1770475" y="826"/>
                </a:lnTo>
                <a:lnTo>
                  <a:pt x="1770906" y="915"/>
                </a:lnTo>
                <a:lnTo>
                  <a:pt x="1771325" y="1004"/>
                </a:lnTo>
                <a:lnTo>
                  <a:pt x="1771743" y="1093"/>
                </a:lnTo>
                <a:lnTo>
                  <a:pt x="1772162" y="1195"/>
                </a:lnTo>
                <a:lnTo>
                  <a:pt x="1772593" y="1297"/>
                </a:lnTo>
                <a:lnTo>
                  <a:pt x="1773012" y="1398"/>
                </a:lnTo>
                <a:lnTo>
                  <a:pt x="1775130" y="2009"/>
                </a:lnTo>
                <a:lnTo>
                  <a:pt x="1775549" y="2136"/>
                </a:lnTo>
                <a:lnTo>
                  <a:pt x="1775980" y="2276"/>
                </a:lnTo>
                <a:lnTo>
                  <a:pt x="1776399" y="2415"/>
                </a:lnTo>
                <a:lnTo>
                  <a:pt x="1776830" y="2568"/>
                </a:lnTo>
                <a:lnTo>
                  <a:pt x="1777236" y="2708"/>
                </a:lnTo>
                <a:lnTo>
                  <a:pt x="1777667" y="2861"/>
                </a:lnTo>
                <a:lnTo>
                  <a:pt x="1778086" y="3026"/>
                </a:lnTo>
                <a:lnTo>
                  <a:pt x="1778517" y="3191"/>
                </a:lnTo>
                <a:lnTo>
                  <a:pt x="1778935" y="3344"/>
                </a:lnTo>
                <a:lnTo>
                  <a:pt x="1779354" y="3522"/>
                </a:lnTo>
                <a:lnTo>
                  <a:pt x="1779785" y="3700"/>
                </a:lnTo>
                <a:lnTo>
                  <a:pt x="1780204" y="3878"/>
                </a:lnTo>
                <a:lnTo>
                  <a:pt x="1780622" y="4069"/>
                </a:lnTo>
                <a:lnTo>
                  <a:pt x="1781054" y="4247"/>
                </a:lnTo>
                <a:lnTo>
                  <a:pt x="1781472" y="4450"/>
                </a:lnTo>
                <a:lnTo>
                  <a:pt x="1781904" y="4628"/>
                </a:lnTo>
                <a:lnTo>
                  <a:pt x="1782322" y="4844"/>
                </a:lnTo>
                <a:lnTo>
                  <a:pt x="1782741" y="5035"/>
                </a:lnTo>
                <a:lnTo>
                  <a:pt x="1783159" y="5251"/>
                </a:lnTo>
                <a:lnTo>
                  <a:pt x="1783591" y="5467"/>
                </a:lnTo>
                <a:lnTo>
                  <a:pt x="1784009" y="5683"/>
                </a:lnTo>
                <a:lnTo>
                  <a:pt x="1784440" y="5900"/>
                </a:lnTo>
                <a:lnTo>
                  <a:pt x="1784859" y="6128"/>
                </a:lnTo>
                <a:lnTo>
                  <a:pt x="1785278" y="6357"/>
                </a:lnTo>
                <a:lnTo>
                  <a:pt x="1785696" y="6599"/>
                </a:lnTo>
                <a:lnTo>
                  <a:pt x="1786127" y="6841"/>
                </a:lnTo>
                <a:lnTo>
                  <a:pt x="1786546" y="7082"/>
                </a:lnTo>
                <a:lnTo>
                  <a:pt x="1786977" y="7324"/>
                </a:lnTo>
                <a:lnTo>
                  <a:pt x="1787396" y="7578"/>
                </a:lnTo>
                <a:lnTo>
                  <a:pt x="1787814" y="7832"/>
                </a:lnTo>
                <a:lnTo>
                  <a:pt x="1788246" y="8087"/>
                </a:lnTo>
                <a:lnTo>
                  <a:pt x="1788664" y="8354"/>
                </a:lnTo>
                <a:lnTo>
                  <a:pt x="1789083" y="8621"/>
                </a:lnTo>
                <a:lnTo>
                  <a:pt x="1789514" y="8888"/>
                </a:lnTo>
                <a:lnTo>
                  <a:pt x="1789933" y="9168"/>
                </a:lnTo>
                <a:lnTo>
                  <a:pt x="1790364" y="9447"/>
                </a:lnTo>
                <a:lnTo>
                  <a:pt x="1790770" y="9740"/>
                </a:lnTo>
                <a:lnTo>
                  <a:pt x="1791201" y="10032"/>
                </a:lnTo>
                <a:lnTo>
                  <a:pt x="1791632" y="10325"/>
                </a:lnTo>
                <a:lnTo>
                  <a:pt x="1792051" y="10617"/>
                </a:lnTo>
                <a:lnTo>
                  <a:pt x="1792482" y="10910"/>
                </a:lnTo>
                <a:lnTo>
                  <a:pt x="1792888" y="11215"/>
                </a:lnTo>
                <a:lnTo>
                  <a:pt x="1793319" y="11533"/>
                </a:lnTo>
                <a:lnTo>
                  <a:pt x="1793738" y="11851"/>
                </a:lnTo>
                <a:lnTo>
                  <a:pt x="1794169" y="12168"/>
                </a:lnTo>
                <a:lnTo>
                  <a:pt x="1794588" y="12486"/>
                </a:lnTo>
                <a:lnTo>
                  <a:pt x="1795006" y="12817"/>
                </a:lnTo>
                <a:lnTo>
                  <a:pt x="1795438" y="13148"/>
                </a:lnTo>
                <a:lnTo>
                  <a:pt x="1795856" y="13478"/>
                </a:lnTo>
                <a:lnTo>
                  <a:pt x="1796275" y="13822"/>
                </a:lnTo>
                <a:lnTo>
                  <a:pt x="1796706" y="14165"/>
                </a:lnTo>
                <a:lnTo>
                  <a:pt x="1797125" y="14508"/>
                </a:lnTo>
                <a:lnTo>
                  <a:pt x="1797556" y="14864"/>
                </a:lnTo>
                <a:lnTo>
                  <a:pt x="1797962" y="15220"/>
                </a:lnTo>
                <a:lnTo>
                  <a:pt x="1798393" y="15576"/>
                </a:lnTo>
                <a:lnTo>
                  <a:pt x="1798812" y="15945"/>
                </a:lnTo>
                <a:lnTo>
                  <a:pt x="1799243" y="16314"/>
                </a:lnTo>
                <a:lnTo>
                  <a:pt x="1799661" y="16683"/>
                </a:lnTo>
                <a:lnTo>
                  <a:pt x="1800080" y="17077"/>
                </a:lnTo>
                <a:lnTo>
                  <a:pt x="1800511" y="17458"/>
                </a:lnTo>
                <a:lnTo>
                  <a:pt x="1800930" y="17840"/>
                </a:lnTo>
                <a:lnTo>
                  <a:pt x="1801349" y="18221"/>
                </a:lnTo>
                <a:lnTo>
                  <a:pt x="1801780" y="18615"/>
                </a:lnTo>
                <a:lnTo>
                  <a:pt x="1802198" y="19022"/>
                </a:lnTo>
                <a:lnTo>
                  <a:pt x="1802630" y="19416"/>
                </a:lnTo>
                <a:lnTo>
                  <a:pt x="1803048" y="19823"/>
                </a:lnTo>
                <a:lnTo>
                  <a:pt x="1803467" y="20243"/>
                </a:lnTo>
                <a:lnTo>
                  <a:pt x="1803885" y="20650"/>
                </a:lnTo>
                <a:lnTo>
                  <a:pt x="1804317" y="21069"/>
                </a:lnTo>
                <a:lnTo>
                  <a:pt x="1804735" y="21489"/>
                </a:lnTo>
                <a:lnTo>
                  <a:pt x="1805166" y="21921"/>
                </a:lnTo>
                <a:lnTo>
                  <a:pt x="1805585" y="22354"/>
                </a:lnTo>
                <a:lnTo>
                  <a:pt x="1806004" y="22786"/>
                </a:lnTo>
                <a:lnTo>
                  <a:pt x="1806422" y="23231"/>
                </a:lnTo>
                <a:lnTo>
                  <a:pt x="1806853" y="23676"/>
                </a:lnTo>
                <a:lnTo>
                  <a:pt x="1807272" y="24121"/>
                </a:lnTo>
                <a:lnTo>
                  <a:pt x="1807703" y="24566"/>
                </a:lnTo>
                <a:lnTo>
                  <a:pt x="1808122" y="25024"/>
                </a:lnTo>
                <a:lnTo>
                  <a:pt x="1808540" y="25495"/>
                </a:lnTo>
                <a:lnTo>
                  <a:pt x="1808972" y="25952"/>
                </a:lnTo>
                <a:lnTo>
                  <a:pt x="1809390" y="26423"/>
                </a:lnTo>
                <a:lnTo>
                  <a:pt x="1809809" y="26906"/>
                </a:lnTo>
                <a:lnTo>
                  <a:pt x="1810240" y="27377"/>
                </a:lnTo>
                <a:lnTo>
                  <a:pt x="1810659" y="27860"/>
                </a:lnTo>
                <a:lnTo>
                  <a:pt x="1811090" y="28343"/>
                </a:lnTo>
                <a:lnTo>
                  <a:pt x="1811496" y="28839"/>
                </a:lnTo>
                <a:lnTo>
                  <a:pt x="1811927" y="29335"/>
                </a:lnTo>
                <a:lnTo>
                  <a:pt x="1812346" y="29831"/>
                </a:lnTo>
                <a:lnTo>
                  <a:pt x="1812777" y="30327"/>
                </a:lnTo>
                <a:lnTo>
                  <a:pt x="1813196" y="30835"/>
                </a:lnTo>
                <a:lnTo>
                  <a:pt x="1813614" y="31344"/>
                </a:lnTo>
                <a:lnTo>
                  <a:pt x="1814045" y="31865"/>
                </a:lnTo>
                <a:lnTo>
                  <a:pt x="1814464" y="32387"/>
                </a:lnTo>
                <a:lnTo>
                  <a:pt x="1814883" y="32908"/>
                </a:lnTo>
                <a:lnTo>
                  <a:pt x="1815314" y="33429"/>
                </a:lnTo>
                <a:lnTo>
                  <a:pt x="1815732" y="33963"/>
                </a:lnTo>
                <a:lnTo>
                  <a:pt x="1816164" y="34497"/>
                </a:lnTo>
                <a:lnTo>
                  <a:pt x="1816582" y="35044"/>
                </a:lnTo>
                <a:lnTo>
                  <a:pt x="1817001" y="35578"/>
                </a:lnTo>
                <a:lnTo>
                  <a:pt x="1817419" y="36125"/>
                </a:lnTo>
                <a:lnTo>
                  <a:pt x="1817851" y="36684"/>
                </a:lnTo>
                <a:lnTo>
                  <a:pt x="1818269" y="37231"/>
                </a:lnTo>
                <a:lnTo>
                  <a:pt x="1818701" y="37791"/>
                </a:lnTo>
                <a:lnTo>
                  <a:pt x="1819119" y="38363"/>
                </a:lnTo>
                <a:lnTo>
                  <a:pt x="1819538" y="38935"/>
                </a:lnTo>
                <a:lnTo>
                  <a:pt x="1819956" y="39507"/>
                </a:lnTo>
                <a:lnTo>
                  <a:pt x="1820388" y="40080"/>
                </a:lnTo>
                <a:lnTo>
                  <a:pt x="1820806" y="40664"/>
                </a:lnTo>
                <a:lnTo>
                  <a:pt x="1821237" y="41249"/>
                </a:lnTo>
                <a:lnTo>
                  <a:pt x="1821656" y="41834"/>
                </a:lnTo>
                <a:lnTo>
                  <a:pt x="1822075" y="42432"/>
                </a:lnTo>
                <a:lnTo>
                  <a:pt x="1822506" y="43030"/>
                </a:lnTo>
                <a:lnTo>
                  <a:pt x="1822924" y="43627"/>
                </a:lnTo>
                <a:lnTo>
                  <a:pt x="1823343" y="44225"/>
                </a:lnTo>
                <a:lnTo>
                  <a:pt x="1823774" y="44835"/>
                </a:lnTo>
                <a:lnTo>
                  <a:pt x="1824193" y="45458"/>
                </a:lnTo>
                <a:lnTo>
                  <a:pt x="1824624" y="46069"/>
                </a:lnTo>
                <a:lnTo>
                  <a:pt x="1825030" y="46692"/>
                </a:lnTo>
                <a:lnTo>
                  <a:pt x="1825461" y="47328"/>
                </a:lnTo>
                <a:lnTo>
                  <a:pt x="1825880" y="47951"/>
                </a:lnTo>
                <a:lnTo>
                  <a:pt x="1826311" y="48586"/>
                </a:lnTo>
                <a:lnTo>
                  <a:pt x="1826730" y="49222"/>
                </a:lnTo>
                <a:lnTo>
                  <a:pt x="1827148" y="49858"/>
                </a:lnTo>
                <a:lnTo>
                  <a:pt x="1827580" y="50506"/>
                </a:lnTo>
                <a:lnTo>
                  <a:pt x="1827998" y="51155"/>
                </a:lnTo>
                <a:lnTo>
                  <a:pt x="1828429" y="51816"/>
                </a:lnTo>
                <a:lnTo>
                  <a:pt x="1828848" y="52465"/>
                </a:lnTo>
                <a:lnTo>
                  <a:pt x="1829267" y="53126"/>
                </a:lnTo>
                <a:lnTo>
                  <a:pt x="1829698" y="53800"/>
                </a:lnTo>
                <a:lnTo>
                  <a:pt x="1830116" y="54474"/>
                </a:lnTo>
                <a:lnTo>
                  <a:pt x="1830535" y="55135"/>
                </a:lnTo>
                <a:lnTo>
                  <a:pt x="1830966" y="55822"/>
                </a:lnTo>
                <a:lnTo>
                  <a:pt x="1831385" y="56496"/>
                </a:lnTo>
                <a:lnTo>
                  <a:pt x="1831816" y="57195"/>
                </a:lnTo>
                <a:lnTo>
                  <a:pt x="1832222" y="57882"/>
                </a:lnTo>
                <a:lnTo>
                  <a:pt x="1832653" y="58581"/>
                </a:lnTo>
                <a:lnTo>
                  <a:pt x="1833072" y="59268"/>
                </a:lnTo>
                <a:lnTo>
                  <a:pt x="1833503" y="59980"/>
                </a:lnTo>
                <a:lnTo>
                  <a:pt x="1833922" y="60692"/>
                </a:lnTo>
                <a:lnTo>
                  <a:pt x="1834353" y="61391"/>
                </a:lnTo>
                <a:lnTo>
                  <a:pt x="1834772" y="62116"/>
                </a:lnTo>
                <a:lnTo>
                  <a:pt x="1835190" y="62841"/>
                </a:lnTo>
                <a:lnTo>
                  <a:pt x="1835609" y="63553"/>
                </a:lnTo>
                <a:lnTo>
                  <a:pt x="1836040" y="64278"/>
                </a:lnTo>
                <a:lnTo>
                  <a:pt x="1836459" y="65015"/>
                </a:lnTo>
                <a:lnTo>
                  <a:pt x="1836890" y="65753"/>
                </a:lnTo>
                <a:lnTo>
                  <a:pt x="1837308" y="66490"/>
                </a:lnTo>
                <a:lnTo>
                  <a:pt x="1837727" y="67228"/>
                </a:lnTo>
                <a:lnTo>
                  <a:pt x="1838146" y="67978"/>
                </a:lnTo>
                <a:lnTo>
                  <a:pt x="1838577" y="68728"/>
                </a:lnTo>
                <a:lnTo>
                  <a:pt x="1838995" y="69478"/>
                </a:lnTo>
                <a:lnTo>
                  <a:pt x="1839427" y="70241"/>
                </a:lnTo>
                <a:lnTo>
                  <a:pt x="1839845" y="71017"/>
                </a:lnTo>
                <a:lnTo>
                  <a:pt x="1840264" y="71767"/>
                </a:lnTo>
                <a:lnTo>
                  <a:pt x="1840682" y="72543"/>
                </a:lnTo>
                <a:lnTo>
                  <a:pt x="1841114" y="73319"/>
                </a:lnTo>
                <a:lnTo>
                  <a:pt x="1841532" y="74107"/>
                </a:lnTo>
                <a:lnTo>
                  <a:pt x="1841963" y="74883"/>
                </a:lnTo>
                <a:lnTo>
                  <a:pt x="1842382" y="75671"/>
                </a:lnTo>
                <a:lnTo>
                  <a:pt x="1842801" y="76459"/>
                </a:lnTo>
                <a:lnTo>
                  <a:pt x="1843232" y="77260"/>
                </a:lnTo>
                <a:lnTo>
                  <a:pt x="1843650" y="78049"/>
                </a:lnTo>
                <a:lnTo>
                  <a:pt x="1844069" y="78850"/>
                </a:lnTo>
                <a:lnTo>
                  <a:pt x="1844500" y="79664"/>
                </a:lnTo>
                <a:lnTo>
                  <a:pt x="1844919" y="80477"/>
                </a:lnTo>
                <a:lnTo>
                  <a:pt x="1845350" y="81291"/>
                </a:lnTo>
                <a:lnTo>
                  <a:pt x="1845756" y="82105"/>
                </a:lnTo>
                <a:lnTo>
                  <a:pt x="1846187" y="82932"/>
                </a:lnTo>
                <a:lnTo>
                  <a:pt x="1846606" y="83758"/>
                </a:lnTo>
                <a:lnTo>
                  <a:pt x="1847037" y="84585"/>
                </a:lnTo>
                <a:lnTo>
                  <a:pt x="1847456" y="85424"/>
                </a:lnTo>
                <a:lnTo>
                  <a:pt x="1847874" y="86263"/>
                </a:lnTo>
                <a:lnTo>
                  <a:pt x="1848306" y="87102"/>
                </a:lnTo>
                <a:lnTo>
                  <a:pt x="1848724" y="87954"/>
                </a:lnTo>
                <a:lnTo>
                  <a:pt x="1849143" y="88806"/>
                </a:lnTo>
                <a:lnTo>
                  <a:pt x="1849574" y="89658"/>
                </a:lnTo>
                <a:lnTo>
                  <a:pt x="1849993" y="90510"/>
                </a:lnTo>
                <a:lnTo>
                  <a:pt x="1850424" y="91375"/>
                </a:lnTo>
                <a:lnTo>
                  <a:pt x="1850842" y="92240"/>
                </a:lnTo>
                <a:lnTo>
                  <a:pt x="1851261" y="93117"/>
                </a:lnTo>
                <a:lnTo>
                  <a:pt x="1851680" y="93982"/>
                </a:lnTo>
                <a:lnTo>
                  <a:pt x="1852111" y="94859"/>
                </a:lnTo>
                <a:lnTo>
                  <a:pt x="1852529" y="95736"/>
                </a:lnTo>
                <a:lnTo>
                  <a:pt x="1852961" y="96626"/>
                </a:lnTo>
                <a:lnTo>
                  <a:pt x="1853379" y="97517"/>
                </a:lnTo>
                <a:lnTo>
                  <a:pt x="1853798" y="98419"/>
                </a:lnTo>
                <a:lnTo>
                  <a:pt x="1854216" y="99309"/>
                </a:lnTo>
                <a:lnTo>
                  <a:pt x="1854648" y="100212"/>
                </a:lnTo>
                <a:lnTo>
                  <a:pt x="1855066" y="101115"/>
                </a:lnTo>
                <a:lnTo>
                  <a:pt x="1855498" y="102031"/>
                </a:lnTo>
                <a:lnTo>
                  <a:pt x="1855916" y="102933"/>
                </a:lnTo>
                <a:lnTo>
                  <a:pt x="1856335" y="103862"/>
                </a:lnTo>
                <a:lnTo>
                  <a:pt x="1856766" y="104777"/>
                </a:lnTo>
                <a:lnTo>
                  <a:pt x="1857185" y="105706"/>
                </a:lnTo>
                <a:lnTo>
                  <a:pt x="1857603" y="106634"/>
                </a:lnTo>
                <a:lnTo>
                  <a:pt x="1858034" y="107562"/>
                </a:lnTo>
                <a:lnTo>
                  <a:pt x="1858453" y="108503"/>
                </a:lnTo>
                <a:lnTo>
                  <a:pt x="1858884" y="109444"/>
                </a:lnTo>
                <a:lnTo>
                  <a:pt x="1859290" y="110385"/>
                </a:lnTo>
                <a:lnTo>
                  <a:pt x="1859721" y="111339"/>
                </a:lnTo>
                <a:lnTo>
                  <a:pt x="1860140" y="112280"/>
                </a:lnTo>
                <a:lnTo>
                  <a:pt x="1860571" y="113233"/>
                </a:lnTo>
                <a:lnTo>
                  <a:pt x="1860990" y="114200"/>
                </a:lnTo>
                <a:lnTo>
                  <a:pt x="1861408" y="115166"/>
                </a:lnTo>
                <a:lnTo>
                  <a:pt x="1861840" y="116132"/>
                </a:lnTo>
                <a:lnTo>
                  <a:pt x="1862258" y="117099"/>
                </a:lnTo>
                <a:lnTo>
                  <a:pt x="1862677" y="118065"/>
                </a:lnTo>
                <a:lnTo>
                  <a:pt x="1863108" y="119044"/>
                </a:lnTo>
                <a:lnTo>
                  <a:pt x="1863527" y="120036"/>
                </a:lnTo>
                <a:lnTo>
                  <a:pt x="1863958" y="121028"/>
                </a:lnTo>
                <a:lnTo>
                  <a:pt x="1864377" y="122020"/>
                </a:lnTo>
                <a:lnTo>
                  <a:pt x="1864795" y="123012"/>
                </a:lnTo>
                <a:lnTo>
                  <a:pt x="1865214" y="124003"/>
                </a:lnTo>
                <a:lnTo>
                  <a:pt x="1865645" y="124995"/>
                </a:lnTo>
                <a:lnTo>
                  <a:pt x="1866064" y="126013"/>
                </a:lnTo>
                <a:lnTo>
                  <a:pt x="1866495" y="127017"/>
                </a:lnTo>
                <a:lnTo>
                  <a:pt x="1866913" y="128034"/>
                </a:lnTo>
                <a:lnTo>
                  <a:pt x="1867332" y="129052"/>
                </a:lnTo>
                <a:lnTo>
                  <a:pt x="1867763" y="130069"/>
                </a:lnTo>
                <a:lnTo>
                  <a:pt x="1868182" y="131086"/>
                </a:lnTo>
                <a:lnTo>
                  <a:pt x="1868613" y="132116"/>
                </a:lnTo>
                <a:lnTo>
                  <a:pt x="1869032" y="133146"/>
                </a:lnTo>
                <a:lnTo>
                  <a:pt x="1869450" y="134189"/>
                </a:lnTo>
                <a:lnTo>
                  <a:pt x="1869869" y="135231"/>
                </a:lnTo>
                <a:lnTo>
                  <a:pt x="1870300" y="136261"/>
                </a:lnTo>
                <a:lnTo>
                  <a:pt x="1870719" y="137317"/>
                </a:lnTo>
                <a:lnTo>
                  <a:pt x="1871150" y="138372"/>
                </a:lnTo>
                <a:lnTo>
                  <a:pt x="1871569" y="139428"/>
                </a:lnTo>
                <a:lnTo>
                  <a:pt x="1871987" y="140483"/>
                </a:lnTo>
                <a:lnTo>
                  <a:pt x="1872406" y="141538"/>
                </a:lnTo>
                <a:lnTo>
                  <a:pt x="1872837" y="142607"/>
                </a:lnTo>
                <a:lnTo>
                  <a:pt x="1873256" y="143675"/>
                </a:lnTo>
                <a:lnTo>
                  <a:pt x="1873687" y="144743"/>
                </a:lnTo>
                <a:lnTo>
                  <a:pt x="1874105" y="145824"/>
                </a:lnTo>
                <a:lnTo>
                  <a:pt x="1874524" y="146905"/>
                </a:lnTo>
                <a:lnTo>
                  <a:pt x="1874943" y="147998"/>
                </a:lnTo>
                <a:lnTo>
                  <a:pt x="1875374" y="149079"/>
                </a:lnTo>
                <a:lnTo>
                  <a:pt x="1875792" y="150172"/>
                </a:lnTo>
                <a:lnTo>
                  <a:pt x="1876224" y="151266"/>
                </a:lnTo>
                <a:lnTo>
                  <a:pt x="1876642" y="152360"/>
                </a:lnTo>
                <a:lnTo>
                  <a:pt x="1877061" y="153466"/>
                </a:lnTo>
                <a:lnTo>
                  <a:pt x="1877492" y="154572"/>
                </a:lnTo>
                <a:lnTo>
                  <a:pt x="1877911" y="155678"/>
                </a:lnTo>
                <a:lnTo>
                  <a:pt x="1878329" y="156797"/>
                </a:lnTo>
                <a:lnTo>
                  <a:pt x="1878760" y="157916"/>
                </a:lnTo>
                <a:lnTo>
                  <a:pt x="1879179" y="159035"/>
                </a:lnTo>
                <a:lnTo>
                  <a:pt x="1879610" y="160167"/>
                </a:lnTo>
                <a:lnTo>
                  <a:pt x="1880016" y="161299"/>
                </a:lnTo>
                <a:lnTo>
                  <a:pt x="1880447" y="162418"/>
                </a:lnTo>
                <a:lnTo>
                  <a:pt x="1880866" y="163562"/>
                </a:lnTo>
                <a:lnTo>
                  <a:pt x="1881297" y="164694"/>
                </a:lnTo>
                <a:lnTo>
                  <a:pt x="1881716" y="165838"/>
                </a:lnTo>
                <a:lnTo>
                  <a:pt x="1882135" y="166995"/>
                </a:lnTo>
                <a:lnTo>
                  <a:pt x="1882566" y="168140"/>
                </a:lnTo>
                <a:lnTo>
                  <a:pt x="1882984" y="169297"/>
                </a:lnTo>
                <a:lnTo>
                  <a:pt x="1883403" y="170454"/>
                </a:lnTo>
                <a:lnTo>
                  <a:pt x="1883834" y="171611"/>
                </a:lnTo>
                <a:lnTo>
                  <a:pt x="1884253" y="172781"/>
                </a:lnTo>
                <a:lnTo>
                  <a:pt x="1884684" y="173951"/>
                </a:lnTo>
                <a:lnTo>
                  <a:pt x="1885103" y="175121"/>
                </a:lnTo>
                <a:lnTo>
                  <a:pt x="1885521" y="176303"/>
                </a:lnTo>
                <a:lnTo>
                  <a:pt x="1885940" y="177473"/>
                </a:lnTo>
                <a:lnTo>
                  <a:pt x="1886371" y="178668"/>
                </a:lnTo>
                <a:lnTo>
                  <a:pt x="1886790" y="179851"/>
                </a:lnTo>
                <a:lnTo>
                  <a:pt x="1887221" y="181034"/>
                </a:lnTo>
                <a:lnTo>
                  <a:pt x="1887639" y="182229"/>
                </a:lnTo>
                <a:lnTo>
                  <a:pt x="1888058" y="183437"/>
                </a:lnTo>
                <a:lnTo>
                  <a:pt x="1888477" y="184632"/>
                </a:lnTo>
                <a:lnTo>
                  <a:pt x="1888908" y="185840"/>
                </a:lnTo>
                <a:lnTo>
                  <a:pt x="1889326" y="187048"/>
                </a:lnTo>
                <a:lnTo>
                  <a:pt x="1889745" y="188256"/>
                </a:lnTo>
                <a:lnTo>
                  <a:pt x="1890176" y="189477"/>
                </a:lnTo>
                <a:lnTo>
                  <a:pt x="1890595" y="190698"/>
                </a:lnTo>
                <a:lnTo>
                  <a:pt x="1891013" y="191918"/>
                </a:lnTo>
                <a:lnTo>
                  <a:pt x="1891445" y="193139"/>
                </a:lnTo>
                <a:lnTo>
                  <a:pt x="1891863" y="194372"/>
                </a:lnTo>
                <a:lnTo>
                  <a:pt x="1892295" y="195606"/>
                </a:lnTo>
                <a:lnTo>
                  <a:pt x="1892713" y="196839"/>
                </a:lnTo>
                <a:lnTo>
                  <a:pt x="1893132" y="198085"/>
                </a:lnTo>
                <a:lnTo>
                  <a:pt x="1893550" y="199332"/>
                </a:lnTo>
                <a:lnTo>
                  <a:pt x="1893982" y="200565"/>
                </a:lnTo>
                <a:lnTo>
                  <a:pt x="1894400" y="201824"/>
                </a:lnTo>
                <a:lnTo>
                  <a:pt x="1894831" y="203070"/>
                </a:lnTo>
                <a:lnTo>
                  <a:pt x="1895250" y="204342"/>
                </a:lnTo>
                <a:lnTo>
                  <a:pt x="1895669" y="205600"/>
                </a:lnTo>
                <a:lnTo>
                  <a:pt x="1896087" y="206872"/>
                </a:lnTo>
                <a:lnTo>
                  <a:pt x="1896518" y="208131"/>
                </a:lnTo>
                <a:lnTo>
                  <a:pt x="1896937" y="209415"/>
                </a:lnTo>
                <a:lnTo>
                  <a:pt x="1897368" y="210687"/>
                </a:lnTo>
                <a:lnTo>
                  <a:pt x="1897787" y="211958"/>
                </a:lnTo>
                <a:lnTo>
                  <a:pt x="1898205" y="213243"/>
                </a:lnTo>
                <a:lnTo>
                  <a:pt x="1898637" y="214540"/>
                </a:lnTo>
                <a:lnTo>
                  <a:pt x="1899055" y="215824"/>
                </a:lnTo>
                <a:lnTo>
                  <a:pt x="1899474" y="217121"/>
                </a:lnTo>
                <a:lnTo>
                  <a:pt x="1899905" y="218405"/>
                </a:lnTo>
                <a:lnTo>
                  <a:pt x="1900324" y="219715"/>
                </a:lnTo>
                <a:lnTo>
                  <a:pt x="1900755" y="221012"/>
                </a:lnTo>
                <a:lnTo>
                  <a:pt x="1901161" y="222322"/>
                </a:lnTo>
                <a:lnTo>
                  <a:pt x="1901592" y="223631"/>
                </a:lnTo>
                <a:lnTo>
                  <a:pt x="1902011" y="224954"/>
                </a:lnTo>
                <a:lnTo>
                  <a:pt x="1902442" y="226264"/>
                </a:lnTo>
                <a:lnTo>
                  <a:pt x="1902861" y="227599"/>
                </a:lnTo>
                <a:lnTo>
                  <a:pt x="1903279" y="228908"/>
                </a:lnTo>
                <a:lnTo>
                  <a:pt x="1903710" y="230244"/>
                </a:lnTo>
                <a:lnTo>
                  <a:pt x="1904129" y="231566"/>
                </a:lnTo>
                <a:lnTo>
                  <a:pt x="1904548" y="232901"/>
                </a:lnTo>
                <a:lnTo>
                  <a:pt x="1904979" y="234249"/>
                </a:lnTo>
                <a:lnTo>
                  <a:pt x="1905397" y="235584"/>
                </a:lnTo>
                <a:lnTo>
                  <a:pt x="1905829" y="236932"/>
                </a:lnTo>
                <a:lnTo>
                  <a:pt x="1906247" y="238280"/>
                </a:lnTo>
                <a:lnTo>
                  <a:pt x="1906666" y="239628"/>
                </a:lnTo>
                <a:lnTo>
                  <a:pt x="1907097" y="240988"/>
                </a:lnTo>
                <a:lnTo>
                  <a:pt x="1907516" y="242336"/>
                </a:lnTo>
                <a:lnTo>
                  <a:pt x="1907947" y="243710"/>
                </a:lnTo>
                <a:lnTo>
                  <a:pt x="1908353" y="245070"/>
                </a:lnTo>
                <a:lnTo>
                  <a:pt x="1908784" y="246443"/>
                </a:lnTo>
                <a:lnTo>
                  <a:pt x="1909203" y="247817"/>
                </a:lnTo>
                <a:lnTo>
                  <a:pt x="1909634" y="249190"/>
                </a:lnTo>
                <a:lnTo>
                  <a:pt x="1910053" y="250563"/>
                </a:lnTo>
                <a:lnTo>
                  <a:pt x="1910471" y="251949"/>
                </a:lnTo>
                <a:lnTo>
                  <a:pt x="1910902" y="253335"/>
                </a:lnTo>
                <a:lnTo>
                  <a:pt x="1911321" y="254721"/>
                </a:lnTo>
                <a:lnTo>
                  <a:pt x="1911740" y="256107"/>
                </a:lnTo>
                <a:lnTo>
                  <a:pt x="1912171" y="257519"/>
                </a:lnTo>
                <a:lnTo>
                  <a:pt x="1912589" y="258918"/>
                </a:lnTo>
                <a:lnTo>
                  <a:pt x="1913021" y="260316"/>
                </a:lnTo>
                <a:lnTo>
                  <a:pt x="1913439" y="261728"/>
                </a:lnTo>
                <a:lnTo>
                  <a:pt x="1913858" y="263126"/>
                </a:lnTo>
                <a:lnTo>
                  <a:pt x="1914276" y="264538"/>
                </a:lnTo>
                <a:lnTo>
                  <a:pt x="1914708" y="265962"/>
                </a:lnTo>
                <a:lnTo>
                  <a:pt x="1915126" y="267374"/>
                </a:lnTo>
                <a:lnTo>
                  <a:pt x="1915558" y="268798"/>
                </a:lnTo>
                <a:lnTo>
                  <a:pt x="1915976" y="270222"/>
                </a:lnTo>
                <a:lnTo>
                  <a:pt x="1916395" y="271646"/>
                </a:lnTo>
                <a:lnTo>
                  <a:pt x="1916813" y="273083"/>
                </a:lnTo>
                <a:lnTo>
                  <a:pt x="1917245" y="274520"/>
                </a:lnTo>
                <a:lnTo>
                  <a:pt x="1917663" y="275957"/>
                </a:lnTo>
                <a:lnTo>
                  <a:pt x="1918094" y="277394"/>
                </a:lnTo>
                <a:lnTo>
                  <a:pt x="1918513" y="278843"/>
                </a:lnTo>
                <a:lnTo>
                  <a:pt x="1918932" y="280293"/>
                </a:lnTo>
                <a:lnTo>
                  <a:pt x="1919363" y="281742"/>
                </a:lnTo>
                <a:lnTo>
                  <a:pt x="1919781" y="283205"/>
                </a:lnTo>
                <a:lnTo>
                  <a:pt x="1920200" y="284654"/>
                </a:lnTo>
                <a:lnTo>
                  <a:pt x="1920631" y="286117"/>
                </a:lnTo>
                <a:lnTo>
                  <a:pt x="1921050" y="287579"/>
                </a:lnTo>
                <a:lnTo>
                  <a:pt x="1921481" y="289054"/>
                </a:lnTo>
                <a:lnTo>
                  <a:pt x="1921887" y="290529"/>
                </a:lnTo>
                <a:lnTo>
                  <a:pt x="1922318" y="291991"/>
                </a:lnTo>
                <a:lnTo>
                  <a:pt x="1922737" y="293479"/>
                </a:lnTo>
                <a:lnTo>
                  <a:pt x="1923168" y="294954"/>
                </a:lnTo>
                <a:lnTo>
                  <a:pt x="1923587" y="296442"/>
                </a:lnTo>
                <a:lnTo>
                  <a:pt x="1924005" y="297929"/>
                </a:lnTo>
                <a:lnTo>
                  <a:pt x="1924436" y="299417"/>
                </a:lnTo>
                <a:lnTo>
                  <a:pt x="1924855" y="300905"/>
                </a:lnTo>
                <a:lnTo>
                  <a:pt x="1925274" y="302405"/>
                </a:lnTo>
                <a:lnTo>
                  <a:pt x="1925705" y="303906"/>
                </a:lnTo>
                <a:lnTo>
                  <a:pt x="1926123" y="305406"/>
                </a:lnTo>
                <a:lnTo>
                  <a:pt x="1926555" y="306920"/>
                </a:lnTo>
                <a:lnTo>
                  <a:pt x="1926973" y="308433"/>
                </a:lnTo>
                <a:lnTo>
                  <a:pt x="1927392" y="309946"/>
                </a:lnTo>
                <a:lnTo>
                  <a:pt x="1927810" y="311459"/>
                </a:lnTo>
                <a:lnTo>
                  <a:pt x="1928242" y="312972"/>
                </a:lnTo>
                <a:lnTo>
                  <a:pt x="1928660" y="314498"/>
                </a:lnTo>
                <a:lnTo>
                  <a:pt x="1929092" y="316024"/>
                </a:lnTo>
                <a:lnTo>
                  <a:pt x="1929510" y="317550"/>
                </a:lnTo>
                <a:lnTo>
                  <a:pt x="1929929" y="319076"/>
                </a:lnTo>
                <a:lnTo>
                  <a:pt x="1930347" y="320614"/>
                </a:lnTo>
                <a:lnTo>
                  <a:pt x="1930779" y="322140"/>
                </a:lnTo>
                <a:lnTo>
                  <a:pt x="1931197" y="323692"/>
                </a:lnTo>
                <a:lnTo>
                  <a:pt x="1931628" y="325230"/>
                </a:lnTo>
                <a:lnTo>
                  <a:pt x="1932047" y="326782"/>
                </a:lnTo>
                <a:lnTo>
                  <a:pt x="1932466" y="328320"/>
                </a:lnTo>
                <a:lnTo>
                  <a:pt x="1932897" y="329884"/>
                </a:lnTo>
                <a:lnTo>
                  <a:pt x="1933315" y="331435"/>
                </a:lnTo>
                <a:lnTo>
                  <a:pt x="1933734" y="333000"/>
                </a:lnTo>
                <a:lnTo>
                  <a:pt x="1934165" y="334564"/>
                </a:lnTo>
                <a:lnTo>
                  <a:pt x="1934584" y="336128"/>
                </a:lnTo>
                <a:lnTo>
                  <a:pt x="1935015" y="337692"/>
                </a:lnTo>
                <a:lnTo>
                  <a:pt x="1935421" y="339268"/>
                </a:lnTo>
                <a:lnTo>
                  <a:pt x="1935852" y="340832"/>
                </a:lnTo>
                <a:lnTo>
                  <a:pt x="1936271" y="342409"/>
                </a:lnTo>
                <a:lnTo>
                  <a:pt x="1936702" y="343986"/>
                </a:lnTo>
                <a:lnTo>
                  <a:pt x="1937121" y="345588"/>
                </a:lnTo>
                <a:lnTo>
                  <a:pt x="1937539" y="347165"/>
                </a:lnTo>
                <a:lnTo>
                  <a:pt x="1937971" y="348754"/>
                </a:lnTo>
                <a:lnTo>
                  <a:pt x="1938389" y="350344"/>
                </a:lnTo>
                <a:lnTo>
                  <a:pt x="1938808" y="351946"/>
                </a:lnTo>
                <a:lnTo>
                  <a:pt x="1939239" y="353535"/>
                </a:lnTo>
                <a:lnTo>
                  <a:pt x="1939658" y="355138"/>
                </a:lnTo>
                <a:lnTo>
                  <a:pt x="1940089" y="356753"/>
                </a:lnTo>
                <a:lnTo>
                  <a:pt x="1940495" y="358355"/>
                </a:lnTo>
                <a:lnTo>
                  <a:pt x="1940926" y="359970"/>
                </a:lnTo>
                <a:lnTo>
                  <a:pt x="1941345" y="361585"/>
                </a:lnTo>
                <a:lnTo>
                  <a:pt x="1941776" y="363199"/>
                </a:lnTo>
                <a:lnTo>
                  <a:pt x="1942207" y="364814"/>
                </a:lnTo>
                <a:lnTo>
                  <a:pt x="1942613" y="366429"/>
                </a:lnTo>
                <a:lnTo>
                  <a:pt x="1943044" y="368057"/>
                </a:lnTo>
                <a:lnTo>
                  <a:pt x="1943463" y="369684"/>
                </a:lnTo>
                <a:lnTo>
                  <a:pt x="1943894" y="371312"/>
                </a:lnTo>
                <a:lnTo>
                  <a:pt x="1944313" y="372952"/>
                </a:lnTo>
                <a:lnTo>
                  <a:pt x="1944731" y="374593"/>
                </a:lnTo>
                <a:lnTo>
                  <a:pt x="1945163" y="376233"/>
                </a:lnTo>
                <a:lnTo>
                  <a:pt x="1945581" y="377873"/>
                </a:lnTo>
                <a:lnTo>
                  <a:pt x="1946000" y="379526"/>
                </a:lnTo>
                <a:lnTo>
                  <a:pt x="1946431" y="381179"/>
                </a:lnTo>
                <a:lnTo>
                  <a:pt x="1946850" y="382820"/>
                </a:lnTo>
                <a:lnTo>
                  <a:pt x="1947281" y="384473"/>
                </a:lnTo>
                <a:lnTo>
                  <a:pt x="1947699" y="386126"/>
                </a:lnTo>
                <a:lnTo>
                  <a:pt x="1948118" y="387792"/>
                </a:lnTo>
                <a:lnTo>
                  <a:pt x="1948537" y="389457"/>
                </a:lnTo>
                <a:lnTo>
                  <a:pt x="1948968" y="391110"/>
                </a:lnTo>
                <a:lnTo>
                  <a:pt x="1949386" y="392789"/>
                </a:lnTo>
                <a:lnTo>
                  <a:pt x="1949818" y="394467"/>
                </a:lnTo>
                <a:lnTo>
                  <a:pt x="1950236" y="396133"/>
                </a:lnTo>
                <a:lnTo>
                  <a:pt x="1950655" y="397812"/>
                </a:lnTo>
                <a:lnTo>
                  <a:pt x="1951073" y="399490"/>
                </a:lnTo>
                <a:lnTo>
                  <a:pt x="1951505" y="401181"/>
                </a:lnTo>
                <a:lnTo>
                  <a:pt x="1951923" y="402860"/>
                </a:lnTo>
                <a:lnTo>
                  <a:pt x="1952355" y="404551"/>
                </a:lnTo>
                <a:lnTo>
                  <a:pt x="1952773" y="406242"/>
                </a:lnTo>
                <a:lnTo>
                  <a:pt x="1953192" y="407933"/>
                </a:lnTo>
                <a:lnTo>
                  <a:pt x="1953623" y="409637"/>
                </a:lnTo>
                <a:lnTo>
                  <a:pt x="1954042" y="411329"/>
                </a:lnTo>
                <a:lnTo>
                  <a:pt x="1954460" y="413032"/>
                </a:lnTo>
                <a:lnTo>
                  <a:pt x="1954891" y="414736"/>
                </a:lnTo>
                <a:lnTo>
                  <a:pt x="1955310" y="416440"/>
                </a:lnTo>
                <a:lnTo>
                  <a:pt x="1955741" y="418157"/>
                </a:lnTo>
                <a:lnTo>
                  <a:pt x="1956147" y="419874"/>
                </a:lnTo>
                <a:lnTo>
                  <a:pt x="1956578" y="421590"/>
                </a:lnTo>
                <a:lnTo>
                  <a:pt x="1956997" y="423307"/>
                </a:lnTo>
                <a:lnTo>
                  <a:pt x="1957428" y="425023"/>
                </a:lnTo>
                <a:lnTo>
                  <a:pt x="1957847" y="426753"/>
                </a:lnTo>
                <a:lnTo>
                  <a:pt x="1958265" y="428482"/>
                </a:lnTo>
                <a:lnTo>
                  <a:pt x="1958697" y="430211"/>
                </a:lnTo>
                <a:lnTo>
                  <a:pt x="1959115" y="431953"/>
                </a:lnTo>
                <a:lnTo>
                  <a:pt x="1959534" y="433683"/>
                </a:lnTo>
                <a:lnTo>
                  <a:pt x="1959965" y="435412"/>
                </a:lnTo>
                <a:lnTo>
                  <a:pt x="1960384" y="437154"/>
                </a:lnTo>
                <a:lnTo>
                  <a:pt x="1960815" y="438896"/>
                </a:lnTo>
                <a:lnTo>
                  <a:pt x="1961233" y="440651"/>
                </a:lnTo>
                <a:lnTo>
                  <a:pt x="1961652" y="442393"/>
                </a:lnTo>
                <a:lnTo>
                  <a:pt x="1962071" y="444148"/>
                </a:lnTo>
                <a:lnTo>
                  <a:pt x="1962502" y="445903"/>
                </a:lnTo>
                <a:lnTo>
                  <a:pt x="1962921" y="447657"/>
                </a:lnTo>
                <a:lnTo>
                  <a:pt x="1963352" y="449412"/>
                </a:lnTo>
                <a:lnTo>
                  <a:pt x="1963770" y="451180"/>
                </a:lnTo>
                <a:lnTo>
                  <a:pt x="1964189" y="452947"/>
                </a:lnTo>
                <a:lnTo>
                  <a:pt x="1964608" y="454715"/>
                </a:lnTo>
                <a:lnTo>
                  <a:pt x="1965039" y="456482"/>
                </a:lnTo>
                <a:lnTo>
                  <a:pt x="1965457" y="458262"/>
                </a:lnTo>
                <a:lnTo>
                  <a:pt x="1965889" y="460043"/>
                </a:lnTo>
                <a:lnTo>
                  <a:pt x="1966307" y="461810"/>
                </a:lnTo>
                <a:lnTo>
                  <a:pt x="1966726" y="463590"/>
                </a:lnTo>
                <a:lnTo>
                  <a:pt x="1967157" y="465370"/>
                </a:lnTo>
                <a:lnTo>
                  <a:pt x="1967576" y="467163"/>
                </a:lnTo>
                <a:lnTo>
                  <a:pt x="1967994" y="468956"/>
                </a:lnTo>
                <a:lnTo>
                  <a:pt x="1968425" y="470736"/>
                </a:lnTo>
                <a:lnTo>
                  <a:pt x="1968844" y="472529"/>
                </a:lnTo>
                <a:lnTo>
                  <a:pt x="1969275" y="474335"/>
                </a:lnTo>
                <a:lnTo>
                  <a:pt x="1969681" y="476128"/>
                </a:lnTo>
                <a:lnTo>
                  <a:pt x="1970112" y="477921"/>
                </a:lnTo>
                <a:lnTo>
                  <a:pt x="1970531" y="479739"/>
                </a:lnTo>
                <a:lnTo>
                  <a:pt x="1970962" y="481545"/>
                </a:lnTo>
                <a:lnTo>
                  <a:pt x="1971381" y="483351"/>
                </a:lnTo>
                <a:lnTo>
                  <a:pt x="1971799" y="485156"/>
                </a:lnTo>
                <a:lnTo>
                  <a:pt x="1972231" y="486975"/>
                </a:lnTo>
                <a:lnTo>
                  <a:pt x="1972649" y="488793"/>
                </a:lnTo>
                <a:lnTo>
                  <a:pt x="1973068" y="490611"/>
                </a:lnTo>
                <a:lnTo>
                  <a:pt x="1973499" y="492430"/>
                </a:lnTo>
                <a:lnTo>
                  <a:pt x="1973918" y="494261"/>
                </a:lnTo>
                <a:lnTo>
                  <a:pt x="1974349" y="496079"/>
                </a:lnTo>
                <a:lnTo>
                  <a:pt x="1974755" y="497910"/>
                </a:lnTo>
                <a:lnTo>
                  <a:pt x="1975186" y="499741"/>
                </a:lnTo>
                <a:lnTo>
                  <a:pt x="1975605" y="501572"/>
                </a:lnTo>
                <a:lnTo>
                  <a:pt x="1976036" y="503416"/>
                </a:lnTo>
                <a:lnTo>
                  <a:pt x="1976455" y="505247"/>
                </a:lnTo>
                <a:lnTo>
                  <a:pt x="1976873" y="507091"/>
                </a:lnTo>
                <a:lnTo>
                  <a:pt x="1977304" y="508947"/>
                </a:lnTo>
                <a:lnTo>
                  <a:pt x="1977723" y="510778"/>
                </a:lnTo>
                <a:lnTo>
                  <a:pt x="1978142" y="512635"/>
                </a:lnTo>
                <a:lnTo>
                  <a:pt x="1978573" y="514479"/>
                </a:lnTo>
                <a:lnTo>
                  <a:pt x="1978991" y="516335"/>
                </a:lnTo>
                <a:lnTo>
                  <a:pt x="1979423" y="518192"/>
                </a:lnTo>
                <a:lnTo>
                  <a:pt x="1979841" y="520048"/>
                </a:lnTo>
                <a:lnTo>
                  <a:pt x="1980260" y="521905"/>
                </a:lnTo>
                <a:lnTo>
                  <a:pt x="1980678" y="523774"/>
                </a:lnTo>
                <a:lnTo>
                  <a:pt x="1981110" y="525643"/>
                </a:lnTo>
                <a:lnTo>
                  <a:pt x="1981541" y="527512"/>
                </a:lnTo>
                <a:lnTo>
                  <a:pt x="1981960" y="529382"/>
                </a:lnTo>
                <a:lnTo>
                  <a:pt x="1982378" y="531251"/>
                </a:lnTo>
                <a:lnTo>
                  <a:pt x="1982797" y="533133"/>
                </a:lnTo>
                <a:lnTo>
                  <a:pt x="1983228" y="535002"/>
                </a:lnTo>
                <a:lnTo>
                  <a:pt x="1983647" y="536884"/>
                </a:lnTo>
                <a:lnTo>
                  <a:pt x="1984078" y="538766"/>
                </a:lnTo>
                <a:lnTo>
                  <a:pt x="1984496" y="540648"/>
                </a:lnTo>
                <a:lnTo>
                  <a:pt x="1984915" y="542542"/>
                </a:lnTo>
                <a:lnTo>
                  <a:pt x="1985334" y="544424"/>
                </a:lnTo>
                <a:lnTo>
                  <a:pt x="1985765" y="546319"/>
                </a:lnTo>
                <a:lnTo>
                  <a:pt x="1986183" y="548214"/>
                </a:lnTo>
                <a:lnTo>
                  <a:pt x="1986615" y="550108"/>
                </a:lnTo>
                <a:lnTo>
                  <a:pt x="1987033" y="552003"/>
                </a:lnTo>
                <a:lnTo>
                  <a:pt x="1987452" y="553897"/>
                </a:lnTo>
                <a:lnTo>
                  <a:pt x="1987883" y="555805"/>
                </a:lnTo>
                <a:lnTo>
                  <a:pt x="1988302" y="557712"/>
                </a:lnTo>
                <a:lnTo>
                  <a:pt x="1988720" y="559620"/>
                </a:lnTo>
                <a:lnTo>
                  <a:pt x="1989152" y="561527"/>
                </a:lnTo>
                <a:lnTo>
                  <a:pt x="1989570" y="563447"/>
                </a:lnTo>
                <a:lnTo>
                  <a:pt x="1990001" y="565354"/>
                </a:lnTo>
                <a:lnTo>
                  <a:pt x="1990407" y="567274"/>
                </a:lnTo>
                <a:lnTo>
                  <a:pt x="1990839" y="569195"/>
                </a:lnTo>
                <a:lnTo>
                  <a:pt x="1991257" y="571115"/>
                </a:lnTo>
                <a:lnTo>
                  <a:pt x="1991688" y="573035"/>
                </a:lnTo>
                <a:lnTo>
                  <a:pt x="1992107" y="574955"/>
                </a:lnTo>
                <a:lnTo>
                  <a:pt x="1992526" y="576888"/>
                </a:lnTo>
                <a:lnTo>
                  <a:pt x="1992957" y="578808"/>
                </a:lnTo>
                <a:lnTo>
                  <a:pt x="1993375" y="580753"/>
                </a:lnTo>
                <a:lnTo>
                  <a:pt x="1993794" y="582673"/>
                </a:lnTo>
                <a:lnTo>
                  <a:pt x="1994225" y="584619"/>
                </a:lnTo>
                <a:lnTo>
                  <a:pt x="1994644" y="586552"/>
                </a:lnTo>
                <a:lnTo>
                  <a:pt x="1995075" y="588497"/>
                </a:lnTo>
                <a:lnTo>
                  <a:pt x="1995494" y="590443"/>
                </a:lnTo>
                <a:lnTo>
                  <a:pt x="1995912" y="592375"/>
                </a:lnTo>
                <a:lnTo>
                  <a:pt x="1996331" y="594334"/>
                </a:lnTo>
                <a:lnTo>
                  <a:pt x="1996762" y="596279"/>
                </a:lnTo>
                <a:lnTo>
                  <a:pt x="1997181" y="598225"/>
                </a:lnTo>
                <a:lnTo>
                  <a:pt x="1997612" y="600196"/>
                </a:lnTo>
                <a:lnTo>
                  <a:pt x="1998031" y="602141"/>
                </a:lnTo>
                <a:lnTo>
                  <a:pt x="1998449" y="604099"/>
                </a:lnTo>
                <a:lnTo>
                  <a:pt x="1998868" y="606057"/>
                </a:lnTo>
                <a:lnTo>
                  <a:pt x="1999299" y="608016"/>
                </a:lnTo>
                <a:lnTo>
                  <a:pt x="1999718" y="609987"/>
                </a:lnTo>
                <a:lnTo>
                  <a:pt x="2000149" y="611958"/>
                </a:lnTo>
                <a:lnTo>
                  <a:pt x="2000567" y="613916"/>
                </a:lnTo>
                <a:lnTo>
                  <a:pt x="2000986" y="615887"/>
                </a:lnTo>
                <a:lnTo>
                  <a:pt x="2001417" y="617858"/>
                </a:lnTo>
                <a:lnTo>
                  <a:pt x="2001836" y="619829"/>
                </a:lnTo>
                <a:lnTo>
                  <a:pt x="2002254" y="621800"/>
                </a:lnTo>
                <a:lnTo>
                  <a:pt x="2002686" y="623783"/>
                </a:lnTo>
                <a:lnTo>
                  <a:pt x="2003104" y="625767"/>
                </a:lnTo>
                <a:lnTo>
                  <a:pt x="2003535" y="627751"/>
                </a:lnTo>
                <a:lnTo>
                  <a:pt x="2003941" y="629734"/>
                </a:lnTo>
                <a:lnTo>
                  <a:pt x="2004373" y="631718"/>
                </a:lnTo>
                <a:lnTo>
                  <a:pt x="2004791" y="633702"/>
                </a:lnTo>
                <a:lnTo>
                  <a:pt x="2005222" y="635698"/>
                </a:lnTo>
                <a:lnTo>
                  <a:pt x="2005641" y="637694"/>
                </a:lnTo>
                <a:lnTo>
                  <a:pt x="2006060" y="639691"/>
                </a:lnTo>
                <a:lnTo>
                  <a:pt x="2006478" y="641687"/>
                </a:lnTo>
                <a:lnTo>
                  <a:pt x="2006909" y="643683"/>
                </a:lnTo>
                <a:lnTo>
                  <a:pt x="2007328" y="645680"/>
                </a:lnTo>
                <a:lnTo>
                  <a:pt x="2007759" y="647689"/>
                </a:lnTo>
                <a:lnTo>
                  <a:pt x="2008178" y="649685"/>
                </a:lnTo>
                <a:lnTo>
                  <a:pt x="2008609" y="651694"/>
                </a:lnTo>
                <a:lnTo>
                  <a:pt x="2009015" y="653703"/>
                </a:lnTo>
                <a:lnTo>
                  <a:pt x="2009446" y="655712"/>
                </a:lnTo>
                <a:lnTo>
                  <a:pt x="2009865" y="657722"/>
                </a:lnTo>
                <a:lnTo>
                  <a:pt x="2010296" y="659731"/>
                </a:lnTo>
                <a:lnTo>
                  <a:pt x="2010715" y="661752"/>
                </a:lnTo>
                <a:lnTo>
                  <a:pt x="2011133" y="663774"/>
                </a:lnTo>
                <a:lnTo>
                  <a:pt x="2011552" y="665796"/>
                </a:lnTo>
                <a:lnTo>
                  <a:pt x="2011983" y="667805"/>
                </a:lnTo>
                <a:lnTo>
                  <a:pt x="2012402" y="669827"/>
                </a:lnTo>
                <a:lnTo>
                  <a:pt x="2012833" y="671849"/>
                </a:lnTo>
                <a:lnTo>
                  <a:pt x="2013252" y="673883"/>
                </a:lnTo>
                <a:lnTo>
                  <a:pt x="2013670" y="675918"/>
                </a:lnTo>
                <a:lnTo>
                  <a:pt x="2014101" y="677940"/>
                </a:lnTo>
                <a:lnTo>
                  <a:pt x="2014520" y="679974"/>
                </a:lnTo>
                <a:lnTo>
                  <a:pt x="2014939" y="682021"/>
                </a:lnTo>
                <a:lnTo>
                  <a:pt x="2015370" y="684043"/>
                </a:lnTo>
                <a:lnTo>
                  <a:pt x="2015788" y="686090"/>
                </a:lnTo>
                <a:lnTo>
                  <a:pt x="2016220" y="688125"/>
                </a:lnTo>
                <a:lnTo>
                  <a:pt x="2016626" y="690172"/>
                </a:lnTo>
                <a:lnTo>
                  <a:pt x="2017057" y="692219"/>
                </a:lnTo>
                <a:lnTo>
                  <a:pt x="2017475" y="694254"/>
                </a:lnTo>
                <a:lnTo>
                  <a:pt x="2017907" y="696301"/>
                </a:lnTo>
                <a:lnTo>
                  <a:pt x="2018325" y="698348"/>
                </a:lnTo>
                <a:lnTo>
                  <a:pt x="2018744" y="700396"/>
                </a:lnTo>
                <a:lnTo>
                  <a:pt x="2019175" y="702456"/>
                </a:lnTo>
                <a:lnTo>
                  <a:pt x="2019594" y="704503"/>
                </a:lnTo>
                <a:lnTo>
                  <a:pt x="2020025" y="706563"/>
                </a:lnTo>
                <a:lnTo>
                  <a:pt x="2020444" y="708623"/>
                </a:lnTo>
                <a:lnTo>
                  <a:pt x="2020862" y="710683"/>
                </a:lnTo>
                <a:lnTo>
                  <a:pt x="2021293" y="712743"/>
                </a:lnTo>
                <a:lnTo>
                  <a:pt x="2021712" y="714803"/>
                </a:lnTo>
                <a:lnTo>
                  <a:pt x="2022131" y="716863"/>
                </a:lnTo>
                <a:lnTo>
                  <a:pt x="2022562" y="718935"/>
                </a:lnTo>
                <a:lnTo>
                  <a:pt x="2022980" y="721008"/>
                </a:lnTo>
                <a:lnTo>
                  <a:pt x="2023412" y="723081"/>
                </a:lnTo>
                <a:lnTo>
                  <a:pt x="2023830" y="725140"/>
                </a:lnTo>
                <a:lnTo>
                  <a:pt x="2024249" y="727213"/>
                </a:lnTo>
                <a:lnTo>
                  <a:pt x="2024667" y="729299"/>
                </a:lnTo>
                <a:lnTo>
                  <a:pt x="2025099" y="731358"/>
                </a:lnTo>
                <a:lnTo>
                  <a:pt x="2025517" y="733444"/>
                </a:lnTo>
                <a:lnTo>
                  <a:pt x="2025949" y="735529"/>
                </a:lnTo>
                <a:lnTo>
                  <a:pt x="2026367" y="737602"/>
                </a:lnTo>
                <a:lnTo>
                  <a:pt x="2026786" y="739687"/>
                </a:lnTo>
                <a:lnTo>
                  <a:pt x="2027204" y="741773"/>
                </a:lnTo>
                <a:lnTo>
                  <a:pt x="2027636" y="743858"/>
                </a:lnTo>
                <a:lnTo>
                  <a:pt x="2028054" y="745943"/>
                </a:lnTo>
                <a:lnTo>
                  <a:pt x="2028485" y="748029"/>
                </a:lnTo>
                <a:lnTo>
                  <a:pt x="2028904" y="750127"/>
                </a:lnTo>
                <a:lnTo>
                  <a:pt x="2029323" y="752212"/>
                </a:lnTo>
                <a:lnTo>
                  <a:pt x="2029754" y="754310"/>
                </a:lnTo>
                <a:lnTo>
                  <a:pt x="2030172" y="756408"/>
                </a:lnTo>
                <a:lnTo>
                  <a:pt x="2030591" y="758507"/>
                </a:lnTo>
                <a:lnTo>
                  <a:pt x="2031022" y="760592"/>
                </a:lnTo>
                <a:lnTo>
                  <a:pt x="2031441" y="762703"/>
                </a:lnTo>
                <a:lnTo>
                  <a:pt x="2031872" y="764801"/>
                </a:lnTo>
                <a:lnTo>
                  <a:pt x="2032278" y="766912"/>
                </a:lnTo>
                <a:lnTo>
                  <a:pt x="2032709" y="769010"/>
                </a:lnTo>
                <a:lnTo>
                  <a:pt x="2033128" y="771121"/>
                </a:lnTo>
                <a:lnTo>
                  <a:pt x="2033559" y="773231"/>
                </a:lnTo>
                <a:lnTo>
                  <a:pt x="2033978" y="775330"/>
                </a:lnTo>
                <a:lnTo>
                  <a:pt x="2034396" y="777440"/>
                </a:lnTo>
                <a:lnTo>
                  <a:pt x="2034828" y="779551"/>
                </a:lnTo>
                <a:lnTo>
                  <a:pt x="2035246" y="781662"/>
                </a:lnTo>
                <a:lnTo>
                  <a:pt x="2035665" y="783786"/>
                </a:lnTo>
                <a:lnTo>
                  <a:pt x="2036096" y="785896"/>
                </a:lnTo>
                <a:lnTo>
                  <a:pt x="2036515" y="788020"/>
                </a:lnTo>
                <a:lnTo>
                  <a:pt x="2036946" y="790143"/>
                </a:lnTo>
                <a:lnTo>
                  <a:pt x="2037364" y="792267"/>
                </a:lnTo>
                <a:lnTo>
                  <a:pt x="2037783" y="794390"/>
                </a:lnTo>
                <a:lnTo>
                  <a:pt x="2038202" y="796514"/>
                </a:lnTo>
                <a:lnTo>
                  <a:pt x="2038633" y="798637"/>
                </a:lnTo>
                <a:lnTo>
                  <a:pt x="2039051" y="800761"/>
                </a:lnTo>
                <a:lnTo>
                  <a:pt x="2039483" y="802885"/>
                </a:lnTo>
                <a:lnTo>
                  <a:pt x="2039901" y="805021"/>
                </a:lnTo>
                <a:lnTo>
                  <a:pt x="2040320" y="807144"/>
                </a:lnTo>
                <a:lnTo>
                  <a:pt x="2040738" y="809281"/>
                </a:lnTo>
                <a:lnTo>
                  <a:pt x="2041170" y="811417"/>
                </a:lnTo>
                <a:lnTo>
                  <a:pt x="2041588" y="813540"/>
                </a:lnTo>
                <a:lnTo>
                  <a:pt x="2042020" y="815677"/>
                </a:lnTo>
                <a:lnTo>
                  <a:pt x="2042438" y="817826"/>
                </a:lnTo>
                <a:lnTo>
                  <a:pt x="2042857" y="819962"/>
                </a:lnTo>
                <a:lnTo>
                  <a:pt x="2043275" y="822098"/>
                </a:lnTo>
                <a:lnTo>
                  <a:pt x="2043707" y="824234"/>
                </a:lnTo>
                <a:lnTo>
                  <a:pt x="2044125" y="826383"/>
                </a:lnTo>
                <a:lnTo>
                  <a:pt x="2044556" y="828532"/>
                </a:lnTo>
                <a:lnTo>
                  <a:pt x="2044975" y="830668"/>
                </a:lnTo>
                <a:lnTo>
                  <a:pt x="2045394" y="832817"/>
                </a:lnTo>
                <a:lnTo>
                  <a:pt x="2045812" y="834966"/>
                </a:lnTo>
                <a:lnTo>
                  <a:pt x="2046243" y="837115"/>
                </a:lnTo>
                <a:lnTo>
                  <a:pt x="2046662" y="839277"/>
                </a:lnTo>
                <a:lnTo>
                  <a:pt x="2047093" y="841413"/>
                </a:lnTo>
                <a:lnTo>
                  <a:pt x="2047512" y="843575"/>
                </a:lnTo>
                <a:lnTo>
                  <a:pt x="2047930" y="845724"/>
                </a:lnTo>
                <a:lnTo>
                  <a:pt x="2048362" y="847873"/>
                </a:lnTo>
                <a:lnTo>
                  <a:pt x="2048780" y="850047"/>
                </a:lnTo>
                <a:lnTo>
                  <a:pt x="2049199" y="852196"/>
                </a:lnTo>
                <a:lnTo>
                  <a:pt x="2049630" y="854358"/>
                </a:lnTo>
                <a:lnTo>
                  <a:pt x="2050049" y="856520"/>
                </a:lnTo>
                <a:lnTo>
                  <a:pt x="2050480" y="858681"/>
                </a:lnTo>
                <a:lnTo>
                  <a:pt x="2050886" y="860843"/>
                </a:lnTo>
                <a:lnTo>
                  <a:pt x="2051317" y="863005"/>
                </a:lnTo>
                <a:lnTo>
                  <a:pt x="2051736" y="865179"/>
                </a:lnTo>
                <a:lnTo>
                  <a:pt x="2052167" y="867341"/>
                </a:lnTo>
                <a:lnTo>
                  <a:pt x="2052585" y="869502"/>
                </a:lnTo>
                <a:lnTo>
                  <a:pt x="2053004" y="871677"/>
                </a:lnTo>
                <a:lnTo>
                  <a:pt x="2053435" y="873838"/>
                </a:lnTo>
                <a:lnTo>
                  <a:pt x="2053854" y="876013"/>
                </a:lnTo>
                <a:lnTo>
                  <a:pt x="2054272" y="878187"/>
                </a:lnTo>
                <a:lnTo>
                  <a:pt x="2054704" y="880362"/>
                </a:lnTo>
                <a:lnTo>
                  <a:pt x="2055122" y="882536"/>
                </a:lnTo>
                <a:lnTo>
                  <a:pt x="2055554" y="884710"/>
                </a:lnTo>
                <a:lnTo>
                  <a:pt x="2055972" y="886898"/>
                </a:lnTo>
                <a:lnTo>
                  <a:pt x="2056391" y="889072"/>
                </a:lnTo>
                <a:lnTo>
                  <a:pt x="2056809" y="891246"/>
                </a:lnTo>
                <a:lnTo>
                  <a:pt x="2057241" y="893421"/>
                </a:lnTo>
                <a:lnTo>
                  <a:pt x="2057672" y="895608"/>
                </a:lnTo>
                <a:lnTo>
                  <a:pt x="2058090" y="897795"/>
                </a:lnTo>
                <a:lnTo>
                  <a:pt x="2058509" y="899969"/>
                </a:lnTo>
                <a:lnTo>
                  <a:pt x="2058928" y="902156"/>
                </a:lnTo>
                <a:lnTo>
                  <a:pt x="2059359" y="904344"/>
                </a:lnTo>
                <a:lnTo>
                  <a:pt x="2059777" y="906531"/>
                </a:lnTo>
                <a:lnTo>
                  <a:pt x="2060209" y="908718"/>
                </a:lnTo>
                <a:lnTo>
                  <a:pt x="2060627" y="910905"/>
                </a:lnTo>
                <a:lnTo>
                  <a:pt x="2061046" y="913092"/>
                </a:lnTo>
                <a:lnTo>
                  <a:pt x="2061464" y="915279"/>
                </a:lnTo>
                <a:lnTo>
                  <a:pt x="2061896" y="917479"/>
                </a:lnTo>
                <a:lnTo>
                  <a:pt x="2062314" y="919666"/>
                </a:lnTo>
                <a:lnTo>
                  <a:pt x="2062746" y="921866"/>
                </a:lnTo>
                <a:lnTo>
                  <a:pt x="2063164" y="924053"/>
                </a:lnTo>
                <a:lnTo>
                  <a:pt x="2063583" y="926253"/>
                </a:lnTo>
                <a:lnTo>
                  <a:pt x="2064014" y="928453"/>
                </a:lnTo>
                <a:lnTo>
                  <a:pt x="2064433" y="930652"/>
                </a:lnTo>
                <a:lnTo>
                  <a:pt x="2064851" y="932840"/>
                </a:lnTo>
                <a:lnTo>
                  <a:pt x="2065282" y="935039"/>
                </a:lnTo>
                <a:lnTo>
                  <a:pt x="2065701" y="937239"/>
                </a:lnTo>
                <a:lnTo>
                  <a:pt x="2066132" y="939439"/>
                </a:lnTo>
                <a:lnTo>
                  <a:pt x="2066538" y="941652"/>
                </a:lnTo>
                <a:lnTo>
                  <a:pt x="2066969" y="943851"/>
                </a:lnTo>
                <a:lnTo>
                  <a:pt x="2067388" y="946051"/>
                </a:lnTo>
                <a:lnTo>
                  <a:pt x="2067819" y="948251"/>
                </a:lnTo>
                <a:lnTo>
                  <a:pt x="2068238" y="950464"/>
                </a:lnTo>
                <a:lnTo>
                  <a:pt x="2068656" y="952663"/>
                </a:lnTo>
                <a:lnTo>
                  <a:pt x="2069088" y="954876"/>
                </a:lnTo>
                <a:lnTo>
                  <a:pt x="2069506" y="957076"/>
                </a:lnTo>
                <a:lnTo>
                  <a:pt x="2069925" y="959288"/>
                </a:lnTo>
                <a:lnTo>
                  <a:pt x="2070356" y="961501"/>
                </a:lnTo>
                <a:lnTo>
                  <a:pt x="2070775" y="963701"/>
                </a:lnTo>
                <a:lnTo>
                  <a:pt x="2071206" y="965926"/>
                </a:lnTo>
                <a:lnTo>
                  <a:pt x="2071625" y="968138"/>
                </a:lnTo>
                <a:lnTo>
                  <a:pt x="2072043" y="970351"/>
                </a:lnTo>
                <a:lnTo>
                  <a:pt x="2072462" y="972564"/>
                </a:lnTo>
                <a:lnTo>
                  <a:pt x="2072893" y="974776"/>
                </a:lnTo>
                <a:lnTo>
                  <a:pt x="2073312" y="976989"/>
                </a:lnTo>
                <a:lnTo>
                  <a:pt x="2073743" y="979214"/>
                </a:lnTo>
                <a:lnTo>
                  <a:pt x="2074161" y="981426"/>
                </a:lnTo>
                <a:lnTo>
                  <a:pt x="2074580" y="983639"/>
                </a:lnTo>
                <a:lnTo>
                  <a:pt x="2074999" y="985864"/>
                </a:lnTo>
                <a:lnTo>
                  <a:pt x="2075430" y="988077"/>
                </a:lnTo>
                <a:lnTo>
                  <a:pt x="2075848" y="990302"/>
                </a:lnTo>
                <a:lnTo>
                  <a:pt x="2076280" y="992515"/>
                </a:lnTo>
                <a:lnTo>
                  <a:pt x="2076698" y="994740"/>
                </a:lnTo>
                <a:lnTo>
                  <a:pt x="2077117" y="996965"/>
                </a:lnTo>
                <a:lnTo>
                  <a:pt x="2077535" y="999178"/>
                </a:lnTo>
                <a:lnTo>
                  <a:pt x="2077967" y="1001403"/>
                </a:lnTo>
                <a:lnTo>
                  <a:pt x="2078385" y="1003628"/>
                </a:lnTo>
                <a:lnTo>
                  <a:pt x="2078817" y="1005866"/>
                </a:lnTo>
                <a:lnTo>
                  <a:pt x="2079235" y="1008079"/>
                </a:lnTo>
                <a:lnTo>
                  <a:pt x="2079666" y="1010304"/>
                </a:lnTo>
                <a:lnTo>
                  <a:pt x="2080072" y="1012542"/>
                </a:lnTo>
                <a:lnTo>
                  <a:pt x="2080504" y="1014767"/>
                </a:lnTo>
                <a:lnTo>
                  <a:pt x="2080922" y="1016992"/>
                </a:lnTo>
                <a:lnTo>
                  <a:pt x="2081353" y="1019218"/>
                </a:lnTo>
                <a:lnTo>
                  <a:pt x="2081772" y="1021456"/>
                </a:lnTo>
                <a:lnTo>
                  <a:pt x="2082191" y="1023681"/>
                </a:lnTo>
                <a:lnTo>
                  <a:pt x="2082622" y="1025906"/>
                </a:lnTo>
                <a:lnTo>
                  <a:pt x="2083040" y="1028144"/>
                </a:lnTo>
                <a:lnTo>
                  <a:pt x="2083459" y="1030369"/>
                </a:lnTo>
                <a:lnTo>
                  <a:pt x="2083890" y="1032607"/>
                </a:lnTo>
                <a:lnTo>
                  <a:pt x="2084309" y="1034845"/>
                </a:lnTo>
                <a:lnTo>
                  <a:pt x="2084740" y="1037070"/>
                </a:lnTo>
                <a:lnTo>
                  <a:pt x="2085146" y="1039296"/>
                </a:lnTo>
                <a:lnTo>
                  <a:pt x="2085577" y="1041534"/>
                </a:lnTo>
                <a:lnTo>
                  <a:pt x="2085996" y="1043784"/>
                </a:lnTo>
                <a:lnTo>
                  <a:pt x="2086427" y="1046010"/>
                </a:lnTo>
                <a:lnTo>
                  <a:pt x="2086846" y="1048248"/>
                </a:lnTo>
                <a:lnTo>
                  <a:pt x="2087264" y="1050486"/>
                </a:lnTo>
                <a:lnTo>
                  <a:pt x="2087695" y="1052724"/>
                </a:lnTo>
                <a:lnTo>
                  <a:pt x="2088114" y="1054962"/>
                </a:lnTo>
                <a:lnTo>
                  <a:pt x="2088533" y="1057200"/>
                </a:lnTo>
                <a:lnTo>
                  <a:pt x="2088964" y="1059437"/>
                </a:lnTo>
                <a:lnTo>
                  <a:pt x="2089382" y="1061675"/>
                </a:lnTo>
                <a:lnTo>
                  <a:pt x="2089814" y="1063913"/>
                </a:lnTo>
                <a:lnTo>
                  <a:pt x="2090232" y="1066151"/>
                </a:lnTo>
                <a:lnTo>
                  <a:pt x="2090651" y="1068402"/>
                </a:lnTo>
                <a:lnTo>
                  <a:pt x="2091070" y="1070640"/>
                </a:lnTo>
                <a:lnTo>
                  <a:pt x="2091501" y="1072878"/>
                </a:lnTo>
                <a:lnTo>
                  <a:pt x="2091919" y="1075129"/>
                </a:lnTo>
                <a:lnTo>
                  <a:pt x="2092351" y="1077367"/>
                </a:lnTo>
                <a:lnTo>
                  <a:pt x="2092769" y="1079605"/>
                </a:lnTo>
                <a:lnTo>
                  <a:pt x="2093188" y="1081855"/>
                </a:lnTo>
                <a:lnTo>
                  <a:pt x="2093606" y="1084093"/>
                </a:lnTo>
                <a:lnTo>
                  <a:pt x="2094038" y="1086331"/>
                </a:lnTo>
                <a:lnTo>
                  <a:pt x="2094456" y="1088582"/>
                </a:lnTo>
                <a:lnTo>
                  <a:pt x="2094887" y="1090820"/>
                </a:lnTo>
                <a:lnTo>
                  <a:pt x="2095306" y="1093071"/>
                </a:lnTo>
                <a:lnTo>
                  <a:pt x="2095725" y="1095321"/>
                </a:lnTo>
                <a:lnTo>
                  <a:pt x="2096156" y="1097559"/>
                </a:lnTo>
                <a:lnTo>
                  <a:pt x="2096574" y="1099810"/>
                </a:lnTo>
                <a:lnTo>
                  <a:pt x="2097006" y="1102061"/>
                </a:lnTo>
                <a:lnTo>
                  <a:pt x="2097424" y="1104299"/>
                </a:lnTo>
                <a:lnTo>
                  <a:pt x="2097843" y="1106549"/>
                </a:lnTo>
                <a:lnTo>
                  <a:pt x="2098274" y="1108800"/>
                </a:lnTo>
                <a:lnTo>
                  <a:pt x="2098693" y="1111051"/>
                </a:lnTo>
                <a:lnTo>
                  <a:pt x="2099111" y="1113289"/>
                </a:lnTo>
                <a:lnTo>
                  <a:pt x="2099543" y="1115539"/>
                </a:lnTo>
                <a:lnTo>
                  <a:pt x="2099961" y="1117790"/>
                </a:lnTo>
                <a:lnTo>
                  <a:pt x="2100392" y="1120041"/>
                </a:lnTo>
                <a:lnTo>
                  <a:pt x="2100798" y="1122291"/>
                </a:lnTo>
                <a:lnTo>
                  <a:pt x="2101230" y="1124542"/>
                </a:lnTo>
                <a:lnTo>
                  <a:pt x="2101648" y="1126793"/>
                </a:lnTo>
                <a:lnTo>
                  <a:pt x="2102079" y="1129043"/>
                </a:lnTo>
                <a:lnTo>
                  <a:pt x="2102498" y="1131294"/>
                </a:lnTo>
                <a:lnTo>
                  <a:pt x="2102917" y="1133532"/>
                </a:lnTo>
                <a:lnTo>
                  <a:pt x="2103348" y="1135796"/>
                </a:lnTo>
                <a:lnTo>
                  <a:pt x="2103766" y="1138046"/>
                </a:lnTo>
                <a:lnTo>
                  <a:pt x="2104185" y="1140297"/>
                </a:lnTo>
                <a:lnTo>
                  <a:pt x="2104616" y="1142548"/>
                </a:lnTo>
                <a:lnTo>
                  <a:pt x="2105035" y="1144798"/>
                </a:lnTo>
                <a:lnTo>
                  <a:pt x="2105466" y="1147049"/>
                </a:lnTo>
                <a:lnTo>
                  <a:pt x="2105885" y="1149300"/>
                </a:lnTo>
                <a:lnTo>
                  <a:pt x="2106303" y="1151550"/>
                </a:lnTo>
                <a:lnTo>
                  <a:pt x="2106722" y="1153801"/>
                </a:lnTo>
                <a:lnTo>
                  <a:pt x="2107153" y="1156052"/>
                </a:lnTo>
                <a:lnTo>
                  <a:pt x="2107572" y="1158315"/>
                </a:lnTo>
                <a:lnTo>
                  <a:pt x="2108003" y="1160566"/>
                </a:lnTo>
                <a:lnTo>
                  <a:pt x="2108422" y="1162817"/>
                </a:lnTo>
                <a:lnTo>
                  <a:pt x="2108840" y="1165067"/>
                </a:lnTo>
                <a:lnTo>
                  <a:pt x="2109259" y="1167318"/>
                </a:lnTo>
                <a:lnTo>
                  <a:pt x="2109690" y="1169569"/>
                </a:lnTo>
                <a:lnTo>
                  <a:pt x="2110109" y="1171819"/>
                </a:lnTo>
                <a:lnTo>
                  <a:pt x="2110540" y="1174070"/>
                </a:lnTo>
                <a:lnTo>
                  <a:pt x="2110958" y="1176333"/>
                </a:lnTo>
                <a:lnTo>
                  <a:pt x="2111377" y="1178584"/>
                </a:lnTo>
                <a:lnTo>
                  <a:pt x="2111808" y="1180835"/>
                </a:lnTo>
                <a:lnTo>
                  <a:pt x="2112227" y="1183085"/>
                </a:lnTo>
                <a:lnTo>
                  <a:pt x="2112645" y="1185349"/>
                </a:lnTo>
                <a:lnTo>
                  <a:pt x="2113077" y="1187600"/>
                </a:lnTo>
                <a:lnTo>
                  <a:pt x="2113495" y="1189850"/>
                </a:lnTo>
                <a:lnTo>
                  <a:pt x="2113927" y="1192101"/>
                </a:lnTo>
                <a:lnTo>
                  <a:pt x="2114332" y="1194352"/>
                </a:lnTo>
                <a:lnTo>
                  <a:pt x="2114764" y="1196615"/>
                </a:lnTo>
                <a:lnTo>
                  <a:pt x="2115182" y="1198878"/>
                </a:lnTo>
                <a:lnTo>
                  <a:pt x="2115614" y="1201129"/>
                </a:lnTo>
                <a:lnTo>
                  <a:pt x="2116032" y="1203380"/>
                </a:lnTo>
                <a:lnTo>
                  <a:pt x="2116451" y="1205630"/>
                </a:lnTo>
                <a:lnTo>
                  <a:pt x="2116882" y="1207894"/>
                </a:lnTo>
                <a:lnTo>
                  <a:pt x="2117301" y="1210145"/>
                </a:lnTo>
                <a:lnTo>
                  <a:pt x="2117719" y="1212395"/>
                </a:lnTo>
                <a:lnTo>
                  <a:pt x="2118150" y="1214646"/>
                </a:lnTo>
                <a:lnTo>
                  <a:pt x="2118569" y="1216897"/>
                </a:lnTo>
                <a:lnTo>
                  <a:pt x="2119000" y="1219160"/>
                </a:lnTo>
                <a:lnTo>
                  <a:pt x="2119406" y="1221411"/>
                </a:lnTo>
                <a:lnTo>
                  <a:pt x="2119837" y="1223661"/>
                </a:lnTo>
                <a:lnTo>
                  <a:pt x="2120256" y="1225912"/>
                </a:lnTo>
                <a:lnTo>
                  <a:pt x="2120687" y="1228163"/>
                </a:lnTo>
                <a:lnTo>
                  <a:pt x="2121106" y="1230413"/>
                </a:lnTo>
                <a:lnTo>
                  <a:pt x="2121524" y="1232664"/>
                </a:lnTo>
                <a:lnTo>
                  <a:pt x="2121956" y="1234928"/>
                </a:lnTo>
                <a:lnTo>
                  <a:pt x="2122374" y="1237178"/>
                </a:lnTo>
                <a:lnTo>
                  <a:pt x="2122793" y="1239429"/>
                </a:lnTo>
                <a:lnTo>
                  <a:pt x="2123224" y="1241680"/>
                </a:lnTo>
                <a:lnTo>
                  <a:pt x="2123643" y="1243930"/>
                </a:lnTo>
                <a:lnTo>
                  <a:pt x="2124061" y="1246181"/>
                </a:lnTo>
                <a:lnTo>
                  <a:pt x="2124493" y="1248432"/>
                </a:lnTo>
                <a:lnTo>
                  <a:pt x="2124911" y="1250682"/>
                </a:lnTo>
                <a:lnTo>
                  <a:pt x="2125330" y="1252933"/>
                </a:lnTo>
                <a:lnTo>
                  <a:pt x="2125761" y="1255184"/>
                </a:lnTo>
                <a:lnTo>
                  <a:pt x="2126180" y="1257434"/>
                </a:lnTo>
                <a:lnTo>
                  <a:pt x="2126611" y="1259685"/>
                </a:lnTo>
                <a:lnTo>
                  <a:pt x="2127017" y="1261936"/>
                </a:lnTo>
                <a:lnTo>
                  <a:pt x="2127448" y="1264186"/>
                </a:lnTo>
                <a:lnTo>
                  <a:pt x="2127867" y="1266437"/>
                </a:lnTo>
                <a:lnTo>
                  <a:pt x="2128298" y="1268688"/>
                </a:lnTo>
                <a:lnTo>
                  <a:pt x="2128716" y="1270939"/>
                </a:lnTo>
                <a:lnTo>
                  <a:pt x="2129135" y="1273189"/>
                </a:lnTo>
                <a:lnTo>
                  <a:pt x="2129566" y="1275440"/>
                </a:lnTo>
                <a:lnTo>
                  <a:pt x="2129985" y="1277691"/>
                </a:lnTo>
                <a:lnTo>
                  <a:pt x="2130403" y="1279929"/>
                </a:lnTo>
                <a:lnTo>
                  <a:pt x="2130835" y="1282179"/>
                </a:lnTo>
                <a:lnTo>
                  <a:pt x="2131253" y="1284430"/>
                </a:lnTo>
                <a:lnTo>
                  <a:pt x="2131684" y="1286668"/>
                </a:lnTo>
                <a:lnTo>
                  <a:pt x="2132103" y="1288919"/>
                </a:lnTo>
                <a:lnTo>
                  <a:pt x="2132522" y="1291169"/>
                </a:lnTo>
                <a:lnTo>
                  <a:pt x="2132940" y="1293407"/>
                </a:lnTo>
                <a:lnTo>
                  <a:pt x="2133371" y="1295658"/>
                </a:lnTo>
                <a:lnTo>
                  <a:pt x="2133790" y="1297909"/>
                </a:lnTo>
                <a:lnTo>
                  <a:pt x="2134221" y="1300147"/>
                </a:lnTo>
                <a:lnTo>
                  <a:pt x="2134640" y="1302397"/>
                </a:lnTo>
                <a:lnTo>
                  <a:pt x="2135058" y="1304648"/>
                </a:lnTo>
                <a:lnTo>
                  <a:pt x="2135490" y="1306886"/>
                </a:lnTo>
                <a:lnTo>
                  <a:pt x="2135908" y="1309124"/>
                </a:lnTo>
                <a:lnTo>
                  <a:pt x="2136340" y="1311375"/>
                </a:lnTo>
                <a:lnTo>
                  <a:pt x="2136758" y="1313613"/>
                </a:lnTo>
                <a:lnTo>
                  <a:pt x="2137177" y="1315851"/>
                </a:lnTo>
                <a:lnTo>
                  <a:pt x="2137595" y="1318101"/>
                </a:lnTo>
                <a:lnTo>
                  <a:pt x="2138027" y="1320339"/>
                </a:lnTo>
                <a:lnTo>
                  <a:pt x="2138445" y="1322577"/>
                </a:lnTo>
                <a:lnTo>
                  <a:pt x="2138876" y="1324828"/>
                </a:lnTo>
                <a:lnTo>
                  <a:pt x="2139295" y="1327066"/>
                </a:lnTo>
                <a:lnTo>
                  <a:pt x="2139714" y="1329304"/>
                </a:lnTo>
                <a:lnTo>
                  <a:pt x="2140145" y="1331542"/>
                </a:lnTo>
                <a:lnTo>
                  <a:pt x="2140563" y="1333780"/>
                </a:lnTo>
                <a:lnTo>
                  <a:pt x="2140982" y="1336018"/>
                </a:lnTo>
                <a:lnTo>
                  <a:pt x="2141413" y="1338256"/>
                </a:lnTo>
                <a:lnTo>
                  <a:pt x="2141832" y="1340494"/>
                </a:lnTo>
                <a:lnTo>
                  <a:pt x="2142263" y="1342732"/>
                </a:lnTo>
                <a:lnTo>
                  <a:pt x="2142669" y="1344970"/>
                </a:lnTo>
                <a:lnTo>
                  <a:pt x="2143100" y="1347195"/>
                </a:lnTo>
                <a:lnTo>
                  <a:pt x="2143519" y="1349433"/>
                </a:lnTo>
                <a:lnTo>
                  <a:pt x="2143950" y="1351671"/>
                </a:lnTo>
                <a:lnTo>
                  <a:pt x="2144369" y="1353909"/>
                </a:lnTo>
                <a:lnTo>
                  <a:pt x="2144787" y="1356134"/>
                </a:lnTo>
                <a:lnTo>
                  <a:pt x="2145219" y="1358372"/>
                </a:lnTo>
                <a:lnTo>
                  <a:pt x="2145637" y="1360597"/>
                </a:lnTo>
                <a:lnTo>
                  <a:pt x="2146056" y="1362835"/>
                </a:lnTo>
                <a:lnTo>
                  <a:pt x="2146487" y="1365060"/>
                </a:lnTo>
                <a:lnTo>
                  <a:pt x="2146906" y="1367298"/>
                </a:lnTo>
                <a:lnTo>
                  <a:pt x="2147337" y="1369524"/>
                </a:lnTo>
                <a:lnTo>
                  <a:pt x="2147743" y="1371762"/>
                </a:lnTo>
                <a:lnTo>
                  <a:pt x="2148174" y="1373987"/>
                </a:lnTo>
                <a:lnTo>
                  <a:pt x="2148593" y="1376212"/>
                </a:lnTo>
                <a:lnTo>
                  <a:pt x="2149024" y="1378437"/>
                </a:lnTo>
                <a:lnTo>
                  <a:pt x="2149442" y="1380675"/>
                </a:lnTo>
                <a:lnTo>
                  <a:pt x="2149861" y="1382901"/>
                </a:lnTo>
                <a:lnTo>
                  <a:pt x="2150292" y="1385113"/>
                </a:lnTo>
                <a:lnTo>
                  <a:pt x="2150711" y="1387351"/>
                </a:lnTo>
                <a:lnTo>
                  <a:pt x="2151129" y="1389564"/>
                </a:lnTo>
                <a:lnTo>
                  <a:pt x="2151561" y="1391802"/>
                </a:lnTo>
                <a:lnTo>
                  <a:pt x="2151979" y="1394014"/>
                </a:lnTo>
                <a:lnTo>
                  <a:pt x="2152411" y="1396240"/>
                </a:lnTo>
                <a:lnTo>
                  <a:pt x="2152829" y="1398452"/>
                </a:lnTo>
                <a:lnTo>
                  <a:pt x="2153248" y="1400677"/>
                </a:lnTo>
                <a:lnTo>
                  <a:pt x="2153666" y="1402903"/>
                </a:lnTo>
                <a:lnTo>
                  <a:pt x="2154098" y="1405115"/>
                </a:lnTo>
                <a:lnTo>
                  <a:pt x="2154516" y="1407340"/>
                </a:lnTo>
                <a:lnTo>
                  <a:pt x="2154947" y="1409553"/>
                </a:lnTo>
                <a:lnTo>
                  <a:pt x="2155366" y="1411765"/>
                </a:lnTo>
                <a:lnTo>
                  <a:pt x="2155785" y="1413991"/>
                </a:lnTo>
                <a:lnTo>
                  <a:pt x="2156203" y="1416203"/>
                </a:lnTo>
                <a:lnTo>
                  <a:pt x="2156634" y="1418416"/>
                </a:lnTo>
                <a:lnTo>
                  <a:pt x="2157053" y="1420628"/>
                </a:lnTo>
                <a:lnTo>
                  <a:pt x="2157484" y="1422841"/>
                </a:lnTo>
                <a:lnTo>
                  <a:pt x="2157903" y="1425053"/>
                </a:lnTo>
                <a:lnTo>
                  <a:pt x="2158321" y="1427266"/>
                </a:lnTo>
                <a:lnTo>
                  <a:pt x="2158753" y="1429478"/>
                </a:lnTo>
                <a:lnTo>
                  <a:pt x="2159171" y="1431678"/>
                </a:lnTo>
                <a:lnTo>
                  <a:pt x="2159590" y="1433904"/>
                </a:lnTo>
                <a:lnTo>
                  <a:pt x="2160021" y="1436103"/>
                </a:lnTo>
                <a:lnTo>
                  <a:pt x="2160440" y="1438303"/>
                </a:lnTo>
                <a:lnTo>
                  <a:pt x="2160871" y="1440516"/>
                </a:lnTo>
                <a:lnTo>
                  <a:pt x="2161277" y="1442716"/>
                </a:lnTo>
                <a:lnTo>
                  <a:pt x="2161708" y="1444928"/>
                </a:lnTo>
                <a:lnTo>
                  <a:pt x="2162127" y="1447128"/>
                </a:lnTo>
                <a:lnTo>
                  <a:pt x="2162558" y="1449328"/>
                </a:lnTo>
                <a:lnTo>
                  <a:pt x="2162977" y="1451540"/>
                </a:lnTo>
                <a:lnTo>
                  <a:pt x="2163395" y="1453740"/>
                </a:lnTo>
                <a:lnTo>
                  <a:pt x="2163826" y="1455940"/>
                </a:lnTo>
                <a:lnTo>
                  <a:pt x="2164245" y="1458140"/>
                </a:lnTo>
                <a:lnTo>
                  <a:pt x="2164664" y="1460327"/>
                </a:lnTo>
                <a:lnTo>
                  <a:pt x="2165095" y="1462527"/>
                </a:lnTo>
                <a:lnTo>
                  <a:pt x="2165513" y="1464727"/>
                </a:lnTo>
                <a:lnTo>
                  <a:pt x="2165945" y="1466926"/>
                </a:lnTo>
                <a:lnTo>
                  <a:pt x="2166363" y="1469113"/>
                </a:lnTo>
                <a:lnTo>
                  <a:pt x="2166782" y="1471301"/>
                </a:lnTo>
                <a:lnTo>
                  <a:pt x="2167200" y="1473500"/>
                </a:lnTo>
                <a:lnTo>
                  <a:pt x="2167632" y="1475688"/>
                </a:lnTo>
                <a:lnTo>
                  <a:pt x="2168050" y="1477887"/>
                </a:lnTo>
                <a:lnTo>
                  <a:pt x="2168481" y="1480074"/>
                </a:lnTo>
                <a:lnTo>
                  <a:pt x="2168900" y="1482262"/>
                </a:lnTo>
                <a:lnTo>
                  <a:pt x="2169319" y="1484449"/>
                </a:lnTo>
                <a:lnTo>
                  <a:pt x="2169737" y="1486636"/>
                </a:lnTo>
                <a:lnTo>
                  <a:pt x="2170169" y="1488823"/>
                </a:lnTo>
                <a:lnTo>
                  <a:pt x="2170587" y="1491010"/>
                </a:lnTo>
                <a:lnTo>
                  <a:pt x="2171018" y="1493184"/>
                </a:lnTo>
                <a:lnTo>
                  <a:pt x="2171437" y="1495371"/>
                </a:lnTo>
                <a:lnTo>
                  <a:pt x="2171856" y="1497559"/>
                </a:lnTo>
                <a:lnTo>
                  <a:pt x="2172287" y="1499733"/>
                </a:lnTo>
                <a:lnTo>
                  <a:pt x="2172705" y="1501907"/>
                </a:lnTo>
                <a:lnTo>
                  <a:pt x="2173137" y="1504082"/>
                </a:lnTo>
                <a:lnTo>
                  <a:pt x="2173555" y="1506269"/>
                </a:lnTo>
                <a:lnTo>
                  <a:pt x="2173974" y="1508443"/>
                </a:lnTo>
                <a:lnTo>
                  <a:pt x="2174405" y="1510618"/>
                </a:lnTo>
                <a:lnTo>
                  <a:pt x="2174824" y="1512792"/>
                </a:lnTo>
                <a:lnTo>
                  <a:pt x="2175242" y="1514966"/>
                </a:lnTo>
                <a:lnTo>
                  <a:pt x="2175673" y="1517128"/>
                </a:lnTo>
                <a:lnTo>
                  <a:pt x="2176092" y="1519303"/>
                </a:lnTo>
                <a:lnTo>
                  <a:pt x="2176523" y="1521464"/>
                </a:lnTo>
                <a:lnTo>
                  <a:pt x="2176929" y="1523639"/>
                </a:lnTo>
                <a:lnTo>
                  <a:pt x="2177360" y="1525800"/>
                </a:lnTo>
                <a:lnTo>
                  <a:pt x="2177779" y="1527975"/>
                </a:lnTo>
                <a:lnTo>
                  <a:pt x="2178210" y="1530136"/>
                </a:lnTo>
                <a:lnTo>
                  <a:pt x="2178629" y="1532298"/>
                </a:lnTo>
                <a:lnTo>
                  <a:pt x="2179047" y="1534460"/>
                </a:lnTo>
                <a:lnTo>
                  <a:pt x="2179479" y="1536621"/>
                </a:lnTo>
                <a:lnTo>
                  <a:pt x="2179897" y="1538783"/>
                </a:lnTo>
                <a:lnTo>
                  <a:pt x="2180316" y="1540932"/>
                </a:lnTo>
                <a:lnTo>
                  <a:pt x="2180747" y="1543094"/>
                </a:lnTo>
                <a:lnTo>
                  <a:pt x="2181166" y="1545255"/>
                </a:lnTo>
                <a:lnTo>
                  <a:pt x="2181597" y="1547404"/>
                </a:lnTo>
                <a:lnTo>
                  <a:pt x="2182003" y="1549553"/>
                </a:lnTo>
                <a:lnTo>
                  <a:pt x="2182434" y="1551702"/>
                </a:lnTo>
                <a:lnTo>
                  <a:pt x="2182853" y="1553864"/>
                </a:lnTo>
                <a:lnTo>
                  <a:pt x="2183284" y="1556013"/>
                </a:lnTo>
                <a:lnTo>
                  <a:pt x="2183703" y="1558162"/>
                </a:lnTo>
                <a:lnTo>
                  <a:pt x="2184121" y="1560311"/>
                </a:lnTo>
                <a:lnTo>
                  <a:pt x="2184552" y="1562447"/>
                </a:lnTo>
                <a:lnTo>
                  <a:pt x="2184971" y="1564596"/>
                </a:lnTo>
                <a:lnTo>
                  <a:pt x="2185390" y="1566732"/>
                </a:lnTo>
                <a:lnTo>
                  <a:pt x="2185821" y="1568881"/>
                </a:lnTo>
                <a:lnTo>
                  <a:pt x="2186239" y="1571020"/>
                </a:lnTo>
                <a:lnTo>
                  <a:pt x="2186671" y="1573158"/>
                </a:lnTo>
                <a:lnTo>
                  <a:pt x="2187089" y="1575296"/>
                </a:lnTo>
                <a:lnTo>
                  <a:pt x="2187508" y="1577434"/>
                </a:lnTo>
                <a:lnTo>
                  <a:pt x="2187926" y="1579568"/>
                </a:lnTo>
                <a:lnTo>
                  <a:pt x="2188358" y="1581696"/>
                </a:lnTo>
                <a:lnTo>
                  <a:pt x="2188776" y="1583829"/>
                </a:lnTo>
                <a:lnTo>
                  <a:pt x="2189208" y="1585962"/>
                </a:lnTo>
                <a:lnTo>
                  <a:pt x="2189626" y="1588091"/>
                </a:lnTo>
                <a:lnTo>
                  <a:pt x="2190045" y="1590223"/>
                </a:lnTo>
                <a:lnTo>
                  <a:pt x="2190463" y="1592347"/>
                </a:lnTo>
                <a:lnTo>
                  <a:pt x="2190895" y="1594470"/>
                </a:lnTo>
                <a:lnTo>
                  <a:pt x="2191313" y="1596594"/>
                </a:lnTo>
                <a:lnTo>
                  <a:pt x="2191744" y="1598716"/>
                </a:lnTo>
                <a:lnTo>
                  <a:pt x="2192163" y="1600840"/>
                </a:lnTo>
                <a:lnTo>
                  <a:pt x="2192582" y="1602958"/>
                </a:lnTo>
                <a:lnTo>
                  <a:pt x="2193013" y="1605082"/>
                </a:lnTo>
                <a:lnTo>
                  <a:pt x="2193431" y="1607195"/>
                </a:lnTo>
                <a:lnTo>
                  <a:pt x="2193850" y="1609313"/>
                </a:lnTo>
                <a:lnTo>
                  <a:pt x="2194281" y="1611422"/>
                </a:lnTo>
                <a:lnTo>
                  <a:pt x="2194700" y="1613535"/>
                </a:lnTo>
                <a:lnTo>
                  <a:pt x="2195131" y="1615643"/>
                </a:lnTo>
                <a:lnTo>
                  <a:pt x="2195537" y="1617752"/>
                </a:lnTo>
                <a:lnTo>
                  <a:pt x="2195968" y="1619860"/>
                </a:lnTo>
                <a:lnTo>
                  <a:pt x="2196387" y="1621968"/>
                </a:lnTo>
                <a:lnTo>
                  <a:pt x="2196818" y="1624073"/>
                </a:lnTo>
                <a:lnTo>
                  <a:pt x="2197237" y="1626181"/>
                </a:lnTo>
                <a:lnTo>
                  <a:pt x="2197655" y="1628279"/>
                </a:lnTo>
                <a:lnTo>
                  <a:pt x="2198087" y="1630382"/>
                </a:lnTo>
                <a:lnTo>
                  <a:pt x="2198505" y="1632471"/>
                </a:lnTo>
                <a:lnTo>
                  <a:pt x="2198924" y="1634575"/>
                </a:lnTo>
                <a:lnTo>
                  <a:pt x="2199355" y="1636668"/>
                </a:lnTo>
                <a:lnTo>
                  <a:pt x="2199774" y="1638762"/>
                </a:lnTo>
                <a:lnTo>
                  <a:pt x="2200205" y="1640855"/>
                </a:lnTo>
                <a:lnTo>
                  <a:pt x="2200623" y="1642948"/>
                </a:lnTo>
                <a:lnTo>
                  <a:pt x="2201042" y="1645032"/>
                </a:lnTo>
                <a:lnTo>
                  <a:pt x="2201461" y="1647125"/>
                </a:lnTo>
                <a:lnTo>
                  <a:pt x="2201892" y="1649209"/>
                </a:lnTo>
                <a:lnTo>
                  <a:pt x="2202310" y="1651288"/>
                </a:lnTo>
                <a:lnTo>
                  <a:pt x="2202742" y="1653371"/>
                </a:lnTo>
                <a:lnTo>
                  <a:pt x="2203160" y="1655450"/>
                </a:lnTo>
                <a:lnTo>
                  <a:pt x="2203579" y="1657539"/>
                </a:lnTo>
                <a:lnTo>
                  <a:pt x="2203997" y="1659612"/>
                </a:lnTo>
                <a:lnTo>
                  <a:pt x="2204429" y="1661686"/>
                </a:lnTo>
                <a:lnTo>
                  <a:pt x="2204847" y="1663765"/>
                </a:lnTo>
                <a:lnTo>
                  <a:pt x="2205279" y="1665834"/>
                </a:lnTo>
                <a:lnTo>
                  <a:pt x="2205697" y="1667903"/>
                </a:lnTo>
                <a:lnTo>
                  <a:pt x="2206116" y="1669970"/>
                </a:lnTo>
                <a:lnTo>
                  <a:pt x="2206547" y="1672044"/>
                </a:lnTo>
                <a:lnTo>
                  <a:pt x="2206966" y="1674113"/>
                </a:lnTo>
                <a:lnTo>
                  <a:pt x="2207384" y="1676177"/>
                </a:lnTo>
                <a:lnTo>
                  <a:pt x="2207815" y="1678235"/>
                </a:lnTo>
                <a:lnTo>
                  <a:pt x="2208234" y="1680299"/>
                </a:lnTo>
                <a:lnTo>
                  <a:pt x="2208665" y="1682353"/>
                </a:lnTo>
                <a:lnTo>
                  <a:pt x="2209071" y="1684411"/>
                </a:lnTo>
                <a:lnTo>
                  <a:pt x="2209502" y="1686471"/>
                </a:lnTo>
                <a:lnTo>
                  <a:pt x="2209934" y="1688520"/>
                </a:lnTo>
                <a:lnTo>
                  <a:pt x="2210352" y="1690573"/>
                </a:lnTo>
                <a:lnTo>
                  <a:pt x="2210783" y="1692632"/>
                </a:lnTo>
                <a:lnTo>
                  <a:pt x="2211189" y="1694676"/>
                </a:lnTo>
                <a:lnTo>
                  <a:pt x="2211621" y="1696725"/>
                </a:lnTo>
                <a:lnTo>
                  <a:pt x="2212039" y="1698764"/>
                </a:lnTo>
                <a:lnTo>
                  <a:pt x="2212470" y="1700813"/>
                </a:lnTo>
                <a:lnTo>
                  <a:pt x="2212889" y="1702852"/>
                </a:lnTo>
                <a:lnTo>
                  <a:pt x="2213308" y="1704891"/>
                </a:lnTo>
                <a:lnTo>
                  <a:pt x="2213739" y="1706930"/>
                </a:lnTo>
                <a:lnTo>
                  <a:pt x="2214157" y="1708968"/>
                </a:lnTo>
                <a:lnTo>
                  <a:pt x="2214576" y="1711003"/>
                </a:lnTo>
                <a:lnTo>
                  <a:pt x="2215007" y="1713032"/>
                </a:lnTo>
                <a:lnTo>
                  <a:pt x="2215426" y="1715065"/>
                </a:lnTo>
                <a:lnTo>
                  <a:pt x="2215857" y="1717090"/>
                </a:lnTo>
                <a:lnTo>
                  <a:pt x="2216263" y="1719124"/>
                </a:lnTo>
                <a:lnTo>
                  <a:pt x="2216694" y="1721147"/>
                </a:lnTo>
                <a:lnTo>
                  <a:pt x="2217113" y="1723172"/>
                </a:lnTo>
                <a:lnTo>
                  <a:pt x="2217544" y="1725186"/>
                </a:lnTo>
                <a:lnTo>
                  <a:pt x="2217963" y="1727210"/>
                </a:lnTo>
                <a:lnTo>
                  <a:pt x="2218394" y="1729229"/>
                </a:lnTo>
                <a:lnTo>
                  <a:pt x="2218813" y="1731244"/>
                </a:lnTo>
                <a:lnTo>
                  <a:pt x="2219231" y="1733253"/>
                </a:lnTo>
                <a:lnTo>
                  <a:pt x="2219650" y="1735262"/>
                </a:lnTo>
                <a:lnTo>
                  <a:pt x="2220081" y="1737281"/>
                </a:lnTo>
                <a:lnTo>
                  <a:pt x="2220500" y="1739280"/>
                </a:lnTo>
                <a:lnTo>
                  <a:pt x="2220931" y="1741289"/>
                </a:lnTo>
                <a:lnTo>
                  <a:pt x="2221349" y="1743293"/>
                </a:lnTo>
                <a:lnTo>
                  <a:pt x="2221768" y="1745302"/>
                </a:lnTo>
                <a:lnTo>
                  <a:pt x="2222187" y="1747292"/>
                </a:lnTo>
                <a:lnTo>
                  <a:pt x="2222618" y="1749296"/>
                </a:lnTo>
                <a:lnTo>
                  <a:pt x="2223036" y="1751290"/>
                </a:lnTo>
                <a:lnTo>
                  <a:pt x="2223468" y="1753285"/>
                </a:lnTo>
                <a:lnTo>
                  <a:pt x="2223886" y="1755279"/>
                </a:lnTo>
                <a:lnTo>
                  <a:pt x="2224305" y="1757269"/>
                </a:lnTo>
                <a:lnTo>
                  <a:pt x="2224723" y="1759258"/>
                </a:lnTo>
                <a:lnTo>
                  <a:pt x="2225155" y="1761243"/>
                </a:lnTo>
                <a:lnTo>
                  <a:pt x="2225573" y="1763226"/>
                </a:lnTo>
                <a:lnTo>
                  <a:pt x="2226005" y="1765206"/>
                </a:lnTo>
                <a:lnTo>
                  <a:pt x="2226423" y="1767195"/>
                </a:lnTo>
                <a:lnTo>
                  <a:pt x="2226842" y="1769170"/>
                </a:lnTo>
                <a:lnTo>
                  <a:pt x="2227273" y="1771144"/>
                </a:lnTo>
                <a:lnTo>
                  <a:pt x="2227692" y="1773124"/>
                </a:lnTo>
                <a:lnTo>
                  <a:pt x="2228110" y="1775093"/>
                </a:lnTo>
                <a:lnTo>
                  <a:pt x="2228541" y="1777062"/>
                </a:lnTo>
                <a:lnTo>
                  <a:pt x="2228960" y="1779027"/>
                </a:lnTo>
                <a:lnTo>
                  <a:pt x="2229391" y="1780996"/>
                </a:lnTo>
                <a:lnTo>
                  <a:pt x="2229797" y="1782961"/>
                </a:lnTo>
                <a:lnTo>
                  <a:pt x="2230228" y="1784926"/>
                </a:lnTo>
                <a:lnTo>
                  <a:pt x="2230647" y="1786880"/>
                </a:lnTo>
                <a:lnTo>
                  <a:pt x="2231078" y="1788834"/>
                </a:lnTo>
                <a:lnTo>
                  <a:pt x="2231497" y="1790789"/>
                </a:lnTo>
                <a:lnTo>
                  <a:pt x="2231915" y="1792745"/>
                </a:lnTo>
                <a:lnTo>
                  <a:pt x="2232347" y="1794699"/>
                </a:lnTo>
                <a:lnTo>
                  <a:pt x="2232765" y="1796648"/>
                </a:lnTo>
                <a:lnTo>
                  <a:pt x="2233184" y="1798598"/>
                </a:lnTo>
                <a:lnTo>
                  <a:pt x="2233615" y="1800538"/>
                </a:lnTo>
                <a:lnTo>
                  <a:pt x="2234034" y="1802477"/>
                </a:lnTo>
                <a:lnTo>
                  <a:pt x="2234465" y="1804426"/>
                </a:lnTo>
                <a:lnTo>
                  <a:pt x="2234884" y="1806357"/>
                </a:lnTo>
                <a:lnTo>
                  <a:pt x="2235302" y="1808297"/>
                </a:lnTo>
                <a:lnTo>
                  <a:pt x="2235721" y="1810231"/>
                </a:lnTo>
                <a:lnTo>
                  <a:pt x="2236152" y="1812167"/>
                </a:lnTo>
                <a:lnTo>
                  <a:pt x="2236571" y="1814090"/>
                </a:lnTo>
                <a:lnTo>
                  <a:pt x="2237002" y="1816021"/>
                </a:lnTo>
                <a:lnTo>
                  <a:pt x="2237408" y="1817946"/>
                </a:lnTo>
                <a:lnTo>
                  <a:pt x="2237839" y="1819866"/>
                </a:lnTo>
                <a:lnTo>
                  <a:pt x="2238258" y="1821790"/>
                </a:lnTo>
                <a:lnTo>
                  <a:pt x="2238689" y="1823705"/>
                </a:lnTo>
                <a:lnTo>
                  <a:pt x="2239107" y="1825625"/>
                </a:lnTo>
                <a:lnTo>
                  <a:pt x="2239539" y="1827535"/>
                </a:lnTo>
                <a:lnTo>
                  <a:pt x="2239957" y="1829450"/>
                </a:lnTo>
                <a:lnTo>
                  <a:pt x="2240376" y="1831360"/>
                </a:lnTo>
                <a:lnTo>
                  <a:pt x="2240794" y="1833259"/>
                </a:lnTo>
                <a:lnTo>
                  <a:pt x="2241226" y="1835169"/>
                </a:lnTo>
                <a:lnTo>
                  <a:pt x="2241644" y="1837075"/>
                </a:lnTo>
                <a:lnTo>
                  <a:pt x="2242076" y="1838975"/>
                </a:lnTo>
                <a:lnTo>
                  <a:pt x="2242494" y="1840870"/>
                </a:lnTo>
                <a:lnTo>
                  <a:pt x="2242925" y="1842766"/>
                </a:lnTo>
                <a:lnTo>
                  <a:pt x="2243331" y="1844660"/>
                </a:lnTo>
                <a:lnTo>
                  <a:pt x="2243763" y="1846555"/>
                </a:lnTo>
                <a:lnTo>
                  <a:pt x="2244181" y="1848441"/>
                </a:lnTo>
                <a:lnTo>
                  <a:pt x="2244612" y="1850325"/>
                </a:lnTo>
                <a:lnTo>
                  <a:pt x="2245031" y="1852216"/>
                </a:lnTo>
                <a:lnTo>
                  <a:pt x="2245450" y="1854095"/>
                </a:lnTo>
                <a:lnTo>
                  <a:pt x="2245868" y="1855971"/>
                </a:lnTo>
                <a:lnTo>
                  <a:pt x="2246299" y="1857852"/>
                </a:lnTo>
                <a:lnTo>
                  <a:pt x="2246718" y="1859722"/>
                </a:lnTo>
                <a:lnTo>
                  <a:pt x="2247149" y="1861602"/>
                </a:lnTo>
                <a:lnTo>
                  <a:pt x="2247568" y="1863467"/>
                </a:lnTo>
                <a:lnTo>
                  <a:pt x="2247986" y="1865337"/>
                </a:lnTo>
                <a:lnTo>
                  <a:pt x="2248418" y="1867203"/>
                </a:lnTo>
                <a:lnTo>
                  <a:pt x="2248836" y="1869068"/>
                </a:lnTo>
                <a:lnTo>
                  <a:pt x="2249267" y="1870929"/>
                </a:lnTo>
                <a:lnTo>
                  <a:pt x="2249686" y="1872784"/>
                </a:lnTo>
                <a:lnTo>
                  <a:pt x="2250105" y="1874644"/>
                </a:lnTo>
                <a:lnTo>
                  <a:pt x="2250536" y="1876489"/>
                </a:lnTo>
                <a:lnTo>
                  <a:pt x="2250955" y="1878344"/>
                </a:lnTo>
                <a:lnTo>
                  <a:pt x="2251373" y="1880196"/>
                </a:lnTo>
                <a:lnTo>
                  <a:pt x="2251804" y="1882036"/>
                </a:lnTo>
                <a:lnTo>
                  <a:pt x="2252223" y="1883886"/>
                </a:lnTo>
                <a:lnTo>
                  <a:pt x="2252654" y="1885727"/>
                </a:lnTo>
                <a:lnTo>
                  <a:pt x="2253060" y="1887567"/>
                </a:lnTo>
                <a:lnTo>
                  <a:pt x="2253491" y="1889403"/>
                </a:lnTo>
                <a:lnTo>
                  <a:pt x="2253910" y="1891233"/>
                </a:lnTo>
                <a:lnTo>
                  <a:pt x="2254341" y="1893069"/>
                </a:lnTo>
                <a:lnTo>
                  <a:pt x="2254760" y="1894895"/>
                </a:lnTo>
                <a:lnTo>
                  <a:pt x="2255178" y="1896720"/>
                </a:lnTo>
                <a:lnTo>
                  <a:pt x="2255610" y="1898546"/>
                </a:lnTo>
                <a:lnTo>
                  <a:pt x="2256028" y="1900372"/>
                </a:lnTo>
                <a:lnTo>
                  <a:pt x="2256447" y="1902188"/>
                </a:lnTo>
                <a:lnTo>
                  <a:pt x="2256878" y="1903998"/>
                </a:lnTo>
                <a:lnTo>
                  <a:pt x="2257297" y="1905818"/>
                </a:lnTo>
                <a:lnTo>
                  <a:pt x="2257728" y="1907629"/>
                </a:lnTo>
                <a:lnTo>
                  <a:pt x="2258134" y="1909441"/>
                </a:lnTo>
                <a:lnTo>
                  <a:pt x="2258565" y="1911241"/>
                </a:lnTo>
                <a:lnTo>
                  <a:pt x="2258984" y="1913052"/>
                </a:lnTo>
                <a:lnTo>
                  <a:pt x="2259415" y="1914847"/>
                </a:lnTo>
                <a:lnTo>
                  <a:pt x="2259833" y="1916648"/>
                </a:lnTo>
                <a:lnTo>
                  <a:pt x="2260252" y="1918445"/>
                </a:lnTo>
                <a:lnTo>
                  <a:pt x="2260683" y="1920240"/>
                </a:lnTo>
                <a:lnTo>
                  <a:pt x="2261102" y="1922026"/>
                </a:lnTo>
                <a:lnTo>
                  <a:pt x="2261520" y="1923812"/>
                </a:lnTo>
                <a:lnTo>
                  <a:pt x="2261952" y="1925602"/>
                </a:lnTo>
                <a:lnTo>
                  <a:pt x="2262370" y="1927389"/>
                </a:lnTo>
                <a:lnTo>
                  <a:pt x="2262802" y="1929169"/>
                </a:lnTo>
                <a:lnTo>
                  <a:pt x="2263220" y="1930941"/>
                </a:lnTo>
                <a:lnTo>
                  <a:pt x="2263639" y="1932722"/>
                </a:lnTo>
                <a:lnTo>
                  <a:pt x="2264057" y="1934493"/>
                </a:lnTo>
                <a:lnTo>
                  <a:pt x="2264489" y="1936263"/>
                </a:lnTo>
                <a:lnTo>
                  <a:pt x="2264907" y="1938030"/>
                </a:lnTo>
                <a:lnTo>
                  <a:pt x="2265338" y="1939796"/>
                </a:lnTo>
                <a:lnTo>
                  <a:pt x="2265757" y="1941557"/>
                </a:lnTo>
                <a:lnTo>
                  <a:pt x="2266176" y="1943318"/>
                </a:lnTo>
                <a:lnTo>
                  <a:pt x="2266594" y="1945074"/>
                </a:lnTo>
                <a:lnTo>
                  <a:pt x="2267025" y="1946830"/>
                </a:lnTo>
                <a:lnTo>
                  <a:pt x="2267444" y="1948582"/>
                </a:lnTo>
                <a:lnTo>
                  <a:pt x="2267875" y="1950328"/>
                </a:lnTo>
                <a:lnTo>
                  <a:pt x="2268294" y="1952079"/>
                </a:lnTo>
                <a:lnTo>
                  <a:pt x="2268712" y="1953821"/>
                </a:lnTo>
                <a:lnTo>
                  <a:pt x="2269144" y="1955562"/>
                </a:lnTo>
                <a:lnTo>
                  <a:pt x="2269562" y="1957294"/>
                </a:lnTo>
                <a:lnTo>
                  <a:pt x="2269981" y="1959030"/>
                </a:lnTo>
                <a:lnTo>
                  <a:pt x="2270412" y="1960767"/>
                </a:lnTo>
                <a:lnTo>
                  <a:pt x="2270831" y="1962497"/>
                </a:lnTo>
                <a:lnTo>
                  <a:pt x="2271262" y="1964224"/>
                </a:lnTo>
                <a:lnTo>
                  <a:pt x="2271668" y="1965950"/>
                </a:lnTo>
                <a:lnTo>
                  <a:pt x="2272099" y="1967671"/>
                </a:lnTo>
                <a:lnTo>
                  <a:pt x="2272518" y="1969388"/>
                </a:lnTo>
                <a:lnTo>
                  <a:pt x="2272949" y="1971105"/>
                </a:lnTo>
                <a:lnTo>
                  <a:pt x="2273368" y="1972816"/>
                </a:lnTo>
                <a:lnTo>
                  <a:pt x="2273786" y="1974528"/>
                </a:lnTo>
                <a:lnTo>
                  <a:pt x="2274217" y="1976239"/>
                </a:lnTo>
                <a:lnTo>
                  <a:pt x="2274636" y="1977946"/>
                </a:lnTo>
                <a:lnTo>
                  <a:pt x="2275055" y="1979647"/>
                </a:lnTo>
                <a:lnTo>
                  <a:pt x="2275486" y="1981344"/>
                </a:lnTo>
                <a:lnTo>
                  <a:pt x="2275904" y="1983041"/>
                </a:lnTo>
                <a:lnTo>
                  <a:pt x="2276336" y="1984732"/>
                </a:lnTo>
                <a:lnTo>
                  <a:pt x="2276754" y="1986430"/>
                </a:lnTo>
                <a:lnTo>
                  <a:pt x="2277173" y="1988121"/>
                </a:lnTo>
                <a:lnTo>
                  <a:pt x="2277591" y="1989798"/>
                </a:lnTo>
                <a:lnTo>
                  <a:pt x="2278023" y="1991489"/>
                </a:lnTo>
                <a:lnTo>
                  <a:pt x="2278441" y="1993166"/>
                </a:lnTo>
                <a:lnTo>
                  <a:pt x="2278873" y="1994842"/>
                </a:lnTo>
                <a:lnTo>
                  <a:pt x="2279291" y="1996514"/>
                </a:lnTo>
                <a:lnTo>
                  <a:pt x="2279710" y="1998187"/>
                </a:lnTo>
                <a:lnTo>
                  <a:pt x="2280128" y="1999859"/>
                </a:lnTo>
                <a:lnTo>
                  <a:pt x="2280560" y="2001526"/>
                </a:lnTo>
                <a:lnTo>
                  <a:pt x="2280978" y="2003183"/>
                </a:lnTo>
                <a:lnTo>
                  <a:pt x="2281409" y="2004848"/>
                </a:lnTo>
                <a:lnTo>
                  <a:pt x="2281828" y="2006506"/>
                </a:lnTo>
                <a:lnTo>
                  <a:pt x="2282247" y="2008158"/>
                </a:lnTo>
                <a:lnTo>
                  <a:pt x="2282678" y="2009805"/>
                </a:lnTo>
                <a:lnTo>
                  <a:pt x="2283096" y="2011457"/>
                </a:lnTo>
                <a:lnTo>
                  <a:pt x="2283515" y="2013103"/>
                </a:lnTo>
                <a:lnTo>
                  <a:pt x="2283946" y="2014746"/>
                </a:lnTo>
                <a:lnTo>
                  <a:pt x="2284365" y="2016383"/>
                </a:lnTo>
                <a:lnTo>
                  <a:pt x="2284796" y="2018026"/>
                </a:lnTo>
                <a:lnTo>
                  <a:pt x="2285202" y="2019657"/>
                </a:lnTo>
                <a:lnTo>
                  <a:pt x="2285633" y="2021285"/>
                </a:lnTo>
                <a:lnTo>
                  <a:pt x="2286065" y="2022912"/>
                </a:lnTo>
                <a:lnTo>
                  <a:pt x="2286483" y="2024539"/>
                </a:lnTo>
                <a:lnTo>
                  <a:pt x="2286914" y="2026161"/>
                </a:lnTo>
                <a:lnTo>
                  <a:pt x="2287320" y="2027779"/>
                </a:lnTo>
                <a:lnTo>
                  <a:pt x="2287752" y="2029401"/>
                </a:lnTo>
                <a:lnTo>
                  <a:pt x="2288170" y="2031013"/>
                </a:lnTo>
                <a:lnTo>
                  <a:pt x="2288601" y="2032625"/>
                </a:lnTo>
                <a:lnTo>
                  <a:pt x="2289020" y="2034228"/>
                </a:lnTo>
                <a:lnTo>
                  <a:pt x="2289439" y="2035830"/>
                </a:lnTo>
                <a:lnTo>
                  <a:pt x="2289870" y="2037437"/>
                </a:lnTo>
                <a:lnTo>
                  <a:pt x="2290288" y="2039029"/>
                </a:lnTo>
                <a:lnTo>
                  <a:pt x="2290707" y="2040627"/>
                </a:lnTo>
                <a:lnTo>
                  <a:pt x="2291138" y="2042225"/>
                </a:lnTo>
                <a:lnTo>
                  <a:pt x="2291557" y="2043812"/>
                </a:lnTo>
                <a:lnTo>
                  <a:pt x="2291988" y="2045395"/>
                </a:lnTo>
                <a:lnTo>
                  <a:pt x="2292394" y="2046982"/>
                </a:lnTo>
                <a:lnTo>
                  <a:pt x="2292825" y="2048565"/>
                </a:lnTo>
                <a:lnTo>
                  <a:pt x="2293244" y="2050137"/>
                </a:lnTo>
                <a:lnTo>
                  <a:pt x="2293675" y="2051715"/>
                </a:lnTo>
                <a:lnTo>
                  <a:pt x="2294094" y="2053288"/>
                </a:lnTo>
                <a:lnTo>
                  <a:pt x="2294512" y="2054850"/>
                </a:lnTo>
                <a:lnTo>
                  <a:pt x="2294943" y="2056418"/>
                </a:lnTo>
                <a:lnTo>
                  <a:pt x="2295362" y="2057976"/>
                </a:lnTo>
                <a:lnTo>
                  <a:pt x="2295781" y="2059544"/>
                </a:lnTo>
                <a:lnTo>
                  <a:pt x="2296212" y="2061091"/>
                </a:lnTo>
                <a:lnTo>
                  <a:pt x="2296630" y="2062654"/>
                </a:lnTo>
                <a:lnTo>
                  <a:pt x="2297062" y="2064196"/>
                </a:lnTo>
                <a:lnTo>
                  <a:pt x="2297480" y="2065744"/>
                </a:lnTo>
                <a:lnTo>
                  <a:pt x="2297899" y="2067288"/>
                </a:lnTo>
                <a:lnTo>
                  <a:pt x="2298318" y="2068830"/>
                </a:lnTo>
                <a:lnTo>
                  <a:pt x="2298749" y="2070367"/>
                </a:lnTo>
                <a:lnTo>
                  <a:pt x="2299167" y="2071901"/>
                </a:lnTo>
                <a:lnTo>
                  <a:pt x="2299599" y="2073429"/>
                </a:lnTo>
                <a:lnTo>
                  <a:pt x="2300017" y="2074957"/>
                </a:lnTo>
                <a:lnTo>
                  <a:pt x="2300436" y="2076485"/>
                </a:lnTo>
                <a:lnTo>
                  <a:pt x="2300854" y="2078008"/>
                </a:lnTo>
                <a:lnTo>
                  <a:pt x="2301286" y="2079525"/>
                </a:lnTo>
                <a:lnTo>
                  <a:pt x="2301704" y="2081039"/>
                </a:lnTo>
                <a:lnTo>
                  <a:pt x="2302135" y="2082552"/>
                </a:lnTo>
                <a:lnTo>
                  <a:pt x="2302554" y="2084065"/>
                </a:lnTo>
                <a:lnTo>
                  <a:pt x="2302973" y="2085568"/>
                </a:lnTo>
                <a:lnTo>
                  <a:pt x="2303404" y="2087071"/>
                </a:lnTo>
                <a:lnTo>
                  <a:pt x="2303822" y="2088570"/>
                </a:lnTo>
                <a:lnTo>
                  <a:pt x="2304241" y="2090068"/>
                </a:lnTo>
                <a:lnTo>
                  <a:pt x="2304672" y="2091566"/>
                </a:lnTo>
                <a:lnTo>
                  <a:pt x="2305091" y="2093055"/>
                </a:lnTo>
                <a:lnTo>
                  <a:pt x="2305522" y="2094538"/>
                </a:lnTo>
                <a:lnTo>
                  <a:pt x="2305928" y="2096027"/>
                </a:lnTo>
                <a:lnTo>
                  <a:pt x="2306359" y="2097499"/>
                </a:lnTo>
                <a:lnTo>
                  <a:pt x="2306778" y="2098983"/>
                </a:lnTo>
                <a:lnTo>
                  <a:pt x="2307209" y="2100455"/>
                </a:lnTo>
                <a:lnTo>
                  <a:pt x="2307628" y="2101924"/>
                </a:lnTo>
                <a:lnTo>
                  <a:pt x="2308046" y="2103398"/>
                </a:lnTo>
                <a:lnTo>
                  <a:pt x="2308478" y="2104856"/>
                </a:lnTo>
                <a:lnTo>
                  <a:pt x="2308896" y="2106325"/>
                </a:lnTo>
                <a:lnTo>
                  <a:pt x="2309315" y="2107773"/>
                </a:lnTo>
                <a:lnTo>
                  <a:pt x="2309746" y="2109232"/>
                </a:lnTo>
                <a:lnTo>
                  <a:pt x="2310165" y="2110685"/>
                </a:lnTo>
                <a:lnTo>
                  <a:pt x="2310596" y="2112129"/>
                </a:lnTo>
                <a:lnTo>
                  <a:pt x="2311014" y="2113583"/>
                </a:lnTo>
                <a:lnTo>
                  <a:pt x="2311433" y="2115016"/>
                </a:lnTo>
                <a:lnTo>
                  <a:pt x="2311852" y="2116459"/>
                </a:lnTo>
                <a:lnTo>
                  <a:pt x="2312283" y="2117899"/>
                </a:lnTo>
                <a:lnTo>
                  <a:pt x="2312701" y="2119323"/>
                </a:lnTo>
                <a:lnTo>
                  <a:pt x="2313133" y="2120751"/>
                </a:lnTo>
                <a:lnTo>
                  <a:pt x="2313551" y="2122180"/>
                </a:lnTo>
                <a:lnTo>
                  <a:pt x="2313970" y="2123603"/>
                </a:lnTo>
                <a:lnTo>
                  <a:pt x="2314388" y="2125022"/>
                </a:lnTo>
                <a:lnTo>
                  <a:pt x="2314820" y="2126436"/>
                </a:lnTo>
                <a:lnTo>
                  <a:pt x="2315238" y="2127850"/>
                </a:lnTo>
                <a:lnTo>
                  <a:pt x="2315670" y="2129254"/>
                </a:lnTo>
                <a:lnTo>
                  <a:pt x="2316088" y="2130663"/>
                </a:lnTo>
                <a:lnTo>
                  <a:pt x="2316507" y="2132067"/>
                </a:lnTo>
                <a:lnTo>
                  <a:pt x="2316938" y="2133466"/>
                </a:lnTo>
                <a:lnTo>
                  <a:pt x="2317357" y="2134860"/>
                </a:lnTo>
                <a:lnTo>
                  <a:pt x="2317775" y="2136254"/>
                </a:lnTo>
                <a:lnTo>
                  <a:pt x="2318206" y="2137643"/>
                </a:lnTo>
                <a:lnTo>
                  <a:pt x="2318625" y="2139027"/>
                </a:lnTo>
                <a:lnTo>
                  <a:pt x="2319056" y="2140407"/>
                </a:lnTo>
                <a:lnTo>
                  <a:pt x="2319462" y="2141791"/>
                </a:lnTo>
                <a:lnTo>
                  <a:pt x="2319893" y="2143165"/>
                </a:lnTo>
                <a:lnTo>
                  <a:pt x="2320312" y="2144535"/>
                </a:lnTo>
                <a:lnTo>
                  <a:pt x="2320743" y="2145908"/>
                </a:lnTo>
                <a:lnTo>
                  <a:pt x="2321162" y="2147267"/>
                </a:lnTo>
                <a:lnTo>
                  <a:pt x="2321580" y="2148637"/>
                </a:lnTo>
                <a:lnTo>
                  <a:pt x="2322012" y="2149986"/>
                </a:lnTo>
                <a:lnTo>
                  <a:pt x="2322430" y="2151345"/>
                </a:lnTo>
                <a:lnTo>
                  <a:pt x="2322849" y="2152699"/>
                </a:lnTo>
                <a:lnTo>
                  <a:pt x="2323280" y="2154045"/>
                </a:lnTo>
                <a:lnTo>
                  <a:pt x="2323699" y="2155389"/>
                </a:lnTo>
                <a:lnTo>
                  <a:pt x="2324130" y="2156733"/>
                </a:lnTo>
                <a:lnTo>
                  <a:pt x="2324549" y="2158068"/>
                </a:lnTo>
                <a:lnTo>
                  <a:pt x="2324967" y="2159407"/>
                </a:lnTo>
                <a:lnTo>
                  <a:pt x="2325398" y="2160737"/>
                </a:lnTo>
                <a:lnTo>
                  <a:pt x="2325817" y="2162066"/>
                </a:lnTo>
                <a:lnTo>
                  <a:pt x="2326248" y="2163386"/>
                </a:lnTo>
                <a:lnTo>
                  <a:pt x="2326654" y="2164706"/>
                </a:lnTo>
                <a:lnTo>
                  <a:pt x="2327085" y="2166029"/>
                </a:lnTo>
                <a:lnTo>
                  <a:pt x="2327504" y="2167344"/>
                </a:lnTo>
                <a:lnTo>
                  <a:pt x="2327935" y="2168659"/>
                </a:lnTo>
                <a:lnTo>
                  <a:pt x="2328354" y="2169964"/>
                </a:lnTo>
                <a:lnTo>
                  <a:pt x="2328772" y="2171263"/>
                </a:lnTo>
                <a:lnTo>
                  <a:pt x="2329204" y="2172568"/>
                </a:lnTo>
                <a:lnTo>
                  <a:pt x="2329622" y="2173858"/>
                </a:lnTo>
                <a:lnTo>
                  <a:pt x="2330041" y="2175158"/>
                </a:lnTo>
                <a:lnTo>
                  <a:pt x="2330472" y="2176442"/>
                </a:lnTo>
                <a:lnTo>
                  <a:pt x="2330891" y="2177733"/>
                </a:lnTo>
                <a:lnTo>
                  <a:pt x="2331322" y="2179017"/>
                </a:lnTo>
                <a:lnTo>
                  <a:pt x="2331741" y="2180293"/>
                </a:lnTo>
                <a:lnTo>
                  <a:pt x="2332159" y="2181568"/>
                </a:lnTo>
                <a:lnTo>
                  <a:pt x="2332578" y="2182842"/>
                </a:lnTo>
                <a:lnTo>
                  <a:pt x="2333009" y="2184112"/>
                </a:lnTo>
                <a:lnTo>
                  <a:pt x="2333428" y="2185378"/>
                </a:lnTo>
                <a:lnTo>
                  <a:pt x="2333859" y="2186638"/>
                </a:lnTo>
                <a:lnTo>
                  <a:pt x="2334277" y="2187898"/>
                </a:lnTo>
                <a:lnTo>
                  <a:pt x="2334696" y="2189153"/>
                </a:lnTo>
                <a:lnTo>
                  <a:pt x="2335115" y="2190403"/>
                </a:lnTo>
                <a:lnTo>
                  <a:pt x="2335546" y="2191648"/>
                </a:lnTo>
                <a:lnTo>
                  <a:pt x="2335964" y="2192893"/>
                </a:lnTo>
                <a:lnTo>
                  <a:pt x="2336396" y="2194134"/>
                </a:lnTo>
                <a:lnTo>
                  <a:pt x="2336814" y="2195368"/>
                </a:lnTo>
                <a:lnTo>
                  <a:pt x="2337233" y="2196609"/>
                </a:lnTo>
                <a:lnTo>
                  <a:pt x="2337664" y="2197839"/>
                </a:lnTo>
                <a:lnTo>
                  <a:pt x="2338083" y="2199060"/>
                </a:lnTo>
                <a:lnTo>
                  <a:pt x="2338501" y="2200280"/>
                </a:lnTo>
                <a:lnTo>
                  <a:pt x="2338932" y="2201505"/>
                </a:lnTo>
                <a:lnTo>
                  <a:pt x="2339351" y="2202721"/>
                </a:lnTo>
                <a:lnTo>
                  <a:pt x="2339782" y="2203931"/>
                </a:lnTo>
                <a:lnTo>
                  <a:pt x="2340188" y="2205142"/>
                </a:lnTo>
                <a:lnTo>
                  <a:pt x="2340619" y="2206347"/>
                </a:lnTo>
                <a:lnTo>
                  <a:pt x="2341038" y="2207547"/>
                </a:lnTo>
                <a:lnTo>
                  <a:pt x="2341469" y="2208748"/>
                </a:lnTo>
                <a:lnTo>
                  <a:pt x="2341888" y="2209939"/>
                </a:lnTo>
                <a:lnTo>
                  <a:pt x="2342306" y="2211130"/>
                </a:lnTo>
                <a:lnTo>
                  <a:pt x="2342738" y="2212316"/>
                </a:lnTo>
                <a:lnTo>
                  <a:pt x="2343156" y="2213496"/>
                </a:lnTo>
                <a:lnTo>
                  <a:pt x="2343575" y="2214681"/>
                </a:lnTo>
                <a:lnTo>
                  <a:pt x="2344006" y="2215857"/>
                </a:lnTo>
                <a:lnTo>
                  <a:pt x="2344425" y="2217028"/>
                </a:lnTo>
                <a:lnTo>
                  <a:pt x="2344856" y="2218194"/>
                </a:lnTo>
                <a:lnTo>
                  <a:pt x="2345275" y="2219364"/>
                </a:lnTo>
                <a:lnTo>
                  <a:pt x="2345693" y="2220525"/>
                </a:lnTo>
                <a:lnTo>
                  <a:pt x="2346112" y="2221676"/>
                </a:lnTo>
                <a:lnTo>
                  <a:pt x="2346543" y="2222842"/>
                </a:lnTo>
                <a:lnTo>
                  <a:pt x="2346962" y="2223984"/>
                </a:lnTo>
                <a:lnTo>
                  <a:pt x="2347393" y="2225130"/>
                </a:lnTo>
                <a:lnTo>
                  <a:pt x="2347811" y="2226275"/>
                </a:lnTo>
                <a:lnTo>
                  <a:pt x="2348230" y="2227416"/>
                </a:lnTo>
                <a:lnTo>
                  <a:pt x="2348649" y="2228553"/>
                </a:lnTo>
                <a:lnTo>
                  <a:pt x="2349080" y="2229683"/>
                </a:lnTo>
                <a:lnTo>
                  <a:pt x="2349498" y="2230815"/>
                </a:lnTo>
                <a:lnTo>
                  <a:pt x="2349930" y="2231936"/>
                </a:lnTo>
                <a:lnTo>
                  <a:pt x="2350348" y="2233062"/>
                </a:lnTo>
                <a:lnTo>
                  <a:pt x="2350767" y="2234178"/>
                </a:lnTo>
                <a:lnTo>
                  <a:pt x="2351198" y="2235289"/>
                </a:lnTo>
                <a:lnTo>
                  <a:pt x="2351617" y="2236401"/>
                </a:lnTo>
                <a:lnTo>
                  <a:pt x="2352035" y="2237507"/>
                </a:lnTo>
                <a:lnTo>
                  <a:pt x="2352467" y="2238613"/>
                </a:lnTo>
                <a:lnTo>
                  <a:pt x="2352885" y="2239715"/>
                </a:lnTo>
                <a:lnTo>
                  <a:pt x="2353316" y="2240806"/>
                </a:lnTo>
                <a:lnTo>
                  <a:pt x="2353722" y="2241898"/>
                </a:lnTo>
                <a:lnTo>
                  <a:pt x="2354154" y="2242984"/>
                </a:lnTo>
                <a:lnTo>
                  <a:pt x="2354572" y="2244070"/>
                </a:lnTo>
                <a:lnTo>
                  <a:pt x="2355003" y="2245152"/>
                </a:lnTo>
                <a:lnTo>
                  <a:pt x="2355422" y="2246229"/>
                </a:lnTo>
                <a:lnTo>
                  <a:pt x="2355841" y="2247299"/>
                </a:lnTo>
                <a:lnTo>
                  <a:pt x="2356272" y="2248371"/>
                </a:lnTo>
                <a:lnTo>
                  <a:pt x="2356690" y="2249438"/>
                </a:lnTo>
                <a:lnTo>
                  <a:pt x="2357109" y="2250500"/>
                </a:lnTo>
                <a:lnTo>
                  <a:pt x="2357540" y="2251557"/>
                </a:lnTo>
                <a:lnTo>
                  <a:pt x="2357959" y="2252608"/>
                </a:lnTo>
                <a:lnTo>
                  <a:pt x="2358377" y="2253665"/>
                </a:lnTo>
                <a:lnTo>
                  <a:pt x="2358796" y="2254711"/>
                </a:lnTo>
                <a:lnTo>
                  <a:pt x="2359227" y="2255748"/>
                </a:lnTo>
                <a:lnTo>
                  <a:pt x="2359646" y="2256785"/>
                </a:lnTo>
                <a:lnTo>
                  <a:pt x="2360077" y="2257827"/>
                </a:lnTo>
                <a:lnTo>
                  <a:pt x="2362195" y="2262946"/>
                </a:lnTo>
                <a:lnTo>
                  <a:pt x="2362614" y="2263958"/>
                </a:lnTo>
                <a:lnTo>
                  <a:pt x="2363033" y="2264971"/>
                </a:lnTo>
                <a:lnTo>
                  <a:pt x="2363451" y="2265978"/>
                </a:lnTo>
                <a:lnTo>
                  <a:pt x="2363882" y="2266980"/>
                </a:lnTo>
                <a:lnTo>
                  <a:pt x="2364301" y="2267971"/>
                </a:lnTo>
                <a:lnTo>
                  <a:pt x="2364732" y="2268965"/>
                </a:lnTo>
                <a:lnTo>
                  <a:pt x="2365151" y="2269956"/>
                </a:lnTo>
                <a:lnTo>
                  <a:pt x="2365569" y="2270943"/>
                </a:lnTo>
                <a:lnTo>
                  <a:pt x="2366001" y="2271926"/>
                </a:lnTo>
                <a:lnTo>
                  <a:pt x="2366419" y="2272903"/>
                </a:lnTo>
                <a:lnTo>
                  <a:pt x="2366838" y="2273875"/>
                </a:lnTo>
                <a:lnTo>
                  <a:pt x="2367269" y="2274848"/>
                </a:lnTo>
                <a:lnTo>
                  <a:pt x="2367688" y="2275816"/>
                </a:lnTo>
                <a:lnTo>
                  <a:pt x="2368119" y="2276777"/>
                </a:lnTo>
                <a:lnTo>
                  <a:pt x="2368525" y="2277740"/>
                </a:lnTo>
                <a:lnTo>
                  <a:pt x="2368956" y="2278697"/>
                </a:lnTo>
                <a:lnTo>
                  <a:pt x="2369375" y="2279645"/>
                </a:lnTo>
                <a:lnTo>
                  <a:pt x="2369806" y="2280593"/>
                </a:lnTo>
                <a:lnTo>
                  <a:pt x="2370225" y="2281535"/>
                </a:lnTo>
                <a:lnTo>
                  <a:pt x="2370643" y="2282478"/>
                </a:lnTo>
                <a:lnTo>
                  <a:pt x="2371074" y="2283416"/>
                </a:lnTo>
                <a:lnTo>
                  <a:pt x="2371493" y="2284348"/>
                </a:lnTo>
                <a:lnTo>
                  <a:pt x="2371912" y="2285271"/>
                </a:lnTo>
                <a:lnTo>
                  <a:pt x="2372343" y="2286198"/>
                </a:lnTo>
                <a:lnTo>
                  <a:pt x="2372761" y="2287121"/>
                </a:lnTo>
                <a:lnTo>
                  <a:pt x="2373193" y="2288039"/>
                </a:lnTo>
                <a:lnTo>
                  <a:pt x="2373611" y="2288947"/>
                </a:lnTo>
                <a:lnTo>
                  <a:pt x="2374030" y="2289855"/>
                </a:lnTo>
                <a:lnTo>
                  <a:pt x="2374448" y="2290767"/>
                </a:lnTo>
                <a:lnTo>
                  <a:pt x="2374880" y="2291666"/>
                </a:lnTo>
                <a:lnTo>
                  <a:pt x="2375298" y="2292559"/>
                </a:lnTo>
                <a:lnTo>
                  <a:pt x="2375729" y="2293456"/>
                </a:lnTo>
                <a:lnTo>
                  <a:pt x="2376148" y="2294349"/>
                </a:lnTo>
                <a:lnTo>
                  <a:pt x="2376567" y="2295233"/>
                </a:lnTo>
                <a:lnTo>
                  <a:pt x="2376985" y="2296110"/>
                </a:lnTo>
                <a:lnTo>
                  <a:pt x="2377416" y="2296989"/>
                </a:lnTo>
                <a:lnTo>
                  <a:pt x="2377835" y="2297861"/>
                </a:lnTo>
                <a:lnTo>
                  <a:pt x="2378266" y="2298735"/>
                </a:lnTo>
                <a:lnTo>
                  <a:pt x="2378685" y="2299603"/>
                </a:lnTo>
                <a:lnTo>
                  <a:pt x="2379104" y="2300467"/>
                </a:lnTo>
                <a:lnTo>
                  <a:pt x="2379535" y="2301325"/>
                </a:lnTo>
                <a:lnTo>
                  <a:pt x="2379953" y="2302178"/>
                </a:lnTo>
                <a:lnTo>
                  <a:pt x="2380372" y="2303026"/>
                </a:lnTo>
                <a:lnTo>
                  <a:pt x="2380803" y="2303874"/>
                </a:lnTo>
                <a:lnTo>
                  <a:pt x="2381222" y="2304712"/>
                </a:lnTo>
                <a:lnTo>
                  <a:pt x="2381653" y="2305557"/>
                </a:lnTo>
                <a:lnTo>
                  <a:pt x="2382059" y="2306384"/>
                </a:lnTo>
                <a:lnTo>
                  <a:pt x="2382490" y="2307219"/>
                </a:lnTo>
                <a:lnTo>
                  <a:pt x="2382909" y="2308046"/>
                </a:lnTo>
                <a:lnTo>
                  <a:pt x="2383340" y="2308870"/>
                </a:lnTo>
                <a:lnTo>
                  <a:pt x="2383759" y="2309688"/>
                </a:lnTo>
                <a:lnTo>
                  <a:pt x="2384177" y="2310502"/>
                </a:lnTo>
                <a:lnTo>
                  <a:pt x="2384608" y="2311316"/>
                </a:lnTo>
                <a:lnTo>
                  <a:pt x="2385027" y="2312124"/>
                </a:lnTo>
                <a:lnTo>
                  <a:pt x="2385446" y="2312928"/>
                </a:lnTo>
                <a:lnTo>
                  <a:pt x="2385877" y="2313721"/>
                </a:lnTo>
                <a:lnTo>
                  <a:pt x="2386295" y="2314515"/>
                </a:lnTo>
                <a:lnTo>
                  <a:pt x="2386727" y="2315310"/>
                </a:lnTo>
                <a:lnTo>
                  <a:pt x="2387145" y="2316098"/>
                </a:lnTo>
                <a:lnTo>
                  <a:pt x="2387564" y="2316877"/>
                </a:lnTo>
                <a:lnTo>
                  <a:pt x="2387982" y="2317656"/>
                </a:lnTo>
                <a:lnTo>
                  <a:pt x="2388414" y="2318435"/>
                </a:lnTo>
                <a:lnTo>
                  <a:pt x="2388832" y="2319203"/>
                </a:lnTo>
                <a:lnTo>
                  <a:pt x="2389264" y="2319967"/>
                </a:lnTo>
                <a:lnTo>
                  <a:pt x="2389682" y="2320732"/>
                </a:lnTo>
                <a:lnTo>
                  <a:pt x="2390101" y="2321496"/>
                </a:lnTo>
                <a:lnTo>
                  <a:pt x="2390519" y="2322245"/>
                </a:lnTo>
                <a:lnTo>
                  <a:pt x="2390951" y="2323004"/>
                </a:lnTo>
                <a:lnTo>
                  <a:pt x="2391369" y="2323748"/>
                </a:lnTo>
                <a:lnTo>
                  <a:pt x="2391800" y="2324492"/>
                </a:lnTo>
                <a:lnTo>
                  <a:pt x="2392219" y="2325232"/>
                </a:lnTo>
                <a:lnTo>
                  <a:pt x="2392638" y="2325965"/>
                </a:lnTo>
                <a:lnTo>
                  <a:pt x="2393056" y="2326699"/>
                </a:lnTo>
                <a:lnTo>
                  <a:pt x="2393487" y="2327424"/>
                </a:lnTo>
                <a:lnTo>
                  <a:pt x="2393906" y="2328144"/>
                </a:lnTo>
                <a:lnTo>
                  <a:pt x="2394337" y="2328862"/>
                </a:lnTo>
                <a:lnTo>
                  <a:pt x="2394756" y="2329577"/>
                </a:lnTo>
                <a:lnTo>
                  <a:pt x="2395174" y="2330291"/>
                </a:lnTo>
                <a:lnTo>
                  <a:pt x="2395593" y="2331001"/>
                </a:lnTo>
                <a:lnTo>
                  <a:pt x="2396024" y="2331700"/>
                </a:lnTo>
                <a:lnTo>
                  <a:pt x="2396443" y="2332395"/>
                </a:lnTo>
                <a:lnTo>
                  <a:pt x="2396874" y="2333094"/>
                </a:lnTo>
                <a:lnTo>
                  <a:pt x="2397293" y="2333788"/>
                </a:lnTo>
                <a:lnTo>
                  <a:pt x="2397711" y="2334474"/>
                </a:lnTo>
                <a:lnTo>
                  <a:pt x="2398143" y="2335153"/>
                </a:lnTo>
                <a:lnTo>
                  <a:pt x="2398561" y="2335833"/>
                </a:lnTo>
                <a:lnTo>
                  <a:pt x="2398980" y="2336507"/>
                </a:lnTo>
                <a:lnTo>
                  <a:pt x="2399411" y="2337177"/>
                </a:lnTo>
                <a:lnTo>
                  <a:pt x="2399830" y="2337842"/>
                </a:lnTo>
                <a:lnTo>
                  <a:pt x="2400261" y="2338507"/>
                </a:lnTo>
                <a:lnTo>
                  <a:pt x="2400667" y="2339167"/>
                </a:lnTo>
                <a:lnTo>
                  <a:pt x="2401098" y="2339822"/>
                </a:lnTo>
                <a:lnTo>
                  <a:pt x="2401517" y="2340472"/>
                </a:lnTo>
                <a:lnTo>
                  <a:pt x="2401948" y="2341111"/>
                </a:lnTo>
                <a:lnTo>
                  <a:pt x="2402379" y="2341756"/>
                </a:lnTo>
                <a:lnTo>
                  <a:pt x="2402785" y="2342395"/>
                </a:lnTo>
                <a:lnTo>
                  <a:pt x="2403216" y="2343031"/>
                </a:lnTo>
                <a:lnTo>
                  <a:pt x="2403635" y="2343656"/>
                </a:lnTo>
                <a:lnTo>
                  <a:pt x="2404066" y="2344281"/>
                </a:lnTo>
                <a:lnTo>
                  <a:pt x="2404485" y="2344911"/>
                </a:lnTo>
                <a:lnTo>
                  <a:pt x="2404903" y="2345521"/>
                </a:lnTo>
                <a:lnTo>
                  <a:pt x="2405335" y="2346142"/>
                </a:lnTo>
                <a:lnTo>
                  <a:pt x="2405753" y="2346752"/>
                </a:lnTo>
                <a:lnTo>
                  <a:pt x="2406172" y="2347352"/>
                </a:lnTo>
                <a:lnTo>
                  <a:pt x="2406603" y="2347952"/>
                </a:lnTo>
                <a:lnTo>
                  <a:pt x="2407022" y="2348552"/>
                </a:lnTo>
                <a:lnTo>
                  <a:pt x="2407453" y="2349142"/>
                </a:lnTo>
                <a:lnTo>
                  <a:pt x="2407871" y="2349729"/>
                </a:lnTo>
                <a:lnTo>
                  <a:pt x="2408290" y="2350319"/>
                </a:lnTo>
                <a:lnTo>
                  <a:pt x="2408709" y="2350898"/>
                </a:lnTo>
                <a:lnTo>
                  <a:pt x="2409140" y="2351469"/>
                </a:lnTo>
                <a:lnTo>
                  <a:pt x="2409558" y="2352045"/>
                </a:lnTo>
                <a:lnTo>
                  <a:pt x="2409990" y="2352615"/>
                </a:lnTo>
                <a:lnTo>
                  <a:pt x="2410408" y="2353181"/>
                </a:lnTo>
                <a:lnTo>
                  <a:pt x="2410827" y="2353742"/>
                </a:lnTo>
                <a:lnTo>
                  <a:pt x="2411245" y="2354297"/>
                </a:lnTo>
                <a:lnTo>
                  <a:pt x="2411677" y="2354848"/>
                </a:lnTo>
                <a:lnTo>
                  <a:pt x="2412095" y="2355399"/>
                </a:lnTo>
                <a:lnTo>
                  <a:pt x="2412527" y="2355939"/>
                </a:lnTo>
                <a:lnTo>
                  <a:pt x="2412945" y="2356484"/>
                </a:lnTo>
                <a:lnTo>
                  <a:pt x="2413364" y="2357016"/>
                </a:lnTo>
                <a:lnTo>
                  <a:pt x="2413795" y="2357546"/>
                </a:lnTo>
                <a:lnTo>
                  <a:pt x="2414214" y="2358073"/>
                </a:lnTo>
                <a:lnTo>
                  <a:pt x="2414632" y="2358598"/>
                </a:lnTo>
                <a:lnTo>
                  <a:pt x="2415063" y="2359119"/>
                </a:lnTo>
                <a:lnTo>
                  <a:pt x="2415482" y="2359630"/>
                </a:lnTo>
                <a:lnTo>
                  <a:pt x="2415913" y="2360142"/>
                </a:lnTo>
                <a:lnTo>
                  <a:pt x="2416319" y="2360648"/>
                </a:lnTo>
                <a:lnTo>
                  <a:pt x="2416750" y="2361149"/>
                </a:lnTo>
                <a:lnTo>
                  <a:pt x="2417169" y="2361645"/>
                </a:lnTo>
                <a:lnTo>
                  <a:pt x="2417600" y="2362146"/>
                </a:lnTo>
                <a:lnTo>
                  <a:pt x="2418019" y="2362631"/>
                </a:lnTo>
                <a:lnTo>
                  <a:pt x="2418437" y="2363123"/>
                </a:lnTo>
                <a:lnTo>
                  <a:pt x="2418869" y="2363604"/>
                </a:lnTo>
                <a:lnTo>
                  <a:pt x="2419287" y="2364076"/>
                </a:lnTo>
                <a:lnTo>
                  <a:pt x="2419706" y="2364551"/>
                </a:lnTo>
                <a:lnTo>
                  <a:pt x="2420137" y="2365023"/>
                </a:lnTo>
                <a:lnTo>
                  <a:pt x="2420556" y="2365480"/>
                </a:lnTo>
                <a:lnTo>
                  <a:pt x="2420987" y="2365945"/>
                </a:lnTo>
                <a:lnTo>
                  <a:pt x="2421405" y="2366407"/>
                </a:lnTo>
                <a:lnTo>
                  <a:pt x="2423524" y="2368619"/>
                </a:lnTo>
                <a:lnTo>
                  <a:pt x="2423942" y="2369057"/>
                </a:lnTo>
                <a:lnTo>
                  <a:pt x="2424361" y="2369483"/>
                </a:lnTo>
                <a:lnTo>
                  <a:pt x="2424779" y="2369905"/>
                </a:lnTo>
                <a:lnTo>
                  <a:pt x="2425211" y="2370326"/>
                </a:lnTo>
                <a:lnTo>
                  <a:pt x="2425629" y="2370738"/>
                </a:lnTo>
                <a:lnTo>
                  <a:pt x="2426061" y="2371150"/>
                </a:lnTo>
                <a:lnTo>
                  <a:pt x="2426479" y="2371556"/>
                </a:lnTo>
                <a:lnTo>
                  <a:pt x="2426898" y="2371958"/>
                </a:lnTo>
                <a:lnTo>
                  <a:pt x="2427316" y="2372355"/>
                </a:lnTo>
                <a:lnTo>
                  <a:pt x="2427748" y="2372752"/>
                </a:lnTo>
                <a:lnTo>
                  <a:pt x="2428166" y="2373143"/>
                </a:lnTo>
                <a:lnTo>
                  <a:pt x="2428597" y="2373526"/>
                </a:lnTo>
                <a:lnTo>
                  <a:pt x="2429016" y="2373908"/>
                </a:lnTo>
                <a:lnTo>
                  <a:pt x="2429435" y="2374290"/>
                </a:lnTo>
                <a:lnTo>
                  <a:pt x="2429853" y="2374662"/>
                </a:lnTo>
                <a:lnTo>
                  <a:pt x="2430284" y="2375029"/>
                </a:lnTo>
                <a:lnTo>
                  <a:pt x="2430703" y="2375397"/>
                </a:lnTo>
                <a:lnTo>
                  <a:pt x="2431134" y="2375754"/>
                </a:lnTo>
                <a:lnTo>
                  <a:pt x="2431553" y="2376115"/>
                </a:lnTo>
                <a:lnTo>
                  <a:pt x="2431971" y="2376467"/>
                </a:lnTo>
                <a:lnTo>
                  <a:pt x="2432403" y="2376811"/>
                </a:lnTo>
                <a:lnTo>
                  <a:pt x="2432821" y="2377153"/>
                </a:lnTo>
                <a:lnTo>
                  <a:pt x="2433240" y="2377500"/>
                </a:lnTo>
                <a:lnTo>
                  <a:pt x="2433671" y="2377832"/>
                </a:lnTo>
                <a:lnTo>
                  <a:pt x="2434090" y="2378165"/>
                </a:lnTo>
                <a:lnTo>
                  <a:pt x="2434521" y="2378492"/>
                </a:lnTo>
                <a:lnTo>
                  <a:pt x="2434927" y="2378810"/>
                </a:lnTo>
                <a:lnTo>
                  <a:pt x="2435358" y="2379131"/>
                </a:lnTo>
                <a:lnTo>
                  <a:pt x="2435777" y="2379444"/>
                </a:lnTo>
                <a:lnTo>
                  <a:pt x="2436208" y="2379757"/>
                </a:lnTo>
                <a:lnTo>
                  <a:pt x="2436627" y="2380065"/>
                </a:lnTo>
                <a:lnTo>
                  <a:pt x="2437045" y="2380362"/>
                </a:lnTo>
                <a:lnTo>
                  <a:pt x="2437476" y="2380660"/>
                </a:lnTo>
                <a:lnTo>
                  <a:pt x="2437895" y="2380952"/>
                </a:lnTo>
                <a:lnTo>
                  <a:pt x="2438326" y="2381240"/>
                </a:lnTo>
                <a:lnTo>
                  <a:pt x="2438745" y="2381533"/>
                </a:lnTo>
                <a:lnTo>
                  <a:pt x="2439163" y="2381805"/>
                </a:lnTo>
                <a:lnTo>
                  <a:pt x="2439595" y="2382089"/>
                </a:lnTo>
                <a:lnTo>
                  <a:pt x="2440013" y="2382356"/>
                </a:lnTo>
                <a:lnTo>
                  <a:pt x="2440432" y="2382624"/>
                </a:lnTo>
                <a:lnTo>
                  <a:pt x="2440863" y="2382893"/>
                </a:lnTo>
                <a:lnTo>
                  <a:pt x="2441282" y="2383151"/>
                </a:lnTo>
                <a:lnTo>
                  <a:pt x="2441713" y="2383402"/>
                </a:lnTo>
                <a:lnTo>
                  <a:pt x="2442132" y="2383656"/>
                </a:lnTo>
                <a:lnTo>
                  <a:pt x="2444250" y="2384847"/>
                </a:lnTo>
                <a:lnTo>
                  <a:pt x="2444668" y="2385075"/>
                </a:lnTo>
                <a:lnTo>
                  <a:pt x="2445087" y="2385298"/>
                </a:lnTo>
                <a:lnTo>
                  <a:pt x="2445506" y="2385512"/>
                </a:lnTo>
                <a:lnTo>
                  <a:pt x="2445937" y="2385724"/>
                </a:lnTo>
                <a:lnTo>
                  <a:pt x="2446355" y="2385938"/>
                </a:lnTo>
                <a:lnTo>
                  <a:pt x="2446787" y="2386136"/>
                </a:lnTo>
                <a:lnTo>
                  <a:pt x="2447205" y="2386345"/>
                </a:lnTo>
                <a:lnTo>
                  <a:pt x="2447624" y="2386533"/>
                </a:lnTo>
                <a:lnTo>
                  <a:pt x="2448055" y="2386726"/>
                </a:lnTo>
                <a:lnTo>
                  <a:pt x="2448474" y="2386916"/>
                </a:lnTo>
                <a:lnTo>
                  <a:pt x="2448892" y="2387099"/>
                </a:lnTo>
                <a:lnTo>
                  <a:pt x="2449324" y="2387282"/>
                </a:lnTo>
                <a:lnTo>
                  <a:pt x="2449742" y="2387451"/>
                </a:lnTo>
                <a:lnTo>
                  <a:pt x="2450173" y="2387625"/>
                </a:lnTo>
                <a:lnTo>
                  <a:pt x="2450579" y="2387793"/>
                </a:lnTo>
                <a:lnTo>
                  <a:pt x="2454816" y="2389222"/>
                </a:lnTo>
                <a:lnTo>
                  <a:pt x="2455247" y="2389346"/>
                </a:lnTo>
                <a:lnTo>
                  <a:pt x="2455666" y="2389460"/>
                </a:lnTo>
                <a:lnTo>
                  <a:pt x="2456084" y="2389575"/>
                </a:lnTo>
                <a:lnTo>
                  <a:pt x="2456503" y="2389684"/>
                </a:lnTo>
                <a:lnTo>
                  <a:pt x="2456934" y="2389783"/>
                </a:lnTo>
                <a:lnTo>
                  <a:pt x="2457353" y="2389882"/>
                </a:lnTo>
                <a:lnTo>
                  <a:pt x="2457784" y="2389971"/>
                </a:lnTo>
                <a:lnTo>
                  <a:pt x="2458203" y="2390066"/>
                </a:lnTo>
                <a:lnTo>
                  <a:pt x="2458621" y="2390155"/>
                </a:lnTo>
                <a:lnTo>
                  <a:pt x="2459040" y="2390230"/>
                </a:lnTo>
                <a:lnTo>
                  <a:pt x="2459471" y="2390308"/>
                </a:lnTo>
                <a:lnTo>
                  <a:pt x="2459890" y="2390383"/>
                </a:lnTo>
                <a:lnTo>
                  <a:pt x="2460321" y="2390452"/>
                </a:lnTo>
                <a:lnTo>
                  <a:pt x="2460739" y="2390522"/>
                </a:lnTo>
                <a:lnTo>
                  <a:pt x="2461158" y="2390577"/>
                </a:lnTo>
                <a:lnTo>
                  <a:pt x="2463707" y="2390850"/>
                </a:lnTo>
                <a:lnTo>
                  <a:pt x="2464113" y="2390879"/>
                </a:lnTo>
                <a:lnTo>
                  <a:pt x="2466663" y="2390979"/>
                </a:lnTo>
                <a:lnTo>
                  <a:pt x="2467081" y="2390979"/>
                </a:lnTo>
                <a:lnTo>
                  <a:pt x="2467500" y="2390979"/>
                </a:lnTo>
                <a:lnTo>
                  <a:pt x="2467931" y="2390973"/>
                </a:lnTo>
                <a:lnTo>
                  <a:pt x="2468350" y="2390958"/>
                </a:lnTo>
                <a:lnTo>
                  <a:pt x="2468781" y="2390944"/>
                </a:lnTo>
                <a:lnTo>
                  <a:pt x="2469187" y="2390919"/>
                </a:lnTo>
                <a:lnTo>
                  <a:pt x="2469618" y="2390895"/>
                </a:lnTo>
                <a:lnTo>
                  <a:pt x="2470037" y="2390864"/>
                </a:lnTo>
                <a:lnTo>
                  <a:pt x="2470468" y="2390835"/>
                </a:lnTo>
                <a:lnTo>
                  <a:pt x="2470887" y="2390795"/>
                </a:lnTo>
                <a:lnTo>
                  <a:pt x="2471305" y="2390760"/>
                </a:lnTo>
                <a:lnTo>
                  <a:pt x="2471724" y="2390710"/>
                </a:lnTo>
                <a:lnTo>
                  <a:pt x="2472155" y="2390661"/>
                </a:lnTo>
                <a:lnTo>
                  <a:pt x="2472574" y="2390606"/>
                </a:lnTo>
                <a:lnTo>
                  <a:pt x="2473005" y="2390551"/>
                </a:lnTo>
                <a:lnTo>
                  <a:pt x="2473424" y="2390483"/>
                </a:lnTo>
                <a:lnTo>
                  <a:pt x="2473855" y="2390423"/>
                </a:lnTo>
                <a:lnTo>
                  <a:pt x="2474273" y="2390348"/>
                </a:lnTo>
                <a:lnTo>
                  <a:pt x="2474692" y="2390269"/>
                </a:lnTo>
                <a:lnTo>
                  <a:pt x="2475111" y="2390195"/>
                </a:lnTo>
                <a:lnTo>
                  <a:pt x="2475542" y="2390110"/>
                </a:lnTo>
                <a:lnTo>
                  <a:pt x="2475973" y="2390016"/>
                </a:lnTo>
                <a:lnTo>
                  <a:pt x="2476392" y="2389927"/>
                </a:lnTo>
                <a:lnTo>
                  <a:pt x="2476798" y="2389833"/>
                </a:lnTo>
                <a:lnTo>
                  <a:pt x="2477229" y="2389729"/>
                </a:lnTo>
                <a:lnTo>
                  <a:pt x="2477660" y="2389629"/>
                </a:lnTo>
                <a:lnTo>
                  <a:pt x="2478079" y="2389515"/>
                </a:lnTo>
                <a:lnTo>
                  <a:pt x="2478510" y="2389406"/>
                </a:lnTo>
                <a:lnTo>
                  <a:pt x="2478916" y="2389287"/>
                </a:lnTo>
                <a:lnTo>
                  <a:pt x="2479347" y="2389163"/>
                </a:lnTo>
                <a:lnTo>
                  <a:pt x="2479766" y="2389038"/>
                </a:lnTo>
                <a:lnTo>
                  <a:pt x="2480197" y="2388910"/>
                </a:lnTo>
                <a:lnTo>
                  <a:pt x="2480616" y="2388771"/>
                </a:lnTo>
                <a:lnTo>
                  <a:pt x="2481047" y="2388636"/>
                </a:lnTo>
                <a:lnTo>
                  <a:pt x="2481465" y="2388487"/>
                </a:lnTo>
                <a:lnTo>
                  <a:pt x="2481884" y="2388344"/>
                </a:lnTo>
                <a:lnTo>
                  <a:pt x="2482303" y="2388190"/>
                </a:lnTo>
                <a:lnTo>
                  <a:pt x="2487376" y="2386037"/>
                </a:lnTo>
                <a:lnTo>
                  <a:pt x="2487808" y="2385829"/>
                </a:lnTo>
                <a:lnTo>
                  <a:pt x="2488226" y="2385616"/>
                </a:lnTo>
                <a:lnTo>
                  <a:pt x="2488657" y="2385403"/>
                </a:lnTo>
                <a:lnTo>
                  <a:pt x="2489076" y="2385184"/>
                </a:lnTo>
                <a:lnTo>
                  <a:pt x="2489495" y="2384961"/>
                </a:lnTo>
                <a:lnTo>
                  <a:pt x="2489926" y="2384733"/>
                </a:lnTo>
                <a:lnTo>
                  <a:pt x="2490344" y="2384505"/>
                </a:lnTo>
                <a:lnTo>
                  <a:pt x="2490763" y="2384266"/>
                </a:lnTo>
                <a:lnTo>
                  <a:pt x="2491194" y="2384023"/>
                </a:lnTo>
                <a:lnTo>
                  <a:pt x="2491613" y="2383775"/>
                </a:lnTo>
                <a:lnTo>
                  <a:pt x="2492044" y="2383532"/>
                </a:lnTo>
                <a:lnTo>
                  <a:pt x="2492450" y="2383279"/>
                </a:lnTo>
                <a:lnTo>
                  <a:pt x="2492881" y="2383021"/>
                </a:lnTo>
                <a:lnTo>
                  <a:pt x="2493300" y="2382763"/>
                </a:lnTo>
                <a:lnTo>
                  <a:pt x="2493731" y="2382496"/>
                </a:lnTo>
                <a:lnTo>
                  <a:pt x="2494150" y="2382217"/>
                </a:lnTo>
                <a:lnTo>
                  <a:pt x="2494568" y="2381949"/>
                </a:lnTo>
                <a:lnTo>
                  <a:pt x="2495000" y="2381667"/>
                </a:lnTo>
                <a:lnTo>
                  <a:pt x="2495418" y="2381384"/>
                </a:lnTo>
                <a:lnTo>
                  <a:pt x="2495837" y="2381096"/>
                </a:lnTo>
                <a:lnTo>
                  <a:pt x="2496268" y="2380803"/>
                </a:lnTo>
                <a:lnTo>
                  <a:pt x="2496687" y="2380516"/>
                </a:lnTo>
                <a:lnTo>
                  <a:pt x="2497118" y="2380208"/>
                </a:lnTo>
                <a:lnTo>
                  <a:pt x="2497524" y="2379911"/>
                </a:lnTo>
                <a:lnTo>
                  <a:pt x="2497955" y="2379598"/>
                </a:lnTo>
                <a:lnTo>
                  <a:pt x="2498374" y="2379285"/>
                </a:lnTo>
                <a:lnTo>
                  <a:pt x="2498805" y="2378974"/>
                </a:lnTo>
                <a:lnTo>
                  <a:pt x="2499223" y="2378651"/>
                </a:lnTo>
                <a:lnTo>
                  <a:pt x="2499642" y="2378323"/>
                </a:lnTo>
                <a:lnTo>
                  <a:pt x="2500073" y="2377996"/>
                </a:lnTo>
                <a:lnTo>
                  <a:pt x="2500492" y="2377664"/>
                </a:lnTo>
                <a:lnTo>
                  <a:pt x="2500910" y="2377331"/>
                </a:lnTo>
                <a:lnTo>
                  <a:pt x="2501342" y="2376984"/>
                </a:lnTo>
                <a:lnTo>
                  <a:pt x="2501760" y="2376642"/>
                </a:lnTo>
                <a:lnTo>
                  <a:pt x="2502191" y="2376289"/>
                </a:lnTo>
                <a:lnTo>
                  <a:pt x="2502610" y="2375932"/>
                </a:lnTo>
                <a:lnTo>
                  <a:pt x="2503029" y="2375575"/>
                </a:lnTo>
                <a:lnTo>
                  <a:pt x="2503447" y="2375212"/>
                </a:lnTo>
                <a:lnTo>
                  <a:pt x="2503878" y="2374846"/>
                </a:lnTo>
                <a:lnTo>
                  <a:pt x="2504297" y="2374473"/>
                </a:lnTo>
                <a:lnTo>
                  <a:pt x="2504728" y="2374096"/>
                </a:lnTo>
                <a:lnTo>
                  <a:pt x="2505147" y="2373714"/>
                </a:lnTo>
                <a:lnTo>
                  <a:pt x="2505565" y="2373333"/>
                </a:lnTo>
                <a:lnTo>
                  <a:pt x="2505984" y="2372945"/>
                </a:lnTo>
                <a:lnTo>
                  <a:pt x="2506415" y="2372553"/>
                </a:lnTo>
                <a:lnTo>
                  <a:pt x="2506834" y="2372157"/>
                </a:lnTo>
                <a:lnTo>
                  <a:pt x="2507265" y="2371760"/>
                </a:lnTo>
                <a:lnTo>
                  <a:pt x="2507684" y="2371358"/>
                </a:lnTo>
                <a:lnTo>
                  <a:pt x="2508102" y="2370941"/>
                </a:lnTo>
                <a:lnTo>
                  <a:pt x="2508534" y="2370529"/>
                </a:lnTo>
                <a:lnTo>
                  <a:pt x="2508952" y="2370118"/>
                </a:lnTo>
                <a:lnTo>
                  <a:pt x="2509371" y="2369696"/>
                </a:lnTo>
                <a:lnTo>
                  <a:pt x="2509802" y="2369269"/>
                </a:lnTo>
                <a:lnTo>
                  <a:pt x="2510221" y="2368843"/>
                </a:lnTo>
                <a:lnTo>
                  <a:pt x="2510652" y="2368407"/>
                </a:lnTo>
                <a:lnTo>
                  <a:pt x="2511058" y="2367964"/>
                </a:lnTo>
                <a:lnTo>
                  <a:pt x="2511489" y="2367528"/>
                </a:lnTo>
                <a:lnTo>
                  <a:pt x="2511908" y="2367077"/>
                </a:lnTo>
                <a:lnTo>
                  <a:pt x="2512339" y="2366625"/>
                </a:lnTo>
                <a:lnTo>
                  <a:pt x="2512757" y="2366179"/>
                </a:lnTo>
                <a:lnTo>
                  <a:pt x="2513176" y="2365717"/>
                </a:lnTo>
                <a:lnTo>
                  <a:pt x="2513607" y="2365251"/>
                </a:lnTo>
                <a:lnTo>
                  <a:pt x="2514026" y="2364784"/>
                </a:lnTo>
                <a:lnTo>
                  <a:pt x="2514444" y="2364314"/>
                </a:lnTo>
                <a:lnTo>
                  <a:pt x="2514876" y="2363837"/>
                </a:lnTo>
                <a:lnTo>
                  <a:pt x="2515294" y="2363356"/>
                </a:lnTo>
                <a:lnTo>
                  <a:pt x="2515726" y="2362874"/>
                </a:lnTo>
                <a:lnTo>
                  <a:pt x="2516144" y="2362388"/>
                </a:lnTo>
                <a:lnTo>
                  <a:pt x="2516563" y="2361898"/>
                </a:lnTo>
                <a:lnTo>
                  <a:pt x="2516994" y="2361402"/>
                </a:lnTo>
                <a:lnTo>
                  <a:pt x="2517413" y="2360901"/>
                </a:lnTo>
                <a:lnTo>
                  <a:pt x="2517844" y="2360395"/>
                </a:lnTo>
                <a:lnTo>
                  <a:pt x="2518262" y="2359889"/>
                </a:lnTo>
                <a:lnTo>
                  <a:pt x="2518681" y="2359372"/>
                </a:lnTo>
                <a:lnTo>
                  <a:pt x="2519100" y="2358856"/>
                </a:lnTo>
                <a:lnTo>
                  <a:pt x="2519531" y="2358341"/>
                </a:lnTo>
                <a:lnTo>
                  <a:pt x="2519949" y="2357809"/>
                </a:lnTo>
                <a:lnTo>
                  <a:pt x="2520381" y="2357284"/>
                </a:lnTo>
                <a:lnTo>
                  <a:pt x="2520799" y="2356748"/>
                </a:lnTo>
                <a:lnTo>
                  <a:pt x="2521218" y="2356207"/>
                </a:lnTo>
                <a:lnTo>
                  <a:pt x="2521636" y="2355667"/>
                </a:lnTo>
                <a:lnTo>
                  <a:pt x="2522068" y="2355121"/>
                </a:lnTo>
                <a:lnTo>
                  <a:pt x="2522486" y="2354575"/>
                </a:lnTo>
                <a:lnTo>
                  <a:pt x="2522918" y="2354015"/>
                </a:lnTo>
                <a:lnTo>
                  <a:pt x="2523336" y="2353459"/>
                </a:lnTo>
                <a:lnTo>
                  <a:pt x="2523755" y="2352899"/>
                </a:lnTo>
                <a:lnTo>
                  <a:pt x="2524186" y="2352333"/>
                </a:lnTo>
                <a:lnTo>
                  <a:pt x="2524605" y="2351762"/>
                </a:lnTo>
                <a:lnTo>
                  <a:pt x="2525023" y="2351187"/>
                </a:lnTo>
                <a:lnTo>
                  <a:pt x="2525454" y="2350606"/>
                </a:lnTo>
                <a:lnTo>
                  <a:pt x="2525873" y="2350026"/>
                </a:lnTo>
                <a:lnTo>
                  <a:pt x="2526304" y="2349440"/>
                </a:lnTo>
                <a:lnTo>
                  <a:pt x="2526710" y="2348850"/>
                </a:lnTo>
                <a:lnTo>
                  <a:pt x="2527141" y="2348255"/>
                </a:lnTo>
                <a:lnTo>
                  <a:pt x="2527560" y="2347655"/>
                </a:lnTo>
                <a:lnTo>
                  <a:pt x="2527991" y="2347049"/>
                </a:lnTo>
                <a:lnTo>
                  <a:pt x="2528410" y="2346444"/>
                </a:lnTo>
                <a:lnTo>
                  <a:pt x="2528828" y="2345834"/>
                </a:lnTo>
                <a:lnTo>
                  <a:pt x="2529260" y="2345213"/>
                </a:lnTo>
                <a:lnTo>
                  <a:pt x="2529678" y="2344599"/>
                </a:lnTo>
                <a:lnTo>
                  <a:pt x="2530097" y="2343968"/>
                </a:lnTo>
                <a:lnTo>
                  <a:pt x="2530528" y="2343344"/>
                </a:lnTo>
                <a:lnTo>
                  <a:pt x="2530947" y="2342708"/>
                </a:lnTo>
                <a:lnTo>
                  <a:pt x="2531378" y="2342074"/>
                </a:lnTo>
                <a:lnTo>
                  <a:pt x="2531784" y="2341434"/>
                </a:lnTo>
                <a:lnTo>
                  <a:pt x="2532215" y="2340793"/>
                </a:lnTo>
                <a:lnTo>
                  <a:pt x="2532634" y="2340143"/>
                </a:lnTo>
                <a:lnTo>
                  <a:pt x="2533065" y="2339494"/>
                </a:lnTo>
                <a:lnTo>
                  <a:pt x="2533484" y="2338839"/>
                </a:lnTo>
                <a:lnTo>
                  <a:pt x="2533902" y="2338174"/>
                </a:lnTo>
                <a:lnTo>
                  <a:pt x="2534333" y="2337510"/>
                </a:lnTo>
                <a:lnTo>
                  <a:pt x="2534752" y="2336845"/>
                </a:lnTo>
                <a:lnTo>
                  <a:pt x="2535171" y="2336170"/>
                </a:lnTo>
                <a:lnTo>
                  <a:pt x="2535602" y="2335491"/>
                </a:lnTo>
                <a:lnTo>
                  <a:pt x="2536020" y="2334811"/>
                </a:lnTo>
                <a:lnTo>
                  <a:pt x="2536452" y="2334131"/>
                </a:lnTo>
                <a:lnTo>
                  <a:pt x="2536870" y="2333436"/>
                </a:lnTo>
                <a:lnTo>
                  <a:pt x="2537289" y="2332747"/>
                </a:lnTo>
                <a:lnTo>
                  <a:pt x="2537707" y="2332052"/>
                </a:lnTo>
                <a:lnTo>
                  <a:pt x="2538139" y="2331353"/>
                </a:lnTo>
                <a:lnTo>
                  <a:pt x="2538557" y="2330649"/>
                </a:lnTo>
                <a:lnTo>
                  <a:pt x="2538989" y="2329939"/>
                </a:lnTo>
                <a:lnTo>
                  <a:pt x="2539407" y="2329219"/>
                </a:lnTo>
                <a:lnTo>
                  <a:pt x="2539826" y="2328510"/>
                </a:lnTo>
                <a:lnTo>
                  <a:pt x="2540244" y="2327781"/>
                </a:lnTo>
                <a:lnTo>
                  <a:pt x="2540676" y="2327056"/>
                </a:lnTo>
                <a:lnTo>
                  <a:pt x="2541094" y="2326333"/>
                </a:lnTo>
                <a:lnTo>
                  <a:pt x="2541525" y="2325598"/>
                </a:lnTo>
                <a:lnTo>
                  <a:pt x="2541944" y="2324859"/>
                </a:lnTo>
                <a:lnTo>
                  <a:pt x="2542363" y="2324115"/>
                </a:lnTo>
                <a:lnTo>
                  <a:pt x="2542794" y="2323375"/>
                </a:lnTo>
                <a:lnTo>
                  <a:pt x="2543212" y="2322626"/>
                </a:lnTo>
                <a:lnTo>
                  <a:pt x="2543631" y="2321872"/>
                </a:lnTo>
                <a:lnTo>
                  <a:pt x="2544062" y="2321113"/>
                </a:lnTo>
                <a:lnTo>
                  <a:pt x="2544481" y="2320350"/>
                </a:lnTo>
                <a:lnTo>
                  <a:pt x="2544912" y="2319586"/>
                </a:lnTo>
                <a:lnTo>
                  <a:pt x="2545318" y="2318817"/>
                </a:lnTo>
                <a:lnTo>
                  <a:pt x="2545749" y="2318042"/>
                </a:lnTo>
                <a:lnTo>
                  <a:pt x="2546168" y="2317274"/>
                </a:lnTo>
                <a:lnTo>
                  <a:pt x="2546599" y="2316485"/>
                </a:lnTo>
                <a:lnTo>
                  <a:pt x="2547018" y="2315706"/>
                </a:lnTo>
                <a:lnTo>
                  <a:pt x="2547436" y="2314913"/>
                </a:lnTo>
                <a:lnTo>
                  <a:pt x="2547867" y="2314118"/>
                </a:lnTo>
                <a:lnTo>
                  <a:pt x="2548286" y="2313325"/>
                </a:lnTo>
                <a:lnTo>
                  <a:pt x="2548705" y="2312521"/>
                </a:lnTo>
                <a:lnTo>
                  <a:pt x="2549136" y="2311717"/>
                </a:lnTo>
                <a:lnTo>
                  <a:pt x="2549554" y="2310909"/>
                </a:lnTo>
                <a:lnTo>
                  <a:pt x="2549986" y="2310100"/>
                </a:lnTo>
                <a:lnTo>
                  <a:pt x="2550404" y="2309281"/>
                </a:lnTo>
                <a:lnTo>
                  <a:pt x="2550823" y="2308458"/>
                </a:lnTo>
                <a:lnTo>
                  <a:pt x="2551241" y="2307629"/>
                </a:lnTo>
                <a:lnTo>
                  <a:pt x="2551673" y="2306807"/>
                </a:lnTo>
                <a:lnTo>
                  <a:pt x="2552104" y="2305972"/>
                </a:lnTo>
                <a:lnTo>
                  <a:pt x="2552523" y="2305134"/>
                </a:lnTo>
                <a:lnTo>
                  <a:pt x="2552941" y="2304297"/>
                </a:lnTo>
                <a:lnTo>
                  <a:pt x="2553360" y="2303452"/>
                </a:lnTo>
                <a:lnTo>
                  <a:pt x="2553791" y="2302599"/>
                </a:lnTo>
                <a:lnTo>
                  <a:pt x="2554210" y="2301751"/>
                </a:lnTo>
                <a:lnTo>
                  <a:pt x="2554641" y="2300893"/>
                </a:lnTo>
                <a:lnTo>
                  <a:pt x="2555059" y="2300029"/>
                </a:lnTo>
                <a:lnTo>
                  <a:pt x="2555478" y="2299167"/>
                </a:lnTo>
                <a:lnTo>
                  <a:pt x="2555897" y="2298299"/>
                </a:lnTo>
                <a:lnTo>
                  <a:pt x="2556328" y="2297425"/>
                </a:lnTo>
                <a:lnTo>
                  <a:pt x="2556746" y="2296556"/>
                </a:lnTo>
                <a:lnTo>
                  <a:pt x="2557178" y="2295669"/>
                </a:lnTo>
                <a:lnTo>
                  <a:pt x="2557596" y="2294790"/>
                </a:lnTo>
                <a:lnTo>
                  <a:pt x="2558015" y="2293903"/>
                </a:lnTo>
                <a:lnTo>
                  <a:pt x="2558446" y="2293010"/>
                </a:lnTo>
                <a:lnTo>
                  <a:pt x="2558865" y="2292117"/>
                </a:lnTo>
                <a:lnTo>
                  <a:pt x="2559283" y="2291215"/>
                </a:lnTo>
                <a:lnTo>
                  <a:pt x="2559715" y="2290316"/>
                </a:lnTo>
                <a:lnTo>
                  <a:pt x="2560133" y="2289404"/>
                </a:lnTo>
                <a:lnTo>
                  <a:pt x="2560564" y="2288496"/>
                </a:lnTo>
                <a:lnTo>
                  <a:pt x="2560970" y="2287578"/>
                </a:lnTo>
                <a:lnTo>
                  <a:pt x="2561402" y="2286665"/>
                </a:lnTo>
                <a:lnTo>
                  <a:pt x="2561820" y="2285737"/>
                </a:lnTo>
                <a:lnTo>
                  <a:pt x="2562251" y="2284815"/>
                </a:lnTo>
                <a:lnTo>
                  <a:pt x="2562670" y="2283881"/>
                </a:lnTo>
                <a:lnTo>
                  <a:pt x="2563089" y="2282944"/>
                </a:lnTo>
                <a:lnTo>
                  <a:pt x="2563520" y="2282011"/>
                </a:lnTo>
                <a:lnTo>
                  <a:pt x="2563938" y="2281064"/>
                </a:lnTo>
                <a:lnTo>
                  <a:pt x="2564357" y="2280116"/>
                </a:lnTo>
                <a:lnTo>
                  <a:pt x="2564788" y="2279169"/>
                </a:lnTo>
                <a:lnTo>
                  <a:pt x="2565207" y="2278217"/>
                </a:lnTo>
                <a:lnTo>
                  <a:pt x="2565638" y="2277259"/>
                </a:lnTo>
                <a:lnTo>
                  <a:pt x="2566044" y="2276296"/>
                </a:lnTo>
                <a:lnTo>
                  <a:pt x="2566475" y="2275334"/>
                </a:lnTo>
                <a:lnTo>
                  <a:pt x="2566894" y="2274366"/>
                </a:lnTo>
                <a:lnTo>
                  <a:pt x="2567325" y="2273395"/>
                </a:lnTo>
                <a:lnTo>
                  <a:pt x="2567744" y="2272417"/>
                </a:lnTo>
                <a:lnTo>
                  <a:pt x="2568162" y="2271430"/>
                </a:lnTo>
                <a:lnTo>
                  <a:pt x="2568594" y="2270452"/>
                </a:lnTo>
                <a:lnTo>
                  <a:pt x="2569012" y="2269460"/>
                </a:lnTo>
                <a:lnTo>
                  <a:pt x="2569431" y="2268469"/>
                </a:lnTo>
                <a:lnTo>
                  <a:pt x="2569862" y="2267476"/>
                </a:lnTo>
                <a:lnTo>
                  <a:pt x="2570281" y="2266474"/>
                </a:lnTo>
                <a:lnTo>
                  <a:pt x="2570712" y="2265472"/>
                </a:lnTo>
                <a:lnTo>
                  <a:pt x="2571130" y="2264464"/>
                </a:lnTo>
                <a:lnTo>
                  <a:pt x="2571549" y="2263457"/>
                </a:lnTo>
                <a:lnTo>
                  <a:pt x="2571968" y="2262440"/>
                </a:lnTo>
                <a:lnTo>
                  <a:pt x="2572399" y="2261419"/>
                </a:lnTo>
                <a:lnTo>
                  <a:pt x="2572817" y="2260402"/>
                </a:lnTo>
                <a:lnTo>
                  <a:pt x="2573249" y="2259369"/>
                </a:lnTo>
                <a:lnTo>
                  <a:pt x="2573667" y="2258348"/>
                </a:lnTo>
                <a:lnTo>
                  <a:pt x="2574086" y="2257305"/>
                </a:lnTo>
                <a:lnTo>
                  <a:pt x="2574504" y="2256269"/>
                </a:lnTo>
                <a:lnTo>
                  <a:pt x="2574936" y="2255228"/>
                </a:lnTo>
                <a:lnTo>
                  <a:pt x="2575354" y="2254181"/>
                </a:lnTo>
                <a:lnTo>
                  <a:pt x="2575786" y="2253133"/>
                </a:lnTo>
                <a:lnTo>
                  <a:pt x="2576204" y="2252082"/>
                </a:lnTo>
                <a:lnTo>
                  <a:pt x="2576623" y="2251025"/>
                </a:lnTo>
                <a:lnTo>
                  <a:pt x="2577054" y="2249963"/>
                </a:lnTo>
                <a:lnTo>
                  <a:pt x="2577473" y="2248902"/>
                </a:lnTo>
                <a:lnTo>
                  <a:pt x="2577891" y="2247836"/>
                </a:lnTo>
                <a:lnTo>
                  <a:pt x="2578322" y="2246764"/>
                </a:lnTo>
                <a:lnTo>
                  <a:pt x="2578741" y="2245687"/>
                </a:lnTo>
                <a:lnTo>
                  <a:pt x="2579172" y="2244611"/>
                </a:lnTo>
                <a:lnTo>
                  <a:pt x="2579578" y="2243524"/>
                </a:lnTo>
                <a:lnTo>
                  <a:pt x="2580009" y="2242443"/>
                </a:lnTo>
                <a:lnTo>
                  <a:pt x="2580428" y="2241356"/>
                </a:lnTo>
                <a:lnTo>
                  <a:pt x="2580859" y="2240255"/>
                </a:lnTo>
                <a:lnTo>
                  <a:pt x="2581278" y="2239164"/>
                </a:lnTo>
                <a:lnTo>
                  <a:pt x="2581696" y="2238063"/>
                </a:lnTo>
                <a:lnTo>
                  <a:pt x="2582128" y="2236956"/>
                </a:lnTo>
                <a:lnTo>
                  <a:pt x="2582546" y="2235850"/>
                </a:lnTo>
                <a:lnTo>
                  <a:pt x="2582965" y="2234734"/>
                </a:lnTo>
                <a:lnTo>
                  <a:pt x="2583396" y="2233617"/>
                </a:lnTo>
                <a:lnTo>
                  <a:pt x="2583815" y="2232501"/>
                </a:lnTo>
                <a:lnTo>
                  <a:pt x="2584246" y="2231381"/>
                </a:lnTo>
                <a:lnTo>
                  <a:pt x="2584664" y="2230249"/>
                </a:lnTo>
                <a:lnTo>
                  <a:pt x="2585083" y="2229118"/>
                </a:lnTo>
                <a:lnTo>
                  <a:pt x="2585502" y="2227987"/>
                </a:lnTo>
                <a:lnTo>
                  <a:pt x="2585933" y="2226851"/>
                </a:lnTo>
                <a:lnTo>
                  <a:pt x="2586352" y="2225704"/>
                </a:lnTo>
                <a:lnTo>
                  <a:pt x="2586783" y="2224559"/>
                </a:lnTo>
                <a:lnTo>
                  <a:pt x="2587201" y="2223413"/>
                </a:lnTo>
                <a:lnTo>
                  <a:pt x="2587620" y="2222257"/>
                </a:lnTo>
                <a:lnTo>
                  <a:pt x="2588039" y="2221106"/>
                </a:lnTo>
                <a:lnTo>
                  <a:pt x="2588470" y="2219945"/>
                </a:lnTo>
                <a:lnTo>
                  <a:pt x="2588888" y="2218784"/>
                </a:lnTo>
                <a:lnTo>
                  <a:pt x="2589320" y="2217613"/>
                </a:lnTo>
                <a:lnTo>
                  <a:pt x="2589738" y="2216447"/>
                </a:lnTo>
                <a:lnTo>
                  <a:pt x="2590157" y="2215272"/>
                </a:lnTo>
                <a:lnTo>
                  <a:pt x="2590588" y="2214091"/>
                </a:lnTo>
                <a:lnTo>
                  <a:pt x="2591007" y="2212911"/>
                </a:lnTo>
                <a:lnTo>
                  <a:pt x="2591438" y="2211725"/>
                </a:lnTo>
                <a:lnTo>
                  <a:pt x="2591856" y="2210534"/>
                </a:lnTo>
                <a:lnTo>
                  <a:pt x="2592275" y="2209344"/>
                </a:lnTo>
                <a:lnTo>
                  <a:pt x="2592694" y="2208148"/>
                </a:lnTo>
                <a:lnTo>
                  <a:pt x="2593125" y="2206952"/>
                </a:lnTo>
                <a:lnTo>
                  <a:pt x="2593543" y="2205742"/>
                </a:lnTo>
                <a:lnTo>
                  <a:pt x="2593975" y="2204536"/>
                </a:lnTo>
                <a:lnTo>
                  <a:pt x="2594393" y="2203331"/>
                </a:lnTo>
                <a:lnTo>
                  <a:pt x="2594825" y="2202115"/>
                </a:lnTo>
                <a:lnTo>
                  <a:pt x="2595230" y="2200895"/>
                </a:lnTo>
                <a:lnTo>
                  <a:pt x="2595662" y="2199670"/>
                </a:lnTo>
                <a:lnTo>
                  <a:pt x="2596080" y="2198449"/>
                </a:lnTo>
                <a:lnTo>
                  <a:pt x="2596512" y="2197220"/>
                </a:lnTo>
                <a:lnTo>
                  <a:pt x="2596930" y="2195989"/>
                </a:lnTo>
                <a:lnTo>
                  <a:pt x="2597349" y="2194754"/>
                </a:lnTo>
                <a:lnTo>
                  <a:pt x="2597767" y="2193513"/>
                </a:lnTo>
                <a:lnTo>
                  <a:pt x="2598199" y="2192278"/>
                </a:lnTo>
                <a:lnTo>
                  <a:pt x="2598617" y="2191023"/>
                </a:lnTo>
                <a:lnTo>
                  <a:pt x="2599048" y="2189777"/>
                </a:lnTo>
                <a:lnTo>
                  <a:pt x="2599467" y="2188527"/>
                </a:lnTo>
                <a:lnTo>
                  <a:pt x="2599886" y="2187267"/>
                </a:lnTo>
                <a:lnTo>
                  <a:pt x="2600304" y="2186002"/>
                </a:lnTo>
                <a:lnTo>
                  <a:pt x="2600735" y="2184742"/>
                </a:lnTo>
                <a:lnTo>
                  <a:pt x="2601154" y="2183478"/>
                </a:lnTo>
                <a:lnTo>
                  <a:pt x="2601585" y="2182208"/>
                </a:lnTo>
                <a:lnTo>
                  <a:pt x="2602004" y="2180932"/>
                </a:lnTo>
                <a:lnTo>
                  <a:pt x="2602435" y="2179658"/>
                </a:lnTo>
                <a:lnTo>
                  <a:pt x="2602841" y="2178372"/>
                </a:lnTo>
                <a:lnTo>
                  <a:pt x="2603272" y="2177092"/>
                </a:lnTo>
                <a:lnTo>
                  <a:pt x="2603691" y="2175798"/>
                </a:lnTo>
                <a:lnTo>
                  <a:pt x="2604122" y="2174508"/>
                </a:lnTo>
                <a:lnTo>
                  <a:pt x="2604541" y="2173209"/>
                </a:lnTo>
                <a:lnTo>
                  <a:pt x="2604959" y="2171913"/>
                </a:lnTo>
                <a:lnTo>
                  <a:pt x="2605391" y="2170613"/>
                </a:lnTo>
                <a:lnTo>
                  <a:pt x="2605809" y="2169304"/>
                </a:lnTo>
                <a:lnTo>
                  <a:pt x="2606228" y="2167999"/>
                </a:lnTo>
                <a:lnTo>
                  <a:pt x="2606659" y="2166684"/>
                </a:lnTo>
                <a:lnTo>
                  <a:pt x="2607078" y="2165369"/>
                </a:lnTo>
                <a:lnTo>
                  <a:pt x="2607509" y="2164051"/>
                </a:lnTo>
                <a:lnTo>
                  <a:pt x="2607915" y="2162731"/>
                </a:lnTo>
                <a:lnTo>
                  <a:pt x="2608346" y="2161401"/>
                </a:lnTo>
                <a:lnTo>
                  <a:pt x="2608765" y="2160072"/>
                </a:lnTo>
                <a:lnTo>
                  <a:pt x="2609196" y="2158742"/>
                </a:lnTo>
                <a:lnTo>
                  <a:pt x="2609614" y="2157403"/>
                </a:lnTo>
                <a:lnTo>
                  <a:pt x="2610033" y="2156058"/>
                </a:lnTo>
                <a:lnTo>
                  <a:pt x="2610464" y="2154714"/>
                </a:lnTo>
                <a:lnTo>
                  <a:pt x="2610883" y="2153369"/>
                </a:lnTo>
                <a:lnTo>
                  <a:pt x="2611301" y="2152020"/>
                </a:lnTo>
                <a:lnTo>
                  <a:pt x="2611733" y="2150666"/>
                </a:lnTo>
                <a:lnTo>
                  <a:pt x="2612151" y="2149316"/>
                </a:lnTo>
                <a:lnTo>
                  <a:pt x="2612583" y="2147947"/>
                </a:lnTo>
                <a:lnTo>
                  <a:pt x="2613001" y="2146588"/>
                </a:lnTo>
                <a:lnTo>
                  <a:pt x="2613420" y="2145219"/>
                </a:lnTo>
                <a:lnTo>
                  <a:pt x="2613838" y="2143854"/>
                </a:lnTo>
                <a:lnTo>
                  <a:pt x="2614270" y="2142480"/>
                </a:lnTo>
                <a:lnTo>
                  <a:pt x="2614688" y="2141096"/>
                </a:lnTo>
                <a:lnTo>
                  <a:pt x="2615119" y="2139722"/>
                </a:lnTo>
                <a:lnTo>
                  <a:pt x="2615538" y="2138338"/>
                </a:lnTo>
                <a:lnTo>
                  <a:pt x="2615957" y="2136948"/>
                </a:lnTo>
                <a:lnTo>
                  <a:pt x="2616375" y="2135560"/>
                </a:lnTo>
                <a:lnTo>
                  <a:pt x="2616806" y="2134161"/>
                </a:lnTo>
                <a:lnTo>
                  <a:pt x="2617225" y="2132761"/>
                </a:lnTo>
                <a:lnTo>
                  <a:pt x="2617656" y="2131362"/>
                </a:lnTo>
                <a:lnTo>
                  <a:pt x="2618075" y="2129959"/>
                </a:lnTo>
                <a:lnTo>
                  <a:pt x="2618493" y="2128555"/>
                </a:lnTo>
                <a:lnTo>
                  <a:pt x="2618925" y="2127141"/>
                </a:lnTo>
                <a:lnTo>
                  <a:pt x="2619343" y="2125727"/>
                </a:lnTo>
                <a:lnTo>
                  <a:pt x="2619762" y="2124313"/>
                </a:lnTo>
                <a:lnTo>
                  <a:pt x="2620193" y="2122895"/>
                </a:lnTo>
                <a:lnTo>
                  <a:pt x="2620612" y="2121471"/>
                </a:lnTo>
                <a:lnTo>
                  <a:pt x="2621043" y="2120042"/>
                </a:lnTo>
                <a:lnTo>
                  <a:pt x="2621449" y="2118608"/>
                </a:lnTo>
                <a:lnTo>
                  <a:pt x="2621880" y="2117179"/>
                </a:lnTo>
                <a:lnTo>
                  <a:pt x="2622299" y="2115741"/>
                </a:lnTo>
                <a:lnTo>
                  <a:pt x="2622730" y="2114297"/>
                </a:lnTo>
                <a:lnTo>
                  <a:pt x="2623149" y="2112853"/>
                </a:lnTo>
                <a:lnTo>
                  <a:pt x="2623567" y="2111410"/>
                </a:lnTo>
                <a:lnTo>
                  <a:pt x="2623998" y="2109962"/>
                </a:lnTo>
                <a:lnTo>
                  <a:pt x="2624417" y="2108507"/>
                </a:lnTo>
                <a:lnTo>
                  <a:pt x="2624836" y="2107049"/>
                </a:lnTo>
                <a:lnTo>
                  <a:pt x="2625267" y="2105590"/>
                </a:lnTo>
                <a:lnTo>
                  <a:pt x="2625685" y="2104123"/>
                </a:lnTo>
                <a:lnTo>
                  <a:pt x="2626117" y="2102664"/>
                </a:lnTo>
                <a:lnTo>
                  <a:pt x="2626535" y="2101190"/>
                </a:lnTo>
                <a:lnTo>
                  <a:pt x="2626954" y="2099717"/>
                </a:lnTo>
                <a:lnTo>
                  <a:pt x="2627385" y="2098243"/>
                </a:lnTo>
                <a:lnTo>
                  <a:pt x="2627804" y="2096765"/>
                </a:lnTo>
                <a:lnTo>
                  <a:pt x="2628222" y="2095276"/>
                </a:lnTo>
                <a:lnTo>
                  <a:pt x="2628653" y="2093794"/>
                </a:lnTo>
                <a:lnTo>
                  <a:pt x="2629072" y="2092305"/>
                </a:lnTo>
                <a:lnTo>
                  <a:pt x="2629491" y="2090817"/>
                </a:lnTo>
                <a:lnTo>
                  <a:pt x="2629922" y="2089319"/>
                </a:lnTo>
                <a:lnTo>
                  <a:pt x="2630340" y="2087821"/>
                </a:lnTo>
                <a:lnTo>
                  <a:pt x="2630772" y="2086317"/>
                </a:lnTo>
                <a:lnTo>
                  <a:pt x="2631190" y="2084819"/>
                </a:lnTo>
                <a:lnTo>
                  <a:pt x="2631609" y="2083306"/>
                </a:lnTo>
                <a:lnTo>
                  <a:pt x="2632027" y="2081793"/>
                </a:lnTo>
                <a:lnTo>
                  <a:pt x="2632459" y="2080279"/>
                </a:lnTo>
                <a:lnTo>
                  <a:pt x="2632877" y="2078771"/>
                </a:lnTo>
                <a:lnTo>
                  <a:pt x="2633309" y="2077249"/>
                </a:lnTo>
                <a:lnTo>
                  <a:pt x="2633727" y="2075721"/>
                </a:lnTo>
                <a:lnTo>
                  <a:pt x="2634146" y="2074192"/>
                </a:lnTo>
                <a:lnTo>
                  <a:pt x="2634577" y="2072665"/>
                </a:lnTo>
                <a:lnTo>
                  <a:pt x="2634996" y="2071132"/>
                </a:lnTo>
                <a:lnTo>
                  <a:pt x="2635414" y="2069594"/>
                </a:lnTo>
                <a:lnTo>
                  <a:pt x="2635845" y="2068061"/>
                </a:lnTo>
                <a:lnTo>
                  <a:pt x="2636264" y="2066518"/>
                </a:lnTo>
                <a:lnTo>
                  <a:pt x="2636695" y="2064976"/>
                </a:lnTo>
                <a:lnTo>
                  <a:pt x="2637101" y="2063422"/>
                </a:lnTo>
                <a:lnTo>
                  <a:pt x="2637532" y="2061875"/>
                </a:lnTo>
                <a:lnTo>
                  <a:pt x="2637951" y="2060312"/>
                </a:lnTo>
                <a:lnTo>
                  <a:pt x="2638382" y="2058764"/>
                </a:lnTo>
                <a:lnTo>
                  <a:pt x="2638801" y="2057196"/>
                </a:lnTo>
                <a:lnTo>
                  <a:pt x="2639219" y="2055639"/>
                </a:lnTo>
                <a:lnTo>
                  <a:pt x="2639651" y="2054066"/>
                </a:lnTo>
                <a:lnTo>
                  <a:pt x="2640069" y="2052499"/>
                </a:lnTo>
                <a:lnTo>
                  <a:pt x="2640488" y="2050926"/>
                </a:lnTo>
                <a:lnTo>
                  <a:pt x="2640919" y="2049353"/>
                </a:lnTo>
                <a:lnTo>
                  <a:pt x="2641338" y="2047770"/>
                </a:lnTo>
                <a:lnTo>
                  <a:pt x="2641769" y="2046188"/>
                </a:lnTo>
                <a:lnTo>
                  <a:pt x="2642175" y="2044610"/>
                </a:lnTo>
                <a:lnTo>
                  <a:pt x="2642606" y="2043018"/>
                </a:lnTo>
                <a:lnTo>
                  <a:pt x="2643025" y="2041421"/>
                </a:lnTo>
                <a:lnTo>
                  <a:pt x="2643456" y="2039833"/>
                </a:lnTo>
                <a:lnTo>
                  <a:pt x="2643875" y="2038236"/>
                </a:lnTo>
                <a:lnTo>
                  <a:pt x="2644293" y="2036634"/>
                </a:lnTo>
                <a:lnTo>
                  <a:pt x="2644724" y="2035032"/>
                </a:lnTo>
                <a:lnTo>
                  <a:pt x="2645143" y="2033424"/>
                </a:lnTo>
                <a:lnTo>
                  <a:pt x="2645562" y="2031821"/>
                </a:lnTo>
                <a:lnTo>
                  <a:pt x="2645993" y="2030209"/>
                </a:lnTo>
                <a:lnTo>
                  <a:pt x="2646411" y="2028592"/>
                </a:lnTo>
                <a:lnTo>
                  <a:pt x="2646843" y="2026970"/>
                </a:lnTo>
                <a:lnTo>
                  <a:pt x="2647261" y="2025352"/>
                </a:lnTo>
                <a:lnTo>
                  <a:pt x="2647680" y="2023730"/>
                </a:lnTo>
                <a:lnTo>
                  <a:pt x="2648098" y="2022104"/>
                </a:lnTo>
                <a:lnTo>
                  <a:pt x="2648530" y="2020471"/>
                </a:lnTo>
                <a:lnTo>
                  <a:pt x="2648948" y="2018843"/>
                </a:lnTo>
                <a:lnTo>
                  <a:pt x="2649380" y="2017207"/>
                </a:lnTo>
                <a:lnTo>
                  <a:pt x="2649798" y="2015565"/>
                </a:lnTo>
                <a:lnTo>
                  <a:pt x="2650217" y="2013922"/>
                </a:lnTo>
                <a:lnTo>
                  <a:pt x="2650635" y="2012281"/>
                </a:lnTo>
                <a:lnTo>
                  <a:pt x="2651067" y="2010629"/>
                </a:lnTo>
                <a:lnTo>
                  <a:pt x="2651485" y="2008981"/>
                </a:lnTo>
                <a:lnTo>
                  <a:pt x="2651916" y="2007329"/>
                </a:lnTo>
                <a:lnTo>
                  <a:pt x="2652335" y="2005672"/>
                </a:lnTo>
                <a:lnTo>
                  <a:pt x="2652754" y="2004015"/>
                </a:lnTo>
                <a:lnTo>
                  <a:pt x="2653185" y="2002359"/>
                </a:lnTo>
                <a:lnTo>
                  <a:pt x="2653603" y="2000692"/>
                </a:lnTo>
                <a:lnTo>
                  <a:pt x="2654022" y="1999019"/>
                </a:lnTo>
                <a:lnTo>
                  <a:pt x="2654453" y="1997352"/>
                </a:lnTo>
                <a:lnTo>
                  <a:pt x="2654872" y="1995682"/>
                </a:lnTo>
                <a:lnTo>
                  <a:pt x="2655303" y="1993999"/>
                </a:lnTo>
                <a:lnTo>
                  <a:pt x="2655709" y="1992327"/>
                </a:lnTo>
                <a:lnTo>
                  <a:pt x="2656140" y="1990646"/>
                </a:lnTo>
                <a:lnTo>
                  <a:pt x="2656559" y="1988959"/>
                </a:lnTo>
                <a:lnTo>
                  <a:pt x="2656990" y="1987273"/>
                </a:lnTo>
                <a:lnTo>
                  <a:pt x="2657409" y="1985580"/>
                </a:lnTo>
                <a:lnTo>
                  <a:pt x="2657827" y="1983889"/>
                </a:lnTo>
                <a:lnTo>
                  <a:pt x="2658259" y="1982193"/>
                </a:lnTo>
                <a:lnTo>
                  <a:pt x="2658677" y="1980495"/>
                </a:lnTo>
                <a:lnTo>
                  <a:pt x="2659096" y="1978789"/>
                </a:lnTo>
                <a:lnTo>
                  <a:pt x="2659527" y="1977087"/>
                </a:lnTo>
                <a:lnTo>
                  <a:pt x="2659946" y="1975386"/>
                </a:lnTo>
                <a:lnTo>
                  <a:pt x="2660377" y="1973674"/>
                </a:lnTo>
                <a:lnTo>
                  <a:pt x="2660795" y="1971963"/>
                </a:lnTo>
                <a:lnTo>
                  <a:pt x="2661214" y="1970251"/>
                </a:lnTo>
                <a:lnTo>
                  <a:pt x="2661633" y="1968535"/>
                </a:lnTo>
                <a:lnTo>
                  <a:pt x="2662064" y="1966808"/>
                </a:lnTo>
                <a:lnTo>
                  <a:pt x="2662482" y="1965087"/>
                </a:lnTo>
                <a:lnTo>
                  <a:pt x="2662914" y="1963361"/>
                </a:lnTo>
                <a:lnTo>
                  <a:pt x="2663332" y="1961634"/>
                </a:lnTo>
                <a:lnTo>
                  <a:pt x="2663751" y="1959903"/>
                </a:lnTo>
                <a:lnTo>
                  <a:pt x="2664169" y="1958166"/>
                </a:lnTo>
                <a:lnTo>
                  <a:pt x="2664601" y="1956431"/>
                </a:lnTo>
                <a:lnTo>
                  <a:pt x="2665019" y="1954688"/>
                </a:lnTo>
                <a:lnTo>
                  <a:pt x="2665450" y="1952948"/>
                </a:lnTo>
                <a:lnTo>
                  <a:pt x="2665869" y="1951202"/>
                </a:lnTo>
                <a:lnTo>
                  <a:pt x="2666288" y="1949460"/>
                </a:lnTo>
                <a:lnTo>
                  <a:pt x="2666719" y="1947699"/>
                </a:lnTo>
                <a:lnTo>
                  <a:pt x="2667138" y="1945953"/>
                </a:lnTo>
                <a:lnTo>
                  <a:pt x="2667569" y="1944197"/>
                </a:lnTo>
                <a:lnTo>
                  <a:pt x="2667987" y="1942441"/>
                </a:lnTo>
                <a:lnTo>
                  <a:pt x="2668406" y="1940674"/>
                </a:lnTo>
                <a:lnTo>
                  <a:pt x="2668837" y="1938918"/>
                </a:lnTo>
                <a:lnTo>
                  <a:pt x="2669256" y="1937142"/>
                </a:lnTo>
                <a:lnTo>
                  <a:pt x="2669674" y="1935381"/>
                </a:lnTo>
                <a:lnTo>
                  <a:pt x="2670106" y="1933610"/>
                </a:lnTo>
                <a:lnTo>
                  <a:pt x="2670524" y="1931833"/>
                </a:lnTo>
                <a:lnTo>
                  <a:pt x="2670955" y="1930053"/>
                </a:lnTo>
                <a:lnTo>
                  <a:pt x="2671361" y="1928277"/>
                </a:lnTo>
                <a:lnTo>
                  <a:pt x="2671793" y="1926496"/>
                </a:lnTo>
                <a:lnTo>
                  <a:pt x="2672211" y="1924710"/>
                </a:lnTo>
                <a:lnTo>
                  <a:pt x="2672642" y="1922919"/>
                </a:lnTo>
                <a:lnTo>
                  <a:pt x="2673061" y="1921133"/>
                </a:lnTo>
                <a:lnTo>
                  <a:pt x="2673480" y="1919337"/>
                </a:lnTo>
                <a:lnTo>
                  <a:pt x="2673911" y="1917542"/>
                </a:lnTo>
                <a:lnTo>
                  <a:pt x="2674329" y="1915745"/>
                </a:lnTo>
                <a:lnTo>
                  <a:pt x="2674748" y="1913945"/>
                </a:lnTo>
                <a:lnTo>
                  <a:pt x="2675179" y="1912144"/>
                </a:lnTo>
                <a:lnTo>
                  <a:pt x="2675598" y="1910338"/>
                </a:lnTo>
                <a:lnTo>
                  <a:pt x="2676029" y="1908537"/>
                </a:lnTo>
                <a:lnTo>
                  <a:pt x="2676435" y="1906726"/>
                </a:lnTo>
                <a:lnTo>
                  <a:pt x="2676866" y="1904906"/>
                </a:lnTo>
                <a:lnTo>
                  <a:pt x="2677285" y="1903096"/>
                </a:lnTo>
                <a:lnTo>
                  <a:pt x="2677716" y="1901280"/>
                </a:lnTo>
                <a:lnTo>
                  <a:pt x="2678135" y="1899454"/>
                </a:lnTo>
                <a:lnTo>
                  <a:pt x="2678553" y="1897633"/>
                </a:lnTo>
                <a:lnTo>
                  <a:pt x="2678985" y="1895812"/>
                </a:lnTo>
                <a:lnTo>
                  <a:pt x="2679403" y="1893982"/>
                </a:lnTo>
                <a:lnTo>
                  <a:pt x="2679822" y="1892151"/>
                </a:lnTo>
                <a:lnTo>
                  <a:pt x="2680253" y="1890316"/>
                </a:lnTo>
                <a:lnTo>
                  <a:pt x="2680672" y="1888485"/>
                </a:lnTo>
                <a:lnTo>
                  <a:pt x="2681103" y="1886645"/>
                </a:lnTo>
                <a:lnTo>
                  <a:pt x="2681521" y="1884804"/>
                </a:lnTo>
                <a:lnTo>
                  <a:pt x="2681940" y="1882964"/>
                </a:lnTo>
                <a:lnTo>
                  <a:pt x="2682359" y="1881118"/>
                </a:lnTo>
                <a:lnTo>
                  <a:pt x="2682790" y="1879273"/>
                </a:lnTo>
                <a:lnTo>
                  <a:pt x="2683208" y="1877422"/>
                </a:lnTo>
                <a:lnTo>
                  <a:pt x="2683640" y="1875567"/>
                </a:lnTo>
                <a:lnTo>
                  <a:pt x="2684058" y="1873712"/>
                </a:lnTo>
                <a:lnTo>
                  <a:pt x="2684477" y="1871856"/>
                </a:lnTo>
                <a:lnTo>
                  <a:pt x="2684895" y="1869995"/>
                </a:lnTo>
                <a:lnTo>
                  <a:pt x="2685327" y="1868135"/>
                </a:lnTo>
                <a:lnTo>
                  <a:pt x="2685745" y="1866270"/>
                </a:lnTo>
                <a:lnTo>
                  <a:pt x="2686177" y="1864404"/>
                </a:lnTo>
                <a:lnTo>
                  <a:pt x="2686595" y="1862535"/>
                </a:lnTo>
                <a:lnTo>
                  <a:pt x="2687014" y="1860664"/>
                </a:lnTo>
                <a:lnTo>
                  <a:pt x="2687445" y="1858794"/>
                </a:lnTo>
                <a:lnTo>
                  <a:pt x="2687864" y="1856913"/>
                </a:lnTo>
                <a:lnTo>
                  <a:pt x="2688282" y="1855034"/>
                </a:lnTo>
                <a:lnTo>
                  <a:pt x="2688713" y="1853153"/>
                </a:lnTo>
                <a:lnTo>
                  <a:pt x="2689132" y="1851269"/>
                </a:lnTo>
                <a:lnTo>
                  <a:pt x="2689563" y="1849388"/>
                </a:lnTo>
                <a:lnTo>
                  <a:pt x="2689969" y="1847493"/>
                </a:lnTo>
                <a:lnTo>
                  <a:pt x="2690400" y="1845608"/>
                </a:lnTo>
                <a:lnTo>
                  <a:pt x="2690819" y="1843713"/>
                </a:lnTo>
                <a:lnTo>
                  <a:pt x="2691250" y="1841817"/>
                </a:lnTo>
                <a:lnTo>
                  <a:pt x="2691669" y="1839922"/>
                </a:lnTo>
                <a:lnTo>
                  <a:pt x="2692087" y="1838023"/>
                </a:lnTo>
                <a:lnTo>
                  <a:pt x="2692519" y="1836118"/>
                </a:lnTo>
                <a:lnTo>
                  <a:pt x="2692937" y="1834217"/>
                </a:lnTo>
                <a:lnTo>
                  <a:pt x="2693356" y="1832317"/>
                </a:lnTo>
                <a:lnTo>
                  <a:pt x="2693787" y="1830407"/>
                </a:lnTo>
                <a:lnTo>
                  <a:pt x="2694206" y="1828497"/>
                </a:lnTo>
                <a:lnTo>
                  <a:pt x="2694637" y="1826577"/>
                </a:lnTo>
                <a:lnTo>
                  <a:pt x="2695056" y="1824667"/>
                </a:lnTo>
                <a:lnTo>
                  <a:pt x="2695474" y="1822742"/>
                </a:lnTo>
                <a:lnTo>
                  <a:pt x="2695893" y="1820827"/>
                </a:lnTo>
                <a:lnTo>
                  <a:pt x="2696324" y="1818908"/>
                </a:lnTo>
                <a:lnTo>
                  <a:pt x="2696743" y="1816983"/>
                </a:lnTo>
                <a:lnTo>
                  <a:pt x="2697174" y="1815058"/>
                </a:lnTo>
                <a:lnTo>
                  <a:pt x="2697592" y="1813129"/>
                </a:lnTo>
                <a:lnTo>
                  <a:pt x="2698011" y="1811194"/>
                </a:lnTo>
                <a:lnTo>
                  <a:pt x="2698430" y="1809258"/>
                </a:lnTo>
                <a:lnTo>
                  <a:pt x="2698861" y="1807329"/>
                </a:lnTo>
                <a:lnTo>
                  <a:pt x="2699279" y="1805389"/>
                </a:lnTo>
                <a:lnTo>
                  <a:pt x="2699711" y="1803455"/>
                </a:lnTo>
                <a:lnTo>
                  <a:pt x="2700129" y="1801504"/>
                </a:lnTo>
                <a:lnTo>
                  <a:pt x="2700548" y="1799565"/>
                </a:lnTo>
                <a:lnTo>
                  <a:pt x="2700979" y="1797621"/>
                </a:lnTo>
                <a:lnTo>
                  <a:pt x="2701398" y="1795670"/>
                </a:lnTo>
                <a:lnTo>
                  <a:pt x="2701816" y="1793721"/>
                </a:lnTo>
                <a:lnTo>
                  <a:pt x="2702248" y="1791767"/>
                </a:lnTo>
                <a:lnTo>
                  <a:pt x="2702666" y="1789812"/>
                </a:lnTo>
                <a:lnTo>
                  <a:pt x="2703097" y="1787858"/>
                </a:lnTo>
                <a:lnTo>
                  <a:pt x="2703516" y="1785903"/>
                </a:lnTo>
                <a:lnTo>
                  <a:pt x="2703935" y="1783939"/>
                </a:lnTo>
                <a:lnTo>
                  <a:pt x="2704353" y="1781974"/>
                </a:lnTo>
                <a:lnTo>
                  <a:pt x="2704784" y="1780010"/>
                </a:lnTo>
                <a:lnTo>
                  <a:pt x="2705216" y="1778050"/>
                </a:lnTo>
                <a:lnTo>
                  <a:pt x="2705622" y="1776075"/>
                </a:lnTo>
                <a:lnTo>
                  <a:pt x="2706053" y="1774106"/>
                </a:lnTo>
                <a:lnTo>
                  <a:pt x="2706471" y="1772136"/>
                </a:lnTo>
                <a:lnTo>
                  <a:pt x="2706903" y="1770156"/>
                </a:lnTo>
                <a:lnTo>
                  <a:pt x="2707321" y="1768178"/>
                </a:lnTo>
                <a:lnTo>
                  <a:pt x="2707740" y="1766198"/>
                </a:lnTo>
                <a:lnTo>
                  <a:pt x="2708171" y="1764223"/>
                </a:lnTo>
                <a:lnTo>
                  <a:pt x="2708590" y="1762234"/>
                </a:lnTo>
                <a:lnTo>
                  <a:pt x="2709008" y="1760249"/>
                </a:lnTo>
                <a:lnTo>
                  <a:pt x="2709439" y="1758266"/>
                </a:lnTo>
                <a:lnTo>
                  <a:pt x="2709858" y="1756271"/>
                </a:lnTo>
                <a:lnTo>
                  <a:pt x="2710289" y="1754282"/>
                </a:lnTo>
                <a:lnTo>
                  <a:pt x="2710695" y="1752288"/>
                </a:lnTo>
                <a:lnTo>
                  <a:pt x="2711126" y="1750298"/>
                </a:lnTo>
                <a:lnTo>
                  <a:pt x="2711545" y="1748294"/>
                </a:lnTo>
                <a:lnTo>
                  <a:pt x="2711976" y="1746295"/>
                </a:lnTo>
                <a:lnTo>
                  <a:pt x="2712395" y="1744300"/>
                </a:lnTo>
                <a:lnTo>
                  <a:pt x="2712813" y="1742291"/>
                </a:lnTo>
                <a:lnTo>
                  <a:pt x="2713232" y="1740287"/>
                </a:lnTo>
                <a:lnTo>
                  <a:pt x="2713663" y="1738278"/>
                </a:lnTo>
                <a:lnTo>
                  <a:pt x="2714082" y="1736269"/>
                </a:lnTo>
                <a:lnTo>
                  <a:pt x="2714513" y="1734260"/>
                </a:lnTo>
                <a:lnTo>
                  <a:pt x="2714932" y="1732246"/>
                </a:lnTo>
                <a:lnTo>
                  <a:pt x="2715363" y="1730236"/>
                </a:lnTo>
                <a:lnTo>
                  <a:pt x="2715782" y="1728222"/>
                </a:lnTo>
                <a:lnTo>
                  <a:pt x="2716200" y="1726193"/>
                </a:lnTo>
                <a:lnTo>
                  <a:pt x="2716619" y="1724179"/>
                </a:lnTo>
                <a:lnTo>
                  <a:pt x="2717050" y="1722154"/>
                </a:lnTo>
                <a:lnTo>
                  <a:pt x="2717469" y="1720131"/>
                </a:lnTo>
                <a:lnTo>
                  <a:pt x="2717900" y="1718107"/>
                </a:lnTo>
                <a:lnTo>
                  <a:pt x="2718306" y="1716083"/>
                </a:lnTo>
                <a:lnTo>
                  <a:pt x="2718737" y="1714049"/>
                </a:lnTo>
                <a:lnTo>
                  <a:pt x="2719156" y="1712020"/>
                </a:lnTo>
                <a:lnTo>
                  <a:pt x="2719587" y="1709985"/>
                </a:lnTo>
                <a:lnTo>
                  <a:pt x="2720005" y="1707947"/>
                </a:lnTo>
                <a:lnTo>
                  <a:pt x="2720424" y="1705912"/>
                </a:lnTo>
                <a:lnTo>
                  <a:pt x="2720855" y="1703874"/>
                </a:lnTo>
                <a:lnTo>
                  <a:pt x="2721274" y="1701835"/>
                </a:lnTo>
                <a:lnTo>
                  <a:pt x="2721692" y="1699786"/>
                </a:lnTo>
                <a:lnTo>
                  <a:pt x="2722124" y="1697746"/>
                </a:lnTo>
                <a:lnTo>
                  <a:pt x="2722542" y="1695703"/>
                </a:lnTo>
                <a:lnTo>
                  <a:pt x="2722974" y="1693655"/>
                </a:lnTo>
                <a:lnTo>
                  <a:pt x="2723392" y="1691601"/>
                </a:lnTo>
                <a:lnTo>
                  <a:pt x="2723811" y="1689551"/>
                </a:lnTo>
                <a:lnTo>
                  <a:pt x="2724229" y="1687498"/>
                </a:lnTo>
                <a:lnTo>
                  <a:pt x="2724661" y="1685444"/>
                </a:lnTo>
                <a:lnTo>
                  <a:pt x="2725079" y="1683385"/>
                </a:lnTo>
                <a:lnTo>
                  <a:pt x="2725510" y="1681327"/>
                </a:lnTo>
                <a:lnTo>
                  <a:pt x="2725929" y="1679268"/>
                </a:lnTo>
                <a:lnTo>
                  <a:pt x="2726348" y="1677209"/>
                </a:lnTo>
                <a:lnTo>
                  <a:pt x="2726766" y="1675145"/>
                </a:lnTo>
                <a:lnTo>
                  <a:pt x="2727197" y="1673077"/>
                </a:lnTo>
                <a:lnTo>
                  <a:pt x="2727616" y="1671013"/>
                </a:lnTo>
                <a:lnTo>
                  <a:pt x="2728047" y="1668944"/>
                </a:lnTo>
                <a:lnTo>
                  <a:pt x="2728466" y="1666870"/>
                </a:lnTo>
                <a:lnTo>
                  <a:pt x="2728884" y="1664801"/>
                </a:lnTo>
                <a:lnTo>
                  <a:pt x="2729316" y="1662723"/>
                </a:lnTo>
                <a:lnTo>
                  <a:pt x="2729734" y="1660655"/>
                </a:lnTo>
                <a:lnTo>
                  <a:pt x="2730153" y="1658576"/>
                </a:lnTo>
                <a:lnTo>
                  <a:pt x="2730584" y="1656497"/>
                </a:lnTo>
                <a:lnTo>
                  <a:pt x="2731003" y="1654414"/>
                </a:lnTo>
                <a:lnTo>
                  <a:pt x="2731434" y="1652335"/>
                </a:lnTo>
                <a:lnTo>
                  <a:pt x="2731840" y="1650251"/>
                </a:lnTo>
                <a:lnTo>
                  <a:pt x="2732271" y="1648163"/>
                </a:lnTo>
                <a:lnTo>
                  <a:pt x="2732690" y="1646079"/>
                </a:lnTo>
                <a:lnTo>
                  <a:pt x="2733121" y="1643996"/>
                </a:lnTo>
                <a:lnTo>
                  <a:pt x="2733540" y="1641901"/>
                </a:lnTo>
                <a:lnTo>
                  <a:pt x="2733958" y="1639808"/>
                </a:lnTo>
                <a:lnTo>
                  <a:pt x="2734389" y="1637714"/>
                </a:lnTo>
                <a:lnTo>
                  <a:pt x="2734808" y="1635621"/>
                </a:lnTo>
                <a:lnTo>
                  <a:pt x="2735227" y="1633528"/>
                </a:lnTo>
                <a:lnTo>
                  <a:pt x="2735658" y="1631429"/>
                </a:lnTo>
                <a:lnTo>
                  <a:pt x="2736076" y="1629326"/>
                </a:lnTo>
                <a:lnTo>
                  <a:pt x="2736508" y="1627227"/>
                </a:lnTo>
                <a:lnTo>
                  <a:pt x="2736914" y="1625124"/>
                </a:lnTo>
                <a:lnTo>
                  <a:pt x="2737345" y="1623025"/>
                </a:lnTo>
                <a:lnTo>
                  <a:pt x="2737763" y="1620917"/>
                </a:lnTo>
                <a:lnTo>
                  <a:pt x="2738195" y="1618808"/>
                </a:lnTo>
                <a:lnTo>
                  <a:pt x="2738613" y="1616700"/>
                </a:lnTo>
                <a:lnTo>
                  <a:pt x="2739045" y="1614592"/>
                </a:lnTo>
                <a:lnTo>
                  <a:pt x="2739463" y="1612473"/>
                </a:lnTo>
                <a:lnTo>
                  <a:pt x="2739882" y="1610365"/>
                </a:lnTo>
                <a:lnTo>
                  <a:pt x="2740300" y="1608252"/>
                </a:lnTo>
                <a:lnTo>
                  <a:pt x="2740732" y="1606133"/>
                </a:lnTo>
                <a:lnTo>
                  <a:pt x="2741150" y="1604020"/>
                </a:lnTo>
                <a:lnTo>
                  <a:pt x="2741581" y="1601901"/>
                </a:lnTo>
                <a:lnTo>
                  <a:pt x="2742000" y="1599778"/>
                </a:lnTo>
                <a:lnTo>
                  <a:pt x="2742419" y="1597656"/>
                </a:lnTo>
                <a:lnTo>
                  <a:pt x="2742850" y="1595532"/>
                </a:lnTo>
                <a:lnTo>
                  <a:pt x="2743268" y="1593409"/>
                </a:lnTo>
                <a:lnTo>
                  <a:pt x="2743700" y="1591285"/>
                </a:lnTo>
                <a:lnTo>
                  <a:pt x="2744118" y="1589153"/>
                </a:lnTo>
                <a:lnTo>
                  <a:pt x="2744537" y="1587029"/>
                </a:lnTo>
                <a:lnTo>
                  <a:pt x="2744955" y="1584901"/>
                </a:lnTo>
                <a:lnTo>
                  <a:pt x="2745387" y="1582767"/>
                </a:lnTo>
                <a:lnTo>
                  <a:pt x="2745805" y="1580634"/>
                </a:lnTo>
                <a:lnTo>
                  <a:pt x="2746236" y="1578496"/>
                </a:lnTo>
                <a:lnTo>
                  <a:pt x="2746655" y="1576368"/>
                </a:lnTo>
                <a:lnTo>
                  <a:pt x="2747074" y="1574224"/>
                </a:lnTo>
                <a:lnTo>
                  <a:pt x="2747492" y="1572087"/>
                </a:lnTo>
                <a:lnTo>
                  <a:pt x="2747924" y="1569949"/>
                </a:lnTo>
                <a:lnTo>
                  <a:pt x="2748342" y="1567813"/>
                </a:lnTo>
                <a:lnTo>
                  <a:pt x="2748773" y="1565664"/>
                </a:lnTo>
                <a:lnTo>
                  <a:pt x="2749192" y="1563528"/>
                </a:lnTo>
                <a:lnTo>
                  <a:pt x="2749611" y="1561379"/>
                </a:lnTo>
                <a:lnTo>
                  <a:pt x="2750042" y="1559230"/>
                </a:lnTo>
                <a:lnTo>
                  <a:pt x="2750460" y="1557081"/>
                </a:lnTo>
                <a:lnTo>
                  <a:pt x="2750879" y="1554932"/>
                </a:lnTo>
                <a:lnTo>
                  <a:pt x="2751310" y="1552783"/>
                </a:lnTo>
                <a:lnTo>
                  <a:pt x="2751729" y="1550634"/>
                </a:lnTo>
                <a:lnTo>
                  <a:pt x="2752160" y="1548485"/>
                </a:lnTo>
                <a:lnTo>
                  <a:pt x="2752566" y="1546323"/>
                </a:lnTo>
                <a:lnTo>
                  <a:pt x="2752997" y="1544175"/>
                </a:lnTo>
                <a:lnTo>
                  <a:pt x="2753416" y="1542013"/>
                </a:lnTo>
                <a:lnTo>
                  <a:pt x="2753847" y="1539864"/>
                </a:lnTo>
                <a:lnTo>
                  <a:pt x="2754266" y="1537702"/>
                </a:lnTo>
                <a:lnTo>
                  <a:pt x="2754684" y="1535541"/>
                </a:lnTo>
                <a:lnTo>
                  <a:pt x="2755115" y="1533379"/>
                </a:lnTo>
                <a:lnTo>
                  <a:pt x="2755534" y="1531217"/>
                </a:lnTo>
                <a:lnTo>
                  <a:pt x="2755953" y="1529056"/>
                </a:lnTo>
                <a:lnTo>
                  <a:pt x="2756384" y="1526881"/>
                </a:lnTo>
                <a:lnTo>
                  <a:pt x="2756802" y="1524719"/>
                </a:lnTo>
                <a:lnTo>
                  <a:pt x="2757234" y="1522558"/>
                </a:lnTo>
                <a:lnTo>
                  <a:pt x="2757652" y="1520383"/>
                </a:lnTo>
                <a:lnTo>
                  <a:pt x="2758071" y="1518222"/>
                </a:lnTo>
                <a:lnTo>
                  <a:pt x="2758489" y="1516047"/>
                </a:lnTo>
                <a:lnTo>
                  <a:pt x="2758921" y="1513873"/>
                </a:lnTo>
                <a:lnTo>
                  <a:pt x="2759339" y="1511699"/>
                </a:lnTo>
                <a:lnTo>
                  <a:pt x="2759771" y="1509524"/>
                </a:lnTo>
                <a:lnTo>
                  <a:pt x="2760189" y="1507362"/>
                </a:lnTo>
                <a:lnTo>
                  <a:pt x="2760608" y="1505175"/>
                </a:lnTo>
                <a:lnTo>
                  <a:pt x="2761026" y="1503001"/>
                </a:lnTo>
                <a:lnTo>
                  <a:pt x="2761458" y="1500827"/>
                </a:lnTo>
                <a:lnTo>
                  <a:pt x="2761876" y="1498639"/>
                </a:lnTo>
                <a:lnTo>
                  <a:pt x="2762307" y="1496465"/>
                </a:lnTo>
                <a:lnTo>
                  <a:pt x="2762726" y="1494278"/>
                </a:lnTo>
                <a:lnTo>
                  <a:pt x="2763145" y="1492104"/>
                </a:lnTo>
                <a:lnTo>
                  <a:pt x="2763576" y="1489916"/>
                </a:lnTo>
                <a:lnTo>
                  <a:pt x="2763994" y="1487729"/>
                </a:lnTo>
                <a:lnTo>
                  <a:pt x="2764413" y="1485542"/>
                </a:lnTo>
                <a:lnTo>
                  <a:pt x="2764844" y="1483355"/>
                </a:lnTo>
                <a:lnTo>
                  <a:pt x="2765263" y="1481168"/>
                </a:lnTo>
                <a:lnTo>
                  <a:pt x="2765694" y="1478981"/>
                </a:lnTo>
                <a:lnTo>
                  <a:pt x="2766100" y="1476794"/>
                </a:lnTo>
                <a:lnTo>
                  <a:pt x="2766531" y="1474594"/>
                </a:lnTo>
                <a:lnTo>
                  <a:pt x="2766950" y="1472407"/>
                </a:lnTo>
                <a:lnTo>
                  <a:pt x="2767381" y="1470220"/>
                </a:lnTo>
                <a:lnTo>
                  <a:pt x="2767800" y="1468020"/>
                </a:lnTo>
                <a:lnTo>
                  <a:pt x="2768218" y="1465820"/>
                </a:lnTo>
                <a:lnTo>
                  <a:pt x="2768650" y="1463633"/>
                </a:lnTo>
                <a:lnTo>
                  <a:pt x="2769068" y="1461433"/>
                </a:lnTo>
                <a:lnTo>
                  <a:pt x="2769487" y="1459246"/>
                </a:lnTo>
                <a:lnTo>
                  <a:pt x="2769918" y="1457034"/>
                </a:lnTo>
                <a:lnTo>
                  <a:pt x="2770337" y="1454834"/>
                </a:lnTo>
                <a:lnTo>
                  <a:pt x="2770768" y="1452634"/>
                </a:lnTo>
                <a:lnTo>
                  <a:pt x="2771186" y="1450434"/>
                </a:lnTo>
                <a:lnTo>
                  <a:pt x="2771605" y="1448234"/>
                </a:lnTo>
                <a:lnTo>
                  <a:pt x="2772024" y="1446034"/>
                </a:lnTo>
                <a:lnTo>
                  <a:pt x="2772455" y="1443822"/>
                </a:lnTo>
                <a:lnTo>
                  <a:pt x="2772873" y="1441622"/>
                </a:lnTo>
                <a:lnTo>
                  <a:pt x="2773305" y="1439422"/>
                </a:lnTo>
                <a:lnTo>
                  <a:pt x="2773723" y="1437210"/>
                </a:lnTo>
                <a:lnTo>
                  <a:pt x="2774142" y="1434997"/>
                </a:lnTo>
                <a:lnTo>
                  <a:pt x="2774560" y="1432797"/>
                </a:lnTo>
                <a:lnTo>
                  <a:pt x="2774992" y="1430585"/>
                </a:lnTo>
                <a:lnTo>
                  <a:pt x="2775410" y="1428372"/>
                </a:lnTo>
                <a:lnTo>
                  <a:pt x="2775842" y="1426160"/>
                </a:lnTo>
                <a:lnTo>
                  <a:pt x="2776260" y="1423947"/>
                </a:lnTo>
                <a:lnTo>
                  <a:pt x="2776679" y="1421735"/>
                </a:lnTo>
                <a:lnTo>
                  <a:pt x="2777097" y="1419522"/>
                </a:lnTo>
                <a:lnTo>
                  <a:pt x="2777529" y="1417310"/>
                </a:lnTo>
                <a:lnTo>
                  <a:pt x="2777947" y="1415097"/>
                </a:lnTo>
                <a:lnTo>
                  <a:pt x="2778378" y="1412872"/>
                </a:lnTo>
                <a:lnTo>
                  <a:pt x="2778797" y="1410659"/>
                </a:lnTo>
                <a:lnTo>
                  <a:pt x="2779216" y="1408447"/>
                </a:lnTo>
                <a:lnTo>
                  <a:pt x="2779634" y="1406221"/>
                </a:lnTo>
                <a:lnTo>
                  <a:pt x="2780065" y="1404009"/>
                </a:lnTo>
                <a:lnTo>
                  <a:pt x="2780484" y="1401784"/>
                </a:lnTo>
                <a:lnTo>
                  <a:pt x="2780915" y="1399571"/>
                </a:lnTo>
                <a:lnTo>
                  <a:pt x="2781334" y="1397346"/>
                </a:lnTo>
                <a:lnTo>
                  <a:pt x="2781752" y="1395121"/>
                </a:lnTo>
                <a:lnTo>
                  <a:pt x="2782184" y="1392908"/>
                </a:lnTo>
                <a:lnTo>
                  <a:pt x="2782602" y="1390683"/>
                </a:lnTo>
                <a:lnTo>
                  <a:pt x="2783034" y="1388457"/>
                </a:lnTo>
                <a:lnTo>
                  <a:pt x="2783452" y="1386232"/>
                </a:lnTo>
                <a:lnTo>
                  <a:pt x="2783871" y="1384007"/>
                </a:lnTo>
                <a:lnTo>
                  <a:pt x="2784302" y="1381782"/>
                </a:lnTo>
                <a:lnTo>
                  <a:pt x="2784721" y="1379556"/>
                </a:lnTo>
                <a:lnTo>
                  <a:pt x="2785139" y="1377331"/>
                </a:lnTo>
                <a:lnTo>
                  <a:pt x="2785570" y="1375106"/>
                </a:lnTo>
                <a:lnTo>
                  <a:pt x="2785989" y="1372868"/>
                </a:lnTo>
                <a:lnTo>
                  <a:pt x="2786420" y="1370643"/>
                </a:lnTo>
                <a:lnTo>
                  <a:pt x="2786826" y="1368405"/>
                </a:lnTo>
                <a:lnTo>
                  <a:pt x="2787257" y="1366179"/>
                </a:lnTo>
                <a:lnTo>
                  <a:pt x="2787676" y="1363954"/>
                </a:lnTo>
                <a:lnTo>
                  <a:pt x="2788107" y="1361716"/>
                </a:lnTo>
                <a:lnTo>
                  <a:pt x="2788526" y="1359491"/>
                </a:lnTo>
                <a:lnTo>
                  <a:pt x="2788944" y="1357253"/>
                </a:lnTo>
                <a:lnTo>
                  <a:pt x="2789376" y="1355015"/>
                </a:lnTo>
                <a:lnTo>
                  <a:pt x="2789794" y="1352790"/>
                </a:lnTo>
                <a:lnTo>
                  <a:pt x="2790213" y="1350552"/>
                </a:lnTo>
                <a:lnTo>
                  <a:pt x="2790644" y="1348314"/>
                </a:lnTo>
                <a:lnTo>
                  <a:pt x="2791063" y="1346076"/>
                </a:lnTo>
                <a:lnTo>
                  <a:pt x="2791494" y="1343838"/>
                </a:lnTo>
                <a:lnTo>
                  <a:pt x="2791912" y="1341613"/>
                </a:lnTo>
                <a:lnTo>
                  <a:pt x="2792331" y="1339375"/>
                </a:lnTo>
                <a:lnTo>
                  <a:pt x="2792750" y="1337137"/>
                </a:lnTo>
                <a:lnTo>
                  <a:pt x="2793181" y="1334899"/>
                </a:lnTo>
                <a:lnTo>
                  <a:pt x="2793599" y="1332661"/>
                </a:lnTo>
                <a:lnTo>
                  <a:pt x="2794031" y="1330423"/>
                </a:lnTo>
                <a:lnTo>
                  <a:pt x="2794449" y="1328185"/>
                </a:lnTo>
                <a:lnTo>
                  <a:pt x="2794868" y="1325934"/>
                </a:lnTo>
                <a:lnTo>
                  <a:pt x="2795287" y="1323696"/>
                </a:lnTo>
                <a:lnTo>
                  <a:pt x="2795718" y="1321458"/>
                </a:lnTo>
                <a:lnTo>
                  <a:pt x="2796136" y="1319220"/>
                </a:lnTo>
                <a:lnTo>
                  <a:pt x="2796568" y="1316982"/>
                </a:lnTo>
                <a:lnTo>
                  <a:pt x="2796986" y="1314732"/>
                </a:lnTo>
                <a:lnTo>
                  <a:pt x="2797405" y="1312494"/>
                </a:lnTo>
                <a:lnTo>
                  <a:pt x="2797836" y="1310243"/>
                </a:lnTo>
                <a:lnTo>
                  <a:pt x="2798255" y="1308005"/>
                </a:lnTo>
                <a:lnTo>
                  <a:pt x="2798673" y="1305767"/>
                </a:lnTo>
                <a:lnTo>
                  <a:pt x="2799104" y="1303516"/>
                </a:lnTo>
                <a:lnTo>
                  <a:pt x="2799523" y="1301278"/>
                </a:lnTo>
                <a:lnTo>
                  <a:pt x="2799954" y="1299028"/>
                </a:lnTo>
                <a:lnTo>
                  <a:pt x="2800360" y="1296777"/>
                </a:lnTo>
                <a:lnTo>
                  <a:pt x="2800791" y="1294539"/>
                </a:lnTo>
                <a:lnTo>
                  <a:pt x="2801210" y="1292288"/>
                </a:lnTo>
                <a:lnTo>
                  <a:pt x="2801641" y="1290038"/>
                </a:lnTo>
                <a:lnTo>
                  <a:pt x="2802060" y="1287800"/>
                </a:lnTo>
                <a:lnTo>
                  <a:pt x="2802478" y="1285549"/>
                </a:lnTo>
                <a:lnTo>
                  <a:pt x="2802910" y="1283311"/>
                </a:lnTo>
                <a:lnTo>
                  <a:pt x="2803328" y="1281048"/>
                </a:lnTo>
                <a:lnTo>
                  <a:pt x="2803747" y="1278810"/>
                </a:lnTo>
                <a:lnTo>
                  <a:pt x="2804178" y="1276559"/>
                </a:lnTo>
                <a:lnTo>
                  <a:pt x="2804597" y="1274308"/>
                </a:lnTo>
                <a:lnTo>
                  <a:pt x="2805028" y="1272058"/>
                </a:lnTo>
                <a:lnTo>
                  <a:pt x="2805447" y="1269820"/>
                </a:lnTo>
                <a:lnTo>
                  <a:pt x="2805865" y="1267569"/>
                </a:lnTo>
                <a:lnTo>
                  <a:pt x="2806284" y="1265318"/>
                </a:lnTo>
                <a:lnTo>
                  <a:pt x="2806715" y="1263067"/>
                </a:lnTo>
                <a:lnTo>
                  <a:pt x="2807134" y="1260804"/>
                </a:lnTo>
                <a:lnTo>
                  <a:pt x="2807565" y="1258566"/>
                </a:lnTo>
                <a:lnTo>
                  <a:pt x="2807983" y="1256303"/>
                </a:lnTo>
                <a:lnTo>
                  <a:pt x="2808402" y="1254065"/>
                </a:lnTo>
                <a:lnTo>
                  <a:pt x="2808821" y="1251814"/>
                </a:lnTo>
                <a:lnTo>
                  <a:pt x="2809252" y="1249551"/>
                </a:lnTo>
                <a:lnTo>
                  <a:pt x="2809670" y="1247300"/>
                </a:lnTo>
                <a:lnTo>
                  <a:pt x="2810102" y="1245062"/>
                </a:lnTo>
                <a:lnTo>
                  <a:pt x="2810520" y="1242799"/>
                </a:lnTo>
                <a:lnTo>
                  <a:pt x="2810939" y="1240548"/>
                </a:lnTo>
                <a:lnTo>
                  <a:pt x="2811357" y="1238297"/>
                </a:lnTo>
                <a:lnTo>
                  <a:pt x="2811789" y="1236047"/>
                </a:lnTo>
                <a:lnTo>
                  <a:pt x="2812207" y="1233796"/>
                </a:lnTo>
                <a:lnTo>
                  <a:pt x="2812639" y="1231545"/>
                </a:lnTo>
                <a:lnTo>
                  <a:pt x="2813057" y="1229294"/>
                </a:lnTo>
                <a:lnTo>
                  <a:pt x="2813476" y="1227044"/>
                </a:lnTo>
                <a:lnTo>
                  <a:pt x="2813894" y="1224780"/>
                </a:lnTo>
                <a:lnTo>
                  <a:pt x="2814326" y="1222530"/>
                </a:lnTo>
                <a:lnTo>
                  <a:pt x="2814744" y="1220279"/>
                </a:lnTo>
                <a:lnTo>
                  <a:pt x="2815175" y="1218028"/>
                </a:lnTo>
                <a:lnTo>
                  <a:pt x="2815594" y="1215778"/>
                </a:lnTo>
                <a:lnTo>
                  <a:pt x="2816013" y="1213514"/>
                </a:lnTo>
                <a:lnTo>
                  <a:pt x="2816444" y="1211264"/>
                </a:lnTo>
                <a:lnTo>
                  <a:pt x="2816862" y="1209013"/>
                </a:lnTo>
                <a:lnTo>
                  <a:pt x="2817281" y="1206762"/>
                </a:lnTo>
                <a:lnTo>
                  <a:pt x="2817712" y="1204499"/>
                </a:lnTo>
                <a:lnTo>
                  <a:pt x="2818131" y="1202248"/>
                </a:lnTo>
                <a:lnTo>
                  <a:pt x="2818562" y="1199997"/>
                </a:lnTo>
                <a:lnTo>
                  <a:pt x="2818968" y="1197747"/>
                </a:lnTo>
                <a:lnTo>
                  <a:pt x="2819399" y="1195483"/>
                </a:lnTo>
                <a:lnTo>
                  <a:pt x="4228683" y="1195483"/>
                </a:lnTo>
                <a:lnTo>
                  <a:pt x="4229102" y="1195483"/>
                </a:lnTo>
              </a:path>
            </a:pathLst>
          </a:custGeom>
          <a:ln w="17810">
            <a:solidFill>
              <a:srgbClr val="D952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53439" y="231710"/>
            <a:ext cx="4229100" cy="2391410"/>
          </a:xfrm>
          <a:custGeom>
            <a:avLst/>
            <a:gdLst/>
            <a:ahLst/>
            <a:cxnLst/>
            <a:rect l="l" t="t" r="r" b="b"/>
            <a:pathLst>
              <a:path w="4229100" h="2391410">
                <a:moveTo>
                  <a:pt x="0" y="1195483"/>
                </a:moveTo>
                <a:lnTo>
                  <a:pt x="427" y="1192101"/>
                </a:lnTo>
                <a:lnTo>
                  <a:pt x="848" y="1188731"/>
                </a:lnTo>
                <a:lnTo>
                  <a:pt x="1276" y="1185349"/>
                </a:lnTo>
                <a:lnTo>
                  <a:pt x="1692" y="1181966"/>
                </a:lnTo>
                <a:lnTo>
                  <a:pt x="2118" y="1178584"/>
                </a:lnTo>
                <a:lnTo>
                  <a:pt x="2535" y="1175202"/>
                </a:lnTo>
                <a:lnTo>
                  <a:pt x="2966" y="1171819"/>
                </a:lnTo>
                <a:lnTo>
                  <a:pt x="3384" y="1168450"/>
                </a:lnTo>
                <a:lnTo>
                  <a:pt x="3810" y="1165067"/>
                </a:lnTo>
                <a:lnTo>
                  <a:pt x="4227" y="1161685"/>
                </a:lnTo>
                <a:lnTo>
                  <a:pt x="4658" y="1158315"/>
                </a:lnTo>
                <a:lnTo>
                  <a:pt x="5074" y="1154933"/>
                </a:lnTo>
                <a:lnTo>
                  <a:pt x="5502" y="1151550"/>
                </a:lnTo>
                <a:lnTo>
                  <a:pt x="5918" y="1148181"/>
                </a:lnTo>
                <a:lnTo>
                  <a:pt x="6345" y="1144798"/>
                </a:lnTo>
                <a:lnTo>
                  <a:pt x="6767" y="1141429"/>
                </a:lnTo>
                <a:lnTo>
                  <a:pt x="7194" y="1138046"/>
                </a:lnTo>
                <a:lnTo>
                  <a:pt x="7610" y="1134664"/>
                </a:lnTo>
                <a:lnTo>
                  <a:pt x="8036" y="1131294"/>
                </a:lnTo>
                <a:lnTo>
                  <a:pt x="8459" y="1127912"/>
                </a:lnTo>
                <a:lnTo>
                  <a:pt x="8885" y="1124542"/>
                </a:lnTo>
                <a:lnTo>
                  <a:pt x="9302" y="1121160"/>
                </a:lnTo>
                <a:lnTo>
                  <a:pt x="9728" y="1117790"/>
                </a:lnTo>
                <a:lnTo>
                  <a:pt x="10151" y="1114420"/>
                </a:lnTo>
                <a:lnTo>
                  <a:pt x="10577" y="1111051"/>
                </a:lnTo>
                <a:lnTo>
                  <a:pt x="10993" y="1107668"/>
                </a:lnTo>
                <a:lnTo>
                  <a:pt x="11420" y="1104299"/>
                </a:lnTo>
                <a:lnTo>
                  <a:pt x="11842" y="1100942"/>
                </a:lnTo>
                <a:lnTo>
                  <a:pt x="12269" y="1097559"/>
                </a:lnTo>
                <a:lnTo>
                  <a:pt x="12685" y="1094190"/>
                </a:lnTo>
                <a:lnTo>
                  <a:pt x="13111" y="1090820"/>
                </a:lnTo>
                <a:lnTo>
                  <a:pt x="13534" y="1087463"/>
                </a:lnTo>
                <a:lnTo>
                  <a:pt x="13960" y="1084093"/>
                </a:lnTo>
                <a:lnTo>
                  <a:pt x="14377" y="1080736"/>
                </a:lnTo>
                <a:lnTo>
                  <a:pt x="14803" y="1077367"/>
                </a:lnTo>
                <a:lnTo>
                  <a:pt x="15226" y="1073997"/>
                </a:lnTo>
                <a:lnTo>
                  <a:pt x="15652" y="1070640"/>
                </a:lnTo>
                <a:lnTo>
                  <a:pt x="16068" y="1067270"/>
                </a:lnTo>
                <a:lnTo>
                  <a:pt x="16495" y="1063913"/>
                </a:lnTo>
                <a:lnTo>
                  <a:pt x="16916" y="1060556"/>
                </a:lnTo>
                <a:lnTo>
                  <a:pt x="17344" y="1057200"/>
                </a:lnTo>
                <a:lnTo>
                  <a:pt x="17760" y="1053843"/>
                </a:lnTo>
                <a:lnTo>
                  <a:pt x="18186" y="1050486"/>
                </a:lnTo>
                <a:lnTo>
                  <a:pt x="18609" y="1047141"/>
                </a:lnTo>
                <a:lnTo>
                  <a:pt x="19035" y="1043784"/>
                </a:lnTo>
                <a:lnTo>
                  <a:pt x="19452" y="1040427"/>
                </a:lnTo>
                <a:lnTo>
                  <a:pt x="19878" y="1037070"/>
                </a:lnTo>
                <a:lnTo>
                  <a:pt x="20301" y="1033726"/>
                </a:lnTo>
                <a:lnTo>
                  <a:pt x="20727" y="1030369"/>
                </a:lnTo>
                <a:lnTo>
                  <a:pt x="21144" y="1027025"/>
                </a:lnTo>
                <a:lnTo>
                  <a:pt x="21570" y="1023681"/>
                </a:lnTo>
                <a:lnTo>
                  <a:pt x="21991" y="1020337"/>
                </a:lnTo>
                <a:lnTo>
                  <a:pt x="22419" y="1016992"/>
                </a:lnTo>
                <a:lnTo>
                  <a:pt x="22835" y="1013648"/>
                </a:lnTo>
                <a:lnTo>
                  <a:pt x="23262" y="1010304"/>
                </a:lnTo>
                <a:lnTo>
                  <a:pt x="23684" y="1006972"/>
                </a:lnTo>
                <a:lnTo>
                  <a:pt x="24110" y="1003628"/>
                </a:lnTo>
                <a:lnTo>
                  <a:pt x="24527" y="1000297"/>
                </a:lnTo>
                <a:lnTo>
                  <a:pt x="24953" y="996965"/>
                </a:lnTo>
                <a:lnTo>
                  <a:pt x="25376" y="993633"/>
                </a:lnTo>
                <a:lnTo>
                  <a:pt x="25802" y="990302"/>
                </a:lnTo>
                <a:lnTo>
                  <a:pt x="26219" y="986970"/>
                </a:lnTo>
                <a:lnTo>
                  <a:pt x="26645" y="983639"/>
                </a:lnTo>
                <a:lnTo>
                  <a:pt x="27066" y="980320"/>
                </a:lnTo>
                <a:lnTo>
                  <a:pt x="27494" y="976989"/>
                </a:lnTo>
                <a:lnTo>
                  <a:pt x="27910" y="973670"/>
                </a:lnTo>
                <a:lnTo>
                  <a:pt x="28337" y="970351"/>
                </a:lnTo>
                <a:lnTo>
                  <a:pt x="28759" y="967032"/>
                </a:lnTo>
                <a:lnTo>
                  <a:pt x="29185" y="963701"/>
                </a:lnTo>
                <a:lnTo>
                  <a:pt x="29602" y="960395"/>
                </a:lnTo>
                <a:lnTo>
                  <a:pt x="30028" y="957076"/>
                </a:lnTo>
                <a:lnTo>
                  <a:pt x="30451" y="953770"/>
                </a:lnTo>
                <a:lnTo>
                  <a:pt x="30877" y="950464"/>
                </a:lnTo>
                <a:lnTo>
                  <a:pt x="31294" y="947157"/>
                </a:lnTo>
                <a:lnTo>
                  <a:pt x="31720" y="943851"/>
                </a:lnTo>
                <a:lnTo>
                  <a:pt x="32141" y="940545"/>
                </a:lnTo>
                <a:lnTo>
                  <a:pt x="32569" y="937239"/>
                </a:lnTo>
                <a:lnTo>
                  <a:pt x="32985" y="933946"/>
                </a:lnTo>
                <a:lnTo>
                  <a:pt x="33412" y="930652"/>
                </a:lnTo>
                <a:lnTo>
                  <a:pt x="33833" y="927346"/>
                </a:lnTo>
                <a:lnTo>
                  <a:pt x="34260" y="924053"/>
                </a:lnTo>
                <a:lnTo>
                  <a:pt x="34677" y="920760"/>
                </a:lnTo>
                <a:lnTo>
                  <a:pt x="35103" y="917479"/>
                </a:lnTo>
                <a:lnTo>
                  <a:pt x="35526" y="914186"/>
                </a:lnTo>
                <a:lnTo>
                  <a:pt x="35952" y="910905"/>
                </a:lnTo>
                <a:lnTo>
                  <a:pt x="36369" y="907624"/>
                </a:lnTo>
                <a:lnTo>
                  <a:pt x="36795" y="904344"/>
                </a:lnTo>
                <a:lnTo>
                  <a:pt x="37216" y="901063"/>
                </a:lnTo>
                <a:lnTo>
                  <a:pt x="37644" y="897795"/>
                </a:lnTo>
                <a:lnTo>
                  <a:pt x="38060" y="894514"/>
                </a:lnTo>
                <a:lnTo>
                  <a:pt x="38487" y="891246"/>
                </a:lnTo>
                <a:lnTo>
                  <a:pt x="38914" y="887978"/>
                </a:lnTo>
                <a:lnTo>
                  <a:pt x="39336" y="884710"/>
                </a:lnTo>
                <a:lnTo>
                  <a:pt x="39762" y="881455"/>
                </a:lnTo>
                <a:lnTo>
                  <a:pt x="40178" y="878187"/>
                </a:lnTo>
                <a:lnTo>
                  <a:pt x="40606" y="874932"/>
                </a:lnTo>
                <a:lnTo>
                  <a:pt x="41027" y="871677"/>
                </a:lnTo>
                <a:lnTo>
                  <a:pt x="41454" y="868422"/>
                </a:lnTo>
                <a:lnTo>
                  <a:pt x="41870" y="865179"/>
                </a:lnTo>
                <a:lnTo>
                  <a:pt x="42296" y="861924"/>
                </a:lnTo>
                <a:lnTo>
                  <a:pt x="42719" y="858681"/>
                </a:lnTo>
                <a:lnTo>
                  <a:pt x="43145" y="855439"/>
                </a:lnTo>
                <a:lnTo>
                  <a:pt x="43562" y="852196"/>
                </a:lnTo>
                <a:lnTo>
                  <a:pt x="43988" y="848966"/>
                </a:lnTo>
                <a:lnTo>
                  <a:pt x="44411" y="845724"/>
                </a:lnTo>
                <a:lnTo>
                  <a:pt x="44837" y="842494"/>
                </a:lnTo>
                <a:lnTo>
                  <a:pt x="45253" y="839277"/>
                </a:lnTo>
                <a:lnTo>
                  <a:pt x="45681" y="836035"/>
                </a:lnTo>
                <a:lnTo>
                  <a:pt x="46102" y="832817"/>
                </a:lnTo>
                <a:lnTo>
                  <a:pt x="46529" y="829600"/>
                </a:lnTo>
                <a:lnTo>
                  <a:pt x="46945" y="826383"/>
                </a:lnTo>
                <a:lnTo>
                  <a:pt x="47373" y="823166"/>
                </a:lnTo>
                <a:lnTo>
                  <a:pt x="47794" y="819962"/>
                </a:lnTo>
                <a:lnTo>
                  <a:pt x="48220" y="816745"/>
                </a:lnTo>
                <a:lnTo>
                  <a:pt x="48637" y="813540"/>
                </a:lnTo>
                <a:lnTo>
                  <a:pt x="49063" y="810336"/>
                </a:lnTo>
                <a:lnTo>
                  <a:pt x="49486" y="807144"/>
                </a:lnTo>
                <a:lnTo>
                  <a:pt x="49912" y="803953"/>
                </a:lnTo>
                <a:lnTo>
                  <a:pt x="50329" y="800761"/>
                </a:lnTo>
                <a:lnTo>
                  <a:pt x="50756" y="797569"/>
                </a:lnTo>
                <a:lnTo>
                  <a:pt x="51177" y="794390"/>
                </a:lnTo>
                <a:lnTo>
                  <a:pt x="51604" y="791199"/>
                </a:lnTo>
                <a:lnTo>
                  <a:pt x="52020" y="788020"/>
                </a:lnTo>
                <a:lnTo>
                  <a:pt x="52448" y="784841"/>
                </a:lnTo>
                <a:lnTo>
                  <a:pt x="52869" y="781662"/>
                </a:lnTo>
                <a:lnTo>
                  <a:pt x="53295" y="778508"/>
                </a:lnTo>
                <a:lnTo>
                  <a:pt x="53712" y="775330"/>
                </a:lnTo>
                <a:lnTo>
                  <a:pt x="54138" y="772176"/>
                </a:lnTo>
                <a:lnTo>
                  <a:pt x="54561" y="769010"/>
                </a:lnTo>
                <a:lnTo>
                  <a:pt x="54987" y="765856"/>
                </a:lnTo>
                <a:lnTo>
                  <a:pt x="55404" y="762703"/>
                </a:lnTo>
                <a:lnTo>
                  <a:pt x="55831" y="759549"/>
                </a:lnTo>
                <a:lnTo>
                  <a:pt x="56252" y="756408"/>
                </a:lnTo>
                <a:lnTo>
                  <a:pt x="56679" y="753268"/>
                </a:lnTo>
                <a:lnTo>
                  <a:pt x="57095" y="750127"/>
                </a:lnTo>
                <a:lnTo>
                  <a:pt x="57523" y="746986"/>
                </a:lnTo>
                <a:lnTo>
                  <a:pt x="57944" y="743858"/>
                </a:lnTo>
                <a:lnTo>
                  <a:pt x="58370" y="740730"/>
                </a:lnTo>
                <a:lnTo>
                  <a:pt x="58787" y="737602"/>
                </a:lnTo>
                <a:lnTo>
                  <a:pt x="59213" y="734487"/>
                </a:lnTo>
                <a:lnTo>
                  <a:pt x="59636" y="731358"/>
                </a:lnTo>
                <a:lnTo>
                  <a:pt x="60062" y="728256"/>
                </a:lnTo>
                <a:lnTo>
                  <a:pt x="60479" y="725140"/>
                </a:lnTo>
                <a:lnTo>
                  <a:pt x="60905" y="722038"/>
                </a:lnTo>
                <a:lnTo>
                  <a:pt x="61327" y="718935"/>
                </a:lnTo>
                <a:lnTo>
                  <a:pt x="61754" y="715833"/>
                </a:lnTo>
                <a:lnTo>
                  <a:pt x="62170" y="712743"/>
                </a:lnTo>
                <a:lnTo>
                  <a:pt x="62598" y="709653"/>
                </a:lnTo>
                <a:lnTo>
                  <a:pt x="63019" y="706563"/>
                </a:lnTo>
                <a:lnTo>
                  <a:pt x="63445" y="703486"/>
                </a:lnTo>
                <a:lnTo>
                  <a:pt x="63862" y="700396"/>
                </a:lnTo>
                <a:lnTo>
                  <a:pt x="64288" y="697318"/>
                </a:lnTo>
                <a:lnTo>
                  <a:pt x="64711" y="694254"/>
                </a:lnTo>
                <a:lnTo>
                  <a:pt x="65137" y="691189"/>
                </a:lnTo>
                <a:lnTo>
                  <a:pt x="65554" y="688125"/>
                </a:lnTo>
                <a:lnTo>
                  <a:pt x="65980" y="685060"/>
                </a:lnTo>
                <a:lnTo>
                  <a:pt x="66402" y="682021"/>
                </a:lnTo>
                <a:lnTo>
                  <a:pt x="66829" y="678957"/>
                </a:lnTo>
                <a:lnTo>
                  <a:pt x="67245" y="675918"/>
                </a:lnTo>
                <a:lnTo>
                  <a:pt x="67673" y="672866"/>
                </a:lnTo>
                <a:lnTo>
                  <a:pt x="68094" y="669827"/>
                </a:lnTo>
                <a:lnTo>
                  <a:pt x="68521" y="666801"/>
                </a:lnTo>
                <a:lnTo>
                  <a:pt x="68937" y="663774"/>
                </a:lnTo>
                <a:lnTo>
                  <a:pt x="69363" y="660748"/>
                </a:lnTo>
                <a:lnTo>
                  <a:pt x="69786" y="657722"/>
                </a:lnTo>
                <a:lnTo>
                  <a:pt x="70212" y="654708"/>
                </a:lnTo>
                <a:lnTo>
                  <a:pt x="70629" y="651694"/>
                </a:lnTo>
                <a:lnTo>
                  <a:pt x="71055" y="648693"/>
                </a:lnTo>
                <a:lnTo>
                  <a:pt x="71478" y="645680"/>
                </a:lnTo>
                <a:lnTo>
                  <a:pt x="71904" y="642679"/>
                </a:lnTo>
                <a:lnTo>
                  <a:pt x="72320" y="639691"/>
                </a:lnTo>
                <a:lnTo>
                  <a:pt x="72747" y="636690"/>
                </a:lnTo>
                <a:lnTo>
                  <a:pt x="73169" y="633702"/>
                </a:lnTo>
                <a:lnTo>
                  <a:pt x="73596" y="630726"/>
                </a:lnTo>
                <a:lnTo>
                  <a:pt x="74012" y="627751"/>
                </a:lnTo>
                <a:lnTo>
                  <a:pt x="74438" y="624775"/>
                </a:lnTo>
                <a:lnTo>
                  <a:pt x="74861" y="621800"/>
                </a:lnTo>
                <a:lnTo>
                  <a:pt x="75287" y="618837"/>
                </a:lnTo>
                <a:lnTo>
                  <a:pt x="75704" y="615887"/>
                </a:lnTo>
                <a:lnTo>
                  <a:pt x="76130" y="612924"/>
                </a:lnTo>
                <a:lnTo>
                  <a:pt x="76558" y="609987"/>
                </a:lnTo>
                <a:lnTo>
                  <a:pt x="76979" y="607037"/>
                </a:lnTo>
                <a:lnTo>
                  <a:pt x="77405" y="604099"/>
                </a:lnTo>
                <a:lnTo>
                  <a:pt x="77822" y="601162"/>
                </a:lnTo>
                <a:lnTo>
                  <a:pt x="78249" y="598225"/>
                </a:lnTo>
                <a:lnTo>
                  <a:pt x="78671" y="595313"/>
                </a:lnTo>
                <a:lnTo>
                  <a:pt x="79097" y="592375"/>
                </a:lnTo>
                <a:lnTo>
                  <a:pt x="79515" y="589463"/>
                </a:lnTo>
                <a:lnTo>
                  <a:pt x="79941" y="586552"/>
                </a:lnTo>
                <a:lnTo>
                  <a:pt x="80362" y="583652"/>
                </a:lnTo>
                <a:lnTo>
                  <a:pt x="80789" y="580753"/>
                </a:lnTo>
                <a:lnTo>
                  <a:pt x="81205" y="577854"/>
                </a:lnTo>
                <a:lnTo>
                  <a:pt x="81633" y="574955"/>
                </a:lnTo>
                <a:lnTo>
                  <a:pt x="82054" y="572068"/>
                </a:lnTo>
                <a:lnTo>
                  <a:pt x="82480" y="569195"/>
                </a:lnTo>
                <a:lnTo>
                  <a:pt x="82897" y="566321"/>
                </a:lnTo>
                <a:lnTo>
                  <a:pt x="83324" y="563447"/>
                </a:lnTo>
                <a:lnTo>
                  <a:pt x="83746" y="560573"/>
                </a:lnTo>
                <a:lnTo>
                  <a:pt x="84172" y="557712"/>
                </a:lnTo>
                <a:lnTo>
                  <a:pt x="84590" y="554851"/>
                </a:lnTo>
                <a:lnTo>
                  <a:pt x="85016" y="552003"/>
                </a:lnTo>
                <a:lnTo>
                  <a:pt x="85437" y="549167"/>
                </a:lnTo>
                <a:lnTo>
                  <a:pt x="85864" y="546319"/>
                </a:lnTo>
                <a:lnTo>
                  <a:pt x="86280" y="543471"/>
                </a:lnTo>
                <a:lnTo>
                  <a:pt x="86708" y="540648"/>
                </a:lnTo>
                <a:lnTo>
                  <a:pt x="87129" y="537825"/>
                </a:lnTo>
                <a:lnTo>
                  <a:pt x="87555" y="535002"/>
                </a:lnTo>
                <a:lnTo>
                  <a:pt x="87972" y="532179"/>
                </a:lnTo>
                <a:lnTo>
                  <a:pt x="88399" y="529382"/>
                </a:lnTo>
                <a:lnTo>
                  <a:pt x="88821" y="526571"/>
                </a:lnTo>
                <a:lnTo>
                  <a:pt x="89247" y="523774"/>
                </a:lnTo>
                <a:lnTo>
                  <a:pt x="89664" y="520976"/>
                </a:lnTo>
                <a:lnTo>
                  <a:pt x="90091" y="518192"/>
                </a:lnTo>
                <a:lnTo>
                  <a:pt x="90512" y="515407"/>
                </a:lnTo>
                <a:lnTo>
                  <a:pt x="90939" y="512635"/>
                </a:lnTo>
                <a:lnTo>
                  <a:pt x="91355" y="509850"/>
                </a:lnTo>
                <a:lnTo>
                  <a:pt x="91783" y="507091"/>
                </a:lnTo>
                <a:lnTo>
                  <a:pt x="92204" y="504332"/>
                </a:lnTo>
                <a:lnTo>
                  <a:pt x="92630" y="501572"/>
                </a:lnTo>
                <a:lnTo>
                  <a:pt x="93047" y="498826"/>
                </a:lnTo>
                <a:lnTo>
                  <a:pt x="93474" y="496079"/>
                </a:lnTo>
                <a:lnTo>
                  <a:pt x="93896" y="493345"/>
                </a:lnTo>
                <a:lnTo>
                  <a:pt x="94322" y="490611"/>
                </a:lnTo>
                <a:lnTo>
                  <a:pt x="94739" y="487877"/>
                </a:lnTo>
                <a:lnTo>
                  <a:pt x="95166" y="485156"/>
                </a:lnTo>
                <a:lnTo>
                  <a:pt x="95587" y="482448"/>
                </a:lnTo>
                <a:lnTo>
                  <a:pt x="96014" y="479739"/>
                </a:lnTo>
                <a:lnTo>
                  <a:pt x="96430" y="477031"/>
                </a:lnTo>
                <a:lnTo>
                  <a:pt x="96858" y="474335"/>
                </a:lnTo>
                <a:lnTo>
                  <a:pt x="97279" y="471639"/>
                </a:lnTo>
                <a:lnTo>
                  <a:pt x="97706" y="468956"/>
                </a:lnTo>
                <a:lnTo>
                  <a:pt x="98122" y="466273"/>
                </a:lnTo>
                <a:lnTo>
                  <a:pt x="98549" y="463590"/>
                </a:lnTo>
                <a:lnTo>
                  <a:pt x="98971" y="460920"/>
                </a:lnTo>
                <a:lnTo>
                  <a:pt x="99397" y="458262"/>
                </a:lnTo>
                <a:lnTo>
                  <a:pt x="99814" y="455592"/>
                </a:lnTo>
                <a:lnTo>
                  <a:pt x="100241" y="452947"/>
                </a:lnTo>
                <a:lnTo>
                  <a:pt x="100663" y="450302"/>
                </a:lnTo>
                <a:lnTo>
                  <a:pt x="101089" y="447657"/>
                </a:lnTo>
                <a:lnTo>
                  <a:pt x="101505" y="445025"/>
                </a:lnTo>
                <a:lnTo>
                  <a:pt x="101933" y="442393"/>
                </a:lnTo>
                <a:lnTo>
                  <a:pt x="102354" y="439774"/>
                </a:lnTo>
                <a:lnTo>
                  <a:pt x="102781" y="437154"/>
                </a:lnTo>
                <a:lnTo>
                  <a:pt x="103197" y="434547"/>
                </a:lnTo>
                <a:lnTo>
                  <a:pt x="103623" y="431953"/>
                </a:lnTo>
                <a:lnTo>
                  <a:pt x="104046" y="429347"/>
                </a:lnTo>
                <a:lnTo>
                  <a:pt x="104472" y="426753"/>
                </a:lnTo>
                <a:lnTo>
                  <a:pt x="104889" y="424171"/>
                </a:lnTo>
                <a:lnTo>
                  <a:pt x="105316" y="421590"/>
                </a:lnTo>
                <a:lnTo>
                  <a:pt x="105738" y="419022"/>
                </a:lnTo>
                <a:lnTo>
                  <a:pt x="106164" y="416440"/>
                </a:lnTo>
                <a:lnTo>
                  <a:pt x="106580" y="413897"/>
                </a:lnTo>
                <a:lnTo>
                  <a:pt x="107008" y="411329"/>
                </a:lnTo>
                <a:lnTo>
                  <a:pt x="107429" y="408785"/>
                </a:lnTo>
                <a:lnTo>
                  <a:pt x="107856" y="406242"/>
                </a:lnTo>
                <a:lnTo>
                  <a:pt x="108272" y="403712"/>
                </a:lnTo>
                <a:lnTo>
                  <a:pt x="108700" y="401181"/>
                </a:lnTo>
                <a:lnTo>
                  <a:pt x="109121" y="398651"/>
                </a:lnTo>
                <a:lnTo>
                  <a:pt x="109547" y="396133"/>
                </a:lnTo>
                <a:lnTo>
                  <a:pt x="109964" y="393628"/>
                </a:lnTo>
                <a:lnTo>
                  <a:pt x="110391" y="391110"/>
                </a:lnTo>
                <a:lnTo>
                  <a:pt x="110813" y="388618"/>
                </a:lnTo>
                <a:lnTo>
                  <a:pt x="111239" y="386126"/>
                </a:lnTo>
                <a:lnTo>
                  <a:pt x="111656" y="383646"/>
                </a:lnTo>
                <a:lnTo>
                  <a:pt x="112083" y="381179"/>
                </a:lnTo>
                <a:lnTo>
                  <a:pt x="112504" y="378700"/>
                </a:lnTo>
                <a:lnTo>
                  <a:pt x="112931" y="376233"/>
                </a:lnTo>
                <a:lnTo>
                  <a:pt x="113347" y="373766"/>
                </a:lnTo>
                <a:lnTo>
                  <a:pt x="113775" y="371312"/>
                </a:lnTo>
                <a:lnTo>
                  <a:pt x="114196" y="368871"/>
                </a:lnTo>
                <a:lnTo>
                  <a:pt x="114622" y="366429"/>
                </a:lnTo>
                <a:lnTo>
                  <a:pt x="115049" y="364013"/>
                </a:lnTo>
                <a:lnTo>
                  <a:pt x="115466" y="361585"/>
                </a:lnTo>
                <a:lnTo>
                  <a:pt x="115893" y="359156"/>
                </a:lnTo>
                <a:lnTo>
                  <a:pt x="116314" y="356753"/>
                </a:lnTo>
                <a:lnTo>
                  <a:pt x="116740" y="354349"/>
                </a:lnTo>
                <a:lnTo>
                  <a:pt x="117158" y="351946"/>
                </a:lnTo>
                <a:lnTo>
                  <a:pt x="117584" y="349555"/>
                </a:lnTo>
                <a:lnTo>
                  <a:pt x="118006" y="347165"/>
                </a:lnTo>
                <a:lnTo>
                  <a:pt x="118432" y="344787"/>
                </a:lnTo>
                <a:lnTo>
                  <a:pt x="118850" y="342409"/>
                </a:lnTo>
                <a:lnTo>
                  <a:pt x="119276" y="340057"/>
                </a:lnTo>
                <a:lnTo>
                  <a:pt x="119693" y="337692"/>
                </a:lnTo>
                <a:lnTo>
                  <a:pt x="120124" y="335339"/>
                </a:lnTo>
                <a:lnTo>
                  <a:pt x="120540" y="333000"/>
                </a:lnTo>
                <a:lnTo>
                  <a:pt x="120968" y="330660"/>
                </a:lnTo>
                <a:lnTo>
                  <a:pt x="121384" y="328320"/>
                </a:lnTo>
                <a:lnTo>
                  <a:pt x="121815" y="326006"/>
                </a:lnTo>
                <a:lnTo>
                  <a:pt x="122233" y="323692"/>
                </a:lnTo>
                <a:lnTo>
                  <a:pt x="122659" y="321377"/>
                </a:lnTo>
                <a:lnTo>
                  <a:pt x="123076" y="319076"/>
                </a:lnTo>
                <a:lnTo>
                  <a:pt x="123502" y="316787"/>
                </a:lnTo>
                <a:lnTo>
                  <a:pt x="123925" y="314498"/>
                </a:lnTo>
                <a:lnTo>
                  <a:pt x="124351" y="312209"/>
                </a:lnTo>
                <a:lnTo>
                  <a:pt x="124768" y="309946"/>
                </a:lnTo>
                <a:lnTo>
                  <a:pt x="125194" y="307670"/>
                </a:lnTo>
                <a:lnTo>
                  <a:pt x="125615" y="305406"/>
                </a:lnTo>
                <a:lnTo>
                  <a:pt x="126043" y="303156"/>
                </a:lnTo>
                <a:lnTo>
                  <a:pt x="126459" y="300905"/>
                </a:lnTo>
                <a:lnTo>
                  <a:pt x="126886" y="298680"/>
                </a:lnTo>
                <a:lnTo>
                  <a:pt x="127308" y="296442"/>
                </a:lnTo>
                <a:lnTo>
                  <a:pt x="127734" y="294204"/>
                </a:lnTo>
                <a:lnTo>
                  <a:pt x="128151" y="291991"/>
                </a:lnTo>
                <a:lnTo>
                  <a:pt x="128577" y="289791"/>
                </a:lnTo>
                <a:lnTo>
                  <a:pt x="129000" y="287579"/>
                </a:lnTo>
                <a:lnTo>
                  <a:pt x="129426" y="285392"/>
                </a:lnTo>
                <a:lnTo>
                  <a:pt x="129843" y="283205"/>
                </a:lnTo>
                <a:lnTo>
                  <a:pt x="130269" y="281018"/>
                </a:lnTo>
                <a:lnTo>
                  <a:pt x="130690" y="278843"/>
                </a:lnTo>
                <a:lnTo>
                  <a:pt x="131118" y="276681"/>
                </a:lnTo>
                <a:lnTo>
                  <a:pt x="131534" y="274520"/>
                </a:lnTo>
                <a:lnTo>
                  <a:pt x="131961" y="272371"/>
                </a:lnTo>
                <a:lnTo>
                  <a:pt x="132383" y="270222"/>
                </a:lnTo>
                <a:lnTo>
                  <a:pt x="132809" y="268086"/>
                </a:lnTo>
                <a:lnTo>
                  <a:pt x="133226" y="265962"/>
                </a:lnTo>
                <a:lnTo>
                  <a:pt x="133652" y="263839"/>
                </a:lnTo>
                <a:lnTo>
                  <a:pt x="134075" y="261728"/>
                </a:lnTo>
                <a:lnTo>
                  <a:pt x="134501" y="259617"/>
                </a:lnTo>
                <a:lnTo>
                  <a:pt x="134918" y="257519"/>
                </a:lnTo>
                <a:lnTo>
                  <a:pt x="135344" y="255421"/>
                </a:lnTo>
                <a:lnTo>
                  <a:pt x="135765" y="253335"/>
                </a:lnTo>
                <a:lnTo>
                  <a:pt x="136193" y="251263"/>
                </a:lnTo>
                <a:lnTo>
                  <a:pt x="136609" y="249190"/>
                </a:lnTo>
                <a:lnTo>
                  <a:pt x="137036" y="247130"/>
                </a:lnTo>
                <a:lnTo>
                  <a:pt x="137457" y="245070"/>
                </a:lnTo>
                <a:lnTo>
                  <a:pt x="137885" y="243036"/>
                </a:lnTo>
                <a:lnTo>
                  <a:pt x="138301" y="240988"/>
                </a:lnTo>
                <a:lnTo>
                  <a:pt x="138727" y="238954"/>
                </a:lnTo>
                <a:lnTo>
                  <a:pt x="139150" y="236932"/>
                </a:lnTo>
                <a:lnTo>
                  <a:pt x="139576" y="234910"/>
                </a:lnTo>
                <a:lnTo>
                  <a:pt x="139993" y="232901"/>
                </a:lnTo>
                <a:lnTo>
                  <a:pt x="140419" y="230905"/>
                </a:lnTo>
                <a:lnTo>
                  <a:pt x="140842" y="228908"/>
                </a:lnTo>
                <a:lnTo>
                  <a:pt x="141268" y="226925"/>
                </a:lnTo>
                <a:lnTo>
                  <a:pt x="141684" y="224954"/>
                </a:lnTo>
                <a:lnTo>
                  <a:pt x="142111" y="222983"/>
                </a:lnTo>
                <a:lnTo>
                  <a:pt x="142532" y="221012"/>
                </a:lnTo>
                <a:lnTo>
                  <a:pt x="142960" y="219066"/>
                </a:lnTo>
                <a:lnTo>
                  <a:pt x="143376" y="217121"/>
                </a:lnTo>
                <a:lnTo>
                  <a:pt x="143802" y="215175"/>
                </a:lnTo>
                <a:lnTo>
                  <a:pt x="144225" y="213243"/>
                </a:lnTo>
                <a:lnTo>
                  <a:pt x="144651" y="211323"/>
                </a:lnTo>
                <a:lnTo>
                  <a:pt x="145068" y="209415"/>
                </a:lnTo>
                <a:lnTo>
                  <a:pt x="145494" y="207495"/>
                </a:lnTo>
                <a:lnTo>
                  <a:pt x="145917" y="205600"/>
                </a:lnTo>
                <a:lnTo>
                  <a:pt x="146343" y="203706"/>
                </a:lnTo>
                <a:lnTo>
                  <a:pt x="146759" y="201824"/>
                </a:lnTo>
                <a:lnTo>
                  <a:pt x="147186" y="199955"/>
                </a:lnTo>
                <a:lnTo>
                  <a:pt x="147607" y="198085"/>
                </a:lnTo>
                <a:lnTo>
                  <a:pt x="148035" y="196229"/>
                </a:lnTo>
                <a:lnTo>
                  <a:pt x="148451" y="194372"/>
                </a:lnTo>
                <a:lnTo>
                  <a:pt x="148878" y="192529"/>
                </a:lnTo>
                <a:lnTo>
                  <a:pt x="149299" y="190698"/>
                </a:lnTo>
                <a:lnTo>
                  <a:pt x="149726" y="188867"/>
                </a:lnTo>
                <a:lnTo>
                  <a:pt x="150143" y="187048"/>
                </a:lnTo>
                <a:lnTo>
                  <a:pt x="150569" y="185230"/>
                </a:lnTo>
                <a:lnTo>
                  <a:pt x="150992" y="183437"/>
                </a:lnTo>
                <a:lnTo>
                  <a:pt x="151418" y="181631"/>
                </a:lnTo>
                <a:lnTo>
                  <a:pt x="151835" y="179851"/>
                </a:lnTo>
                <a:lnTo>
                  <a:pt x="152261" y="178071"/>
                </a:lnTo>
                <a:lnTo>
                  <a:pt x="152687" y="176303"/>
                </a:lnTo>
                <a:lnTo>
                  <a:pt x="153110" y="174536"/>
                </a:lnTo>
                <a:lnTo>
                  <a:pt x="153536" y="172781"/>
                </a:lnTo>
                <a:lnTo>
                  <a:pt x="153953" y="171039"/>
                </a:lnTo>
                <a:lnTo>
                  <a:pt x="154380" y="169297"/>
                </a:lnTo>
                <a:lnTo>
                  <a:pt x="154801" y="167568"/>
                </a:lnTo>
                <a:lnTo>
                  <a:pt x="155228" y="165838"/>
                </a:lnTo>
                <a:lnTo>
                  <a:pt x="155644" y="164122"/>
                </a:lnTo>
                <a:lnTo>
                  <a:pt x="156072" y="162418"/>
                </a:lnTo>
                <a:lnTo>
                  <a:pt x="156493" y="160727"/>
                </a:lnTo>
                <a:lnTo>
                  <a:pt x="156919" y="159035"/>
                </a:lnTo>
                <a:lnTo>
                  <a:pt x="157336" y="157357"/>
                </a:lnTo>
                <a:lnTo>
                  <a:pt x="157762" y="155678"/>
                </a:lnTo>
                <a:lnTo>
                  <a:pt x="158185" y="154025"/>
                </a:lnTo>
                <a:lnTo>
                  <a:pt x="158611" y="152360"/>
                </a:lnTo>
                <a:lnTo>
                  <a:pt x="159028" y="150719"/>
                </a:lnTo>
                <a:lnTo>
                  <a:pt x="159455" y="149079"/>
                </a:lnTo>
                <a:lnTo>
                  <a:pt x="159876" y="147451"/>
                </a:lnTo>
                <a:lnTo>
                  <a:pt x="160303" y="145824"/>
                </a:lnTo>
                <a:lnTo>
                  <a:pt x="160719" y="144209"/>
                </a:lnTo>
                <a:lnTo>
                  <a:pt x="161147" y="142607"/>
                </a:lnTo>
                <a:lnTo>
                  <a:pt x="161568" y="141004"/>
                </a:lnTo>
                <a:lnTo>
                  <a:pt x="161994" y="139428"/>
                </a:lnTo>
                <a:lnTo>
                  <a:pt x="162411" y="137838"/>
                </a:lnTo>
                <a:lnTo>
                  <a:pt x="162837" y="136261"/>
                </a:lnTo>
                <a:lnTo>
                  <a:pt x="163260" y="134710"/>
                </a:lnTo>
                <a:lnTo>
                  <a:pt x="163686" y="133146"/>
                </a:lnTo>
                <a:lnTo>
                  <a:pt x="164103" y="131607"/>
                </a:lnTo>
                <a:lnTo>
                  <a:pt x="164529" y="130069"/>
                </a:lnTo>
                <a:lnTo>
                  <a:pt x="164951" y="128543"/>
                </a:lnTo>
                <a:lnTo>
                  <a:pt x="165378" y="127017"/>
                </a:lnTo>
                <a:lnTo>
                  <a:pt x="165794" y="125504"/>
                </a:lnTo>
                <a:lnTo>
                  <a:pt x="166222" y="124003"/>
                </a:lnTo>
                <a:lnTo>
                  <a:pt x="166643" y="122516"/>
                </a:lnTo>
                <a:lnTo>
                  <a:pt x="167070" y="121028"/>
                </a:lnTo>
                <a:lnTo>
                  <a:pt x="167486" y="119540"/>
                </a:lnTo>
                <a:lnTo>
                  <a:pt x="167912" y="118065"/>
                </a:lnTo>
                <a:lnTo>
                  <a:pt x="168335" y="116616"/>
                </a:lnTo>
                <a:lnTo>
                  <a:pt x="168761" y="115166"/>
                </a:lnTo>
                <a:lnTo>
                  <a:pt x="169178" y="113716"/>
                </a:lnTo>
                <a:lnTo>
                  <a:pt x="169604" y="112280"/>
                </a:lnTo>
                <a:lnTo>
                  <a:pt x="170027" y="110868"/>
                </a:lnTo>
                <a:lnTo>
                  <a:pt x="170453" y="109444"/>
                </a:lnTo>
                <a:lnTo>
                  <a:pt x="170869" y="108032"/>
                </a:lnTo>
                <a:lnTo>
                  <a:pt x="171297" y="106634"/>
                </a:lnTo>
                <a:lnTo>
                  <a:pt x="171718" y="105235"/>
                </a:lnTo>
                <a:lnTo>
                  <a:pt x="172145" y="103862"/>
                </a:lnTo>
                <a:lnTo>
                  <a:pt x="172561" y="102488"/>
                </a:lnTo>
                <a:lnTo>
                  <a:pt x="172987" y="101115"/>
                </a:lnTo>
                <a:lnTo>
                  <a:pt x="173410" y="99755"/>
                </a:lnTo>
                <a:lnTo>
                  <a:pt x="173836" y="98419"/>
                </a:lnTo>
                <a:lnTo>
                  <a:pt x="174253" y="97072"/>
                </a:lnTo>
                <a:lnTo>
                  <a:pt x="174679" y="95736"/>
                </a:lnTo>
                <a:lnTo>
                  <a:pt x="175102" y="94427"/>
                </a:lnTo>
                <a:lnTo>
                  <a:pt x="175528" y="93117"/>
                </a:lnTo>
                <a:lnTo>
                  <a:pt x="175944" y="91807"/>
                </a:lnTo>
                <a:lnTo>
                  <a:pt x="176371" y="90510"/>
                </a:lnTo>
                <a:lnTo>
                  <a:pt x="176793" y="89226"/>
                </a:lnTo>
                <a:lnTo>
                  <a:pt x="177220" y="87954"/>
                </a:lnTo>
                <a:lnTo>
                  <a:pt x="177636" y="86683"/>
                </a:lnTo>
                <a:lnTo>
                  <a:pt x="178064" y="85424"/>
                </a:lnTo>
                <a:lnTo>
                  <a:pt x="178485" y="84178"/>
                </a:lnTo>
                <a:lnTo>
                  <a:pt x="178911" y="82932"/>
                </a:lnTo>
                <a:lnTo>
                  <a:pt x="179328" y="81698"/>
                </a:lnTo>
                <a:lnTo>
                  <a:pt x="179754" y="80477"/>
                </a:lnTo>
                <a:lnTo>
                  <a:pt x="180177" y="79257"/>
                </a:lnTo>
                <a:lnTo>
                  <a:pt x="180603" y="78049"/>
                </a:lnTo>
                <a:lnTo>
                  <a:pt x="181020" y="76866"/>
                </a:lnTo>
                <a:lnTo>
                  <a:pt x="181446" y="75671"/>
                </a:lnTo>
                <a:lnTo>
                  <a:pt x="181868" y="74488"/>
                </a:lnTo>
                <a:lnTo>
                  <a:pt x="182295" y="73319"/>
                </a:lnTo>
                <a:lnTo>
                  <a:pt x="182711" y="72161"/>
                </a:lnTo>
                <a:lnTo>
                  <a:pt x="183139" y="71017"/>
                </a:lnTo>
                <a:lnTo>
                  <a:pt x="183560" y="69860"/>
                </a:lnTo>
                <a:lnTo>
                  <a:pt x="183986" y="68728"/>
                </a:lnTo>
                <a:lnTo>
                  <a:pt x="184403" y="67609"/>
                </a:lnTo>
                <a:lnTo>
                  <a:pt x="186521" y="62116"/>
                </a:lnTo>
                <a:lnTo>
                  <a:pt x="186943" y="61035"/>
                </a:lnTo>
                <a:lnTo>
                  <a:pt x="187370" y="59980"/>
                </a:lnTo>
                <a:lnTo>
                  <a:pt x="187786" y="58924"/>
                </a:lnTo>
                <a:lnTo>
                  <a:pt x="188214" y="57882"/>
                </a:lnTo>
                <a:lnTo>
                  <a:pt x="188635" y="56852"/>
                </a:lnTo>
                <a:lnTo>
                  <a:pt x="189061" y="55822"/>
                </a:lnTo>
                <a:lnTo>
                  <a:pt x="189478" y="54804"/>
                </a:lnTo>
                <a:lnTo>
                  <a:pt x="189904" y="53800"/>
                </a:lnTo>
                <a:lnTo>
                  <a:pt x="190327" y="52808"/>
                </a:lnTo>
                <a:lnTo>
                  <a:pt x="190753" y="51816"/>
                </a:lnTo>
                <a:lnTo>
                  <a:pt x="191179" y="50837"/>
                </a:lnTo>
                <a:lnTo>
                  <a:pt x="191596" y="49858"/>
                </a:lnTo>
                <a:lnTo>
                  <a:pt x="192023" y="48904"/>
                </a:lnTo>
                <a:lnTo>
                  <a:pt x="192445" y="47951"/>
                </a:lnTo>
                <a:lnTo>
                  <a:pt x="192871" y="47010"/>
                </a:lnTo>
                <a:lnTo>
                  <a:pt x="193288" y="46069"/>
                </a:lnTo>
                <a:lnTo>
                  <a:pt x="193715" y="45140"/>
                </a:lnTo>
                <a:lnTo>
                  <a:pt x="194136" y="44225"/>
                </a:lnTo>
                <a:lnTo>
                  <a:pt x="194563" y="43322"/>
                </a:lnTo>
                <a:lnTo>
                  <a:pt x="194979" y="42432"/>
                </a:lnTo>
                <a:lnTo>
                  <a:pt x="195407" y="41542"/>
                </a:lnTo>
                <a:lnTo>
                  <a:pt x="195828" y="40664"/>
                </a:lnTo>
                <a:lnTo>
                  <a:pt x="196255" y="39787"/>
                </a:lnTo>
                <a:lnTo>
                  <a:pt x="196671" y="38935"/>
                </a:lnTo>
                <a:lnTo>
                  <a:pt x="197098" y="38070"/>
                </a:lnTo>
                <a:lnTo>
                  <a:pt x="197520" y="37231"/>
                </a:lnTo>
                <a:lnTo>
                  <a:pt x="197946" y="36405"/>
                </a:lnTo>
                <a:lnTo>
                  <a:pt x="198363" y="35578"/>
                </a:lnTo>
                <a:lnTo>
                  <a:pt x="198790" y="34777"/>
                </a:lnTo>
                <a:lnTo>
                  <a:pt x="199212" y="33963"/>
                </a:lnTo>
                <a:lnTo>
                  <a:pt x="199638" y="33162"/>
                </a:lnTo>
                <a:lnTo>
                  <a:pt x="200054" y="32387"/>
                </a:lnTo>
                <a:lnTo>
                  <a:pt x="200482" y="31611"/>
                </a:lnTo>
                <a:lnTo>
                  <a:pt x="200903" y="30835"/>
                </a:lnTo>
                <a:lnTo>
                  <a:pt x="203021" y="27135"/>
                </a:lnTo>
                <a:lnTo>
                  <a:pt x="203438" y="26423"/>
                </a:lnTo>
                <a:lnTo>
                  <a:pt x="203865" y="25723"/>
                </a:lnTo>
                <a:lnTo>
                  <a:pt x="204287" y="25024"/>
                </a:lnTo>
                <a:lnTo>
                  <a:pt x="204713" y="24350"/>
                </a:lnTo>
                <a:lnTo>
                  <a:pt x="205129" y="23676"/>
                </a:lnTo>
                <a:lnTo>
                  <a:pt x="205557" y="23015"/>
                </a:lnTo>
                <a:lnTo>
                  <a:pt x="205978" y="22354"/>
                </a:lnTo>
                <a:lnTo>
                  <a:pt x="206405" y="21705"/>
                </a:lnTo>
                <a:lnTo>
                  <a:pt x="206821" y="21069"/>
                </a:lnTo>
                <a:lnTo>
                  <a:pt x="207249" y="20446"/>
                </a:lnTo>
                <a:lnTo>
                  <a:pt x="209362" y="17458"/>
                </a:lnTo>
                <a:lnTo>
                  <a:pt x="209788" y="16873"/>
                </a:lnTo>
                <a:lnTo>
                  <a:pt x="210205" y="16314"/>
                </a:lnTo>
                <a:lnTo>
                  <a:pt x="210632" y="15767"/>
                </a:lnTo>
                <a:lnTo>
                  <a:pt x="211053" y="15220"/>
                </a:lnTo>
                <a:lnTo>
                  <a:pt x="211480" y="14686"/>
                </a:lnTo>
                <a:lnTo>
                  <a:pt x="211896" y="14165"/>
                </a:lnTo>
                <a:lnTo>
                  <a:pt x="212324" y="13643"/>
                </a:lnTo>
                <a:lnTo>
                  <a:pt x="212745" y="13148"/>
                </a:lnTo>
                <a:lnTo>
                  <a:pt x="213171" y="12652"/>
                </a:lnTo>
                <a:lnTo>
                  <a:pt x="213588" y="12168"/>
                </a:lnTo>
                <a:lnTo>
                  <a:pt x="214015" y="11698"/>
                </a:lnTo>
                <a:lnTo>
                  <a:pt x="214437" y="11215"/>
                </a:lnTo>
                <a:lnTo>
                  <a:pt x="214863" y="10770"/>
                </a:lnTo>
                <a:lnTo>
                  <a:pt x="215280" y="10325"/>
                </a:lnTo>
                <a:lnTo>
                  <a:pt x="215707" y="9880"/>
                </a:lnTo>
                <a:lnTo>
                  <a:pt x="222046" y="4450"/>
                </a:lnTo>
                <a:lnTo>
                  <a:pt x="222474" y="4158"/>
                </a:lnTo>
                <a:lnTo>
                  <a:pt x="222895" y="3878"/>
                </a:lnTo>
                <a:lnTo>
                  <a:pt x="223321" y="3611"/>
                </a:lnTo>
                <a:lnTo>
                  <a:pt x="223738" y="3344"/>
                </a:lnTo>
                <a:lnTo>
                  <a:pt x="224164" y="3102"/>
                </a:lnTo>
                <a:lnTo>
                  <a:pt x="224587" y="2861"/>
                </a:lnTo>
                <a:lnTo>
                  <a:pt x="225013" y="2632"/>
                </a:lnTo>
                <a:lnTo>
                  <a:pt x="225430" y="2415"/>
                </a:lnTo>
                <a:lnTo>
                  <a:pt x="225857" y="2199"/>
                </a:lnTo>
                <a:lnTo>
                  <a:pt x="226279" y="2009"/>
                </a:lnTo>
                <a:lnTo>
                  <a:pt x="226705" y="1818"/>
                </a:lnTo>
                <a:lnTo>
                  <a:pt x="227121" y="1627"/>
                </a:lnTo>
                <a:lnTo>
                  <a:pt x="227549" y="1462"/>
                </a:lnTo>
                <a:lnTo>
                  <a:pt x="227970" y="1297"/>
                </a:lnTo>
                <a:lnTo>
                  <a:pt x="228397" y="1144"/>
                </a:lnTo>
                <a:lnTo>
                  <a:pt x="228823" y="1004"/>
                </a:lnTo>
                <a:lnTo>
                  <a:pt x="229239" y="864"/>
                </a:lnTo>
                <a:lnTo>
                  <a:pt x="229667" y="750"/>
                </a:lnTo>
                <a:lnTo>
                  <a:pt x="233472" y="63"/>
                </a:lnTo>
                <a:lnTo>
                  <a:pt x="233898" y="25"/>
                </a:lnTo>
                <a:lnTo>
                  <a:pt x="234314" y="0"/>
                </a:lnTo>
                <a:lnTo>
                  <a:pt x="234742" y="0"/>
                </a:lnTo>
                <a:lnTo>
                  <a:pt x="235158" y="0"/>
                </a:lnTo>
                <a:lnTo>
                  <a:pt x="235590" y="0"/>
                </a:lnTo>
                <a:lnTo>
                  <a:pt x="236007" y="25"/>
                </a:lnTo>
                <a:lnTo>
                  <a:pt x="236434" y="63"/>
                </a:lnTo>
                <a:lnTo>
                  <a:pt x="236850" y="89"/>
                </a:lnTo>
                <a:lnTo>
                  <a:pt x="240233" y="750"/>
                </a:lnTo>
                <a:lnTo>
                  <a:pt x="240660" y="864"/>
                </a:lnTo>
                <a:lnTo>
                  <a:pt x="241081" y="1004"/>
                </a:lnTo>
                <a:lnTo>
                  <a:pt x="241509" y="1144"/>
                </a:lnTo>
                <a:lnTo>
                  <a:pt x="241925" y="1297"/>
                </a:lnTo>
                <a:lnTo>
                  <a:pt x="242351" y="1462"/>
                </a:lnTo>
                <a:lnTo>
                  <a:pt x="242774" y="1627"/>
                </a:lnTo>
                <a:lnTo>
                  <a:pt x="243200" y="1818"/>
                </a:lnTo>
                <a:lnTo>
                  <a:pt x="243617" y="2009"/>
                </a:lnTo>
                <a:lnTo>
                  <a:pt x="244043" y="2199"/>
                </a:lnTo>
                <a:lnTo>
                  <a:pt x="244466" y="2415"/>
                </a:lnTo>
                <a:lnTo>
                  <a:pt x="244892" y="2632"/>
                </a:lnTo>
                <a:lnTo>
                  <a:pt x="245308" y="2861"/>
                </a:lnTo>
                <a:lnTo>
                  <a:pt x="247849" y="4450"/>
                </a:lnTo>
                <a:lnTo>
                  <a:pt x="248275" y="4730"/>
                </a:lnTo>
                <a:lnTo>
                  <a:pt x="248692" y="5035"/>
                </a:lnTo>
                <a:lnTo>
                  <a:pt x="249118" y="5353"/>
                </a:lnTo>
                <a:lnTo>
                  <a:pt x="249541" y="5683"/>
                </a:lnTo>
                <a:lnTo>
                  <a:pt x="249967" y="6014"/>
                </a:lnTo>
                <a:lnTo>
                  <a:pt x="250384" y="6357"/>
                </a:lnTo>
                <a:lnTo>
                  <a:pt x="250810" y="6713"/>
                </a:lnTo>
                <a:lnTo>
                  <a:pt x="251231" y="7082"/>
                </a:lnTo>
                <a:lnTo>
                  <a:pt x="251659" y="7451"/>
                </a:lnTo>
                <a:lnTo>
                  <a:pt x="252075" y="7832"/>
                </a:lnTo>
                <a:lnTo>
                  <a:pt x="252502" y="8214"/>
                </a:lnTo>
                <a:lnTo>
                  <a:pt x="252923" y="8621"/>
                </a:lnTo>
                <a:lnTo>
                  <a:pt x="253350" y="9028"/>
                </a:lnTo>
                <a:lnTo>
                  <a:pt x="253767" y="9447"/>
                </a:lnTo>
                <a:lnTo>
                  <a:pt x="254193" y="9880"/>
                </a:lnTo>
                <a:lnTo>
                  <a:pt x="254616" y="10325"/>
                </a:lnTo>
                <a:lnTo>
                  <a:pt x="255042" y="10770"/>
                </a:lnTo>
                <a:lnTo>
                  <a:pt x="255459" y="11215"/>
                </a:lnTo>
                <a:lnTo>
                  <a:pt x="255885" y="11698"/>
                </a:lnTo>
                <a:lnTo>
                  <a:pt x="256306" y="12168"/>
                </a:lnTo>
                <a:lnTo>
                  <a:pt x="256734" y="12652"/>
                </a:lnTo>
                <a:lnTo>
                  <a:pt x="257150" y="13148"/>
                </a:lnTo>
                <a:lnTo>
                  <a:pt x="257577" y="13643"/>
                </a:lnTo>
                <a:lnTo>
                  <a:pt x="257998" y="14165"/>
                </a:lnTo>
                <a:lnTo>
                  <a:pt x="258425" y="14686"/>
                </a:lnTo>
                <a:lnTo>
                  <a:pt x="258842" y="15220"/>
                </a:lnTo>
                <a:lnTo>
                  <a:pt x="259268" y="15767"/>
                </a:lnTo>
                <a:lnTo>
                  <a:pt x="259691" y="16314"/>
                </a:lnTo>
                <a:lnTo>
                  <a:pt x="260117" y="16873"/>
                </a:lnTo>
                <a:lnTo>
                  <a:pt x="260534" y="17458"/>
                </a:lnTo>
                <a:lnTo>
                  <a:pt x="260960" y="18030"/>
                </a:lnTo>
                <a:lnTo>
                  <a:pt x="261381" y="18615"/>
                </a:lnTo>
                <a:lnTo>
                  <a:pt x="261809" y="19213"/>
                </a:lnTo>
                <a:lnTo>
                  <a:pt x="262225" y="19823"/>
                </a:lnTo>
                <a:lnTo>
                  <a:pt x="262652" y="20446"/>
                </a:lnTo>
                <a:lnTo>
                  <a:pt x="263073" y="21069"/>
                </a:lnTo>
                <a:lnTo>
                  <a:pt x="263500" y="21705"/>
                </a:lnTo>
                <a:lnTo>
                  <a:pt x="263917" y="22354"/>
                </a:lnTo>
                <a:lnTo>
                  <a:pt x="264343" y="23015"/>
                </a:lnTo>
                <a:lnTo>
                  <a:pt x="268153" y="29335"/>
                </a:lnTo>
                <a:lnTo>
                  <a:pt x="268576" y="30072"/>
                </a:lnTo>
                <a:lnTo>
                  <a:pt x="269002" y="30835"/>
                </a:lnTo>
                <a:lnTo>
                  <a:pt x="269418" y="31611"/>
                </a:lnTo>
                <a:lnTo>
                  <a:pt x="269846" y="32387"/>
                </a:lnTo>
                <a:lnTo>
                  <a:pt x="270267" y="33162"/>
                </a:lnTo>
                <a:lnTo>
                  <a:pt x="270694" y="33963"/>
                </a:lnTo>
                <a:lnTo>
                  <a:pt x="271110" y="34777"/>
                </a:lnTo>
                <a:lnTo>
                  <a:pt x="271536" y="35578"/>
                </a:lnTo>
                <a:lnTo>
                  <a:pt x="271959" y="36405"/>
                </a:lnTo>
                <a:lnTo>
                  <a:pt x="272385" y="37231"/>
                </a:lnTo>
                <a:lnTo>
                  <a:pt x="272802" y="38070"/>
                </a:lnTo>
                <a:lnTo>
                  <a:pt x="273228" y="38935"/>
                </a:lnTo>
                <a:lnTo>
                  <a:pt x="273651" y="39787"/>
                </a:lnTo>
                <a:lnTo>
                  <a:pt x="274077" y="40664"/>
                </a:lnTo>
                <a:lnTo>
                  <a:pt x="274493" y="41542"/>
                </a:lnTo>
                <a:lnTo>
                  <a:pt x="274921" y="42432"/>
                </a:lnTo>
                <a:lnTo>
                  <a:pt x="275342" y="43322"/>
                </a:lnTo>
                <a:lnTo>
                  <a:pt x="275769" y="44225"/>
                </a:lnTo>
                <a:lnTo>
                  <a:pt x="276185" y="45140"/>
                </a:lnTo>
                <a:lnTo>
                  <a:pt x="276613" y="46069"/>
                </a:lnTo>
                <a:lnTo>
                  <a:pt x="277034" y="47010"/>
                </a:lnTo>
                <a:lnTo>
                  <a:pt x="277460" y="47951"/>
                </a:lnTo>
                <a:lnTo>
                  <a:pt x="277877" y="48904"/>
                </a:lnTo>
                <a:lnTo>
                  <a:pt x="278303" y="49858"/>
                </a:lnTo>
                <a:lnTo>
                  <a:pt x="278726" y="50837"/>
                </a:lnTo>
                <a:lnTo>
                  <a:pt x="279152" y="51816"/>
                </a:lnTo>
                <a:lnTo>
                  <a:pt x="279569" y="52808"/>
                </a:lnTo>
                <a:lnTo>
                  <a:pt x="279995" y="53800"/>
                </a:lnTo>
                <a:lnTo>
                  <a:pt x="280417" y="54804"/>
                </a:lnTo>
                <a:lnTo>
                  <a:pt x="280844" y="55822"/>
                </a:lnTo>
                <a:lnTo>
                  <a:pt x="281260" y="56852"/>
                </a:lnTo>
                <a:lnTo>
                  <a:pt x="281688" y="57882"/>
                </a:lnTo>
                <a:lnTo>
                  <a:pt x="283801" y="63197"/>
                </a:lnTo>
                <a:lnTo>
                  <a:pt x="284227" y="64278"/>
                </a:lnTo>
                <a:lnTo>
                  <a:pt x="284644" y="65384"/>
                </a:lnTo>
                <a:lnTo>
                  <a:pt x="285070" y="66490"/>
                </a:lnTo>
                <a:lnTo>
                  <a:pt x="285492" y="67609"/>
                </a:lnTo>
                <a:lnTo>
                  <a:pt x="285919" y="68728"/>
                </a:lnTo>
                <a:lnTo>
                  <a:pt x="286335" y="69860"/>
                </a:lnTo>
                <a:lnTo>
                  <a:pt x="286763" y="71017"/>
                </a:lnTo>
                <a:lnTo>
                  <a:pt x="287184" y="72161"/>
                </a:lnTo>
                <a:lnTo>
                  <a:pt x="287610" y="73319"/>
                </a:lnTo>
                <a:lnTo>
                  <a:pt x="288027" y="74488"/>
                </a:lnTo>
                <a:lnTo>
                  <a:pt x="288453" y="75671"/>
                </a:lnTo>
                <a:lnTo>
                  <a:pt x="288876" y="76866"/>
                </a:lnTo>
                <a:lnTo>
                  <a:pt x="289302" y="78049"/>
                </a:lnTo>
                <a:lnTo>
                  <a:pt x="289719" y="79257"/>
                </a:lnTo>
                <a:lnTo>
                  <a:pt x="290145" y="80477"/>
                </a:lnTo>
                <a:lnTo>
                  <a:pt x="290567" y="81698"/>
                </a:lnTo>
                <a:lnTo>
                  <a:pt x="290994" y="82932"/>
                </a:lnTo>
                <a:lnTo>
                  <a:pt x="291410" y="84178"/>
                </a:lnTo>
                <a:lnTo>
                  <a:pt x="291838" y="85424"/>
                </a:lnTo>
                <a:lnTo>
                  <a:pt x="292259" y="86683"/>
                </a:lnTo>
                <a:lnTo>
                  <a:pt x="292685" y="87954"/>
                </a:lnTo>
                <a:lnTo>
                  <a:pt x="293102" y="89226"/>
                </a:lnTo>
                <a:lnTo>
                  <a:pt x="293528" y="90510"/>
                </a:lnTo>
                <a:lnTo>
                  <a:pt x="293951" y="91807"/>
                </a:lnTo>
                <a:lnTo>
                  <a:pt x="294377" y="93117"/>
                </a:lnTo>
                <a:lnTo>
                  <a:pt x="294794" y="94427"/>
                </a:lnTo>
                <a:lnTo>
                  <a:pt x="295220" y="95736"/>
                </a:lnTo>
                <a:lnTo>
                  <a:pt x="295643" y="97072"/>
                </a:lnTo>
                <a:lnTo>
                  <a:pt x="296069" y="98419"/>
                </a:lnTo>
                <a:lnTo>
                  <a:pt x="296485" y="99755"/>
                </a:lnTo>
                <a:lnTo>
                  <a:pt x="296912" y="101115"/>
                </a:lnTo>
                <a:lnTo>
                  <a:pt x="297334" y="102488"/>
                </a:lnTo>
                <a:lnTo>
                  <a:pt x="297761" y="103862"/>
                </a:lnTo>
                <a:lnTo>
                  <a:pt x="298177" y="105235"/>
                </a:lnTo>
                <a:lnTo>
                  <a:pt x="298603" y="106634"/>
                </a:lnTo>
                <a:lnTo>
                  <a:pt x="299026" y="108032"/>
                </a:lnTo>
                <a:lnTo>
                  <a:pt x="299452" y="109444"/>
                </a:lnTo>
                <a:lnTo>
                  <a:pt x="299869" y="110868"/>
                </a:lnTo>
                <a:lnTo>
                  <a:pt x="300295" y="112280"/>
                </a:lnTo>
                <a:lnTo>
                  <a:pt x="300718" y="113716"/>
                </a:lnTo>
                <a:lnTo>
                  <a:pt x="301144" y="115166"/>
                </a:lnTo>
                <a:lnTo>
                  <a:pt x="301560" y="116616"/>
                </a:lnTo>
                <a:lnTo>
                  <a:pt x="301987" y="118065"/>
                </a:lnTo>
                <a:lnTo>
                  <a:pt x="302409" y="119540"/>
                </a:lnTo>
                <a:lnTo>
                  <a:pt x="302836" y="121028"/>
                </a:lnTo>
                <a:lnTo>
                  <a:pt x="303252" y="122516"/>
                </a:lnTo>
                <a:lnTo>
                  <a:pt x="303678" y="124003"/>
                </a:lnTo>
                <a:lnTo>
                  <a:pt x="304101" y="125504"/>
                </a:lnTo>
                <a:lnTo>
                  <a:pt x="304527" y="127017"/>
                </a:lnTo>
                <a:lnTo>
                  <a:pt x="304954" y="128543"/>
                </a:lnTo>
                <a:lnTo>
                  <a:pt x="305370" y="130069"/>
                </a:lnTo>
                <a:lnTo>
                  <a:pt x="305798" y="131607"/>
                </a:lnTo>
                <a:lnTo>
                  <a:pt x="306219" y="133146"/>
                </a:lnTo>
                <a:lnTo>
                  <a:pt x="306645" y="134710"/>
                </a:lnTo>
                <a:lnTo>
                  <a:pt x="307062" y="136261"/>
                </a:lnTo>
                <a:lnTo>
                  <a:pt x="307489" y="137838"/>
                </a:lnTo>
                <a:lnTo>
                  <a:pt x="307911" y="139428"/>
                </a:lnTo>
                <a:lnTo>
                  <a:pt x="308337" y="141004"/>
                </a:lnTo>
                <a:lnTo>
                  <a:pt x="308754" y="142607"/>
                </a:lnTo>
                <a:lnTo>
                  <a:pt x="309181" y="144209"/>
                </a:lnTo>
                <a:lnTo>
                  <a:pt x="309602" y="145824"/>
                </a:lnTo>
                <a:lnTo>
                  <a:pt x="310029" y="147451"/>
                </a:lnTo>
                <a:lnTo>
                  <a:pt x="310445" y="149079"/>
                </a:lnTo>
                <a:lnTo>
                  <a:pt x="310873" y="150719"/>
                </a:lnTo>
                <a:lnTo>
                  <a:pt x="311294" y="152360"/>
                </a:lnTo>
                <a:lnTo>
                  <a:pt x="311720" y="154025"/>
                </a:lnTo>
                <a:lnTo>
                  <a:pt x="312137" y="155678"/>
                </a:lnTo>
                <a:lnTo>
                  <a:pt x="312564" y="157357"/>
                </a:lnTo>
                <a:lnTo>
                  <a:pt x="312986" y="159035"/>
                </a:lnTo>
                <a:lnTo>
                  <a:pt x="313412" y="160727"/>
                </a:lnTo>
                <a:lnTo>
                  <a:pt x="313829" y="162418"/>
                </a:lnTo>
                <a:lnTo>
                  <a:pt x="314256" y="164122"/>
                </a:lnTo>
                <a:lnTo>
                  <a:pt x="314677" y="165838"/>
                </a:lnTo>
                <a:lnTo>
                  <a:pt x="315104" y="167568"/>
                </a:lnTo>
                <a:lnTo>
                  <a:pt x="315520" y="169297"/>
                </a:lnTo>
                <a:lnTo>
                  <a:pt x="315948" y="171039"/>
                </a:lnTo>
                <a:lnTo>
                  <a:pt x="316369" y="172781"/>
                </a:lnTo>
                <a:lnTo>
                  <a:pt x="316795" y="174536"/>
                </a:lnTo>
                <a:lnTo>
                  <a:pt x="317212" y="176303"/>
                </a:lnTo>
                <a:lnTo>
                  <a:pt x="317639" y="178071"/>
                </a:lnTo>
                <a:lnTo>
                  <a:pt x="318061" y="179851"/>
                </a:lnTo>
                <a:lnTo>
                  <a:pt x="318487" y="181631"/>
                </a:lnTo>
                <a:lnTo>
                  <a:pt x="318904" y="183437"/>
                </a:lnTo>
                <a:lnTo>
                  <a:pt x="319331" y="185230"/>
                </a:lnTo>
                <a:lnTo>
                  <a:pt x="319752" y="187048"/>
                </a:lnTo>
                <a:lnTo>
                  <a:pt x="320179" y="188867"/>
                </a:lnTo>
                <a:lnTo>
                  <a:pt x="320595" y="190698"/>
                </a:lnTo>
                <a:lnTo>
                  <a:pt x="321023" y="192529"/>
                </a:lnTo>
                <a:lnTo>
                  <a:pt x="321444" y="194372"/>
                </a:lnTo>
                <a:lnTo>
                  <a:pt x="321871" y="196229"/>
                </a:lnTo>
                <a:lnTo>
                  <a:pt x="322287" y="198085"/>
                </a:lnTo>
                <a:lnTo>
                  <a:pt x="322714" y="199955"/>
                </a:lnTo>
                <a:lnTo>
                  <a:pt x="323136" y="201824"/>
                </a:lnTo>
                <a:lnTo>
                  <a:pt x="323562" y="203706"/>
                </a:lnTo>
                <a:lnTo>
                  <a:pt x="323979" y="205600"/>
                </a:lnTo>
                <a:lnTo>
                  <a:pt x="324406" y="207495"/>
                </a:lnTo>
                <a:lnTo>
                  <a:pt x="324828" y="209415"/>
                </a:lnTo>
                <a:lnTo>
                  <a:pt x="325254" y="211323"/>
                </a:lnTo>
                <a:lnTo>
                  <a:pt x="325670" y="213243"/>
                </a:lnTo>
                <a:lnTo>
                  <a:pt x="326098" y="215175"/>
                </a:lnTo>
                <a:lnTo>
                  <a:pt x="326519" y="217121"/>
                </a:lnTo>
                <a:lnTo>
                  <a:pt x="326946" y="219066"/>
                </a:lnTo>
                <a:lnTo>
                  <a:pt x="327362" y="221012"/>
                </a:lnTo>
                <a:lnTo>
                  <a:pt x="327788" y="222983"/>
                </a:lnTo>
                <a:lnTo>
                  <a:pt x="328211" y="224954"/>
                </a:lnTo>
                <a:lnTo>
                  <a:pt x="328637" y="226925"/>
                </a:lnTo>
                <a:lnTo>
                  <a:pt x="329054" y="228908"/>
                </a:lnTo>
                <a:lnTo>
                  <a:pt x="329481" y="230905"/>
                </a:lnTo>
                <a:lnTo>
                  <a:pt x="329903" y="232901"/>
                </a:lnTo>
                <a:lnTo>
                  <a:pt x="330329" y="234910"/>
                </a:lnTo>
                <a:lnTo>
                  <a:pt x="330745" y="236932"/>
                </a:lnTo>
                <a:lnTo>
                  <a:pt x="331173" y="238954"/>
                </a:lnTo>
                <a:lnTo>
                  <a:pt x="331594" y="240988"/>
                </a:lnTo>
                <a:lnTo>
                  <a:pt x="332021" y="243036"/>
                </a:lnTo>
                <a:lnTo>
                  <a:pt x="332437" y="245070"/>
                </a:lnTo>
                <a:lnTo>
                  <a:pt x="332865" y="247130"/>
                </a:lnTo>
                <a:lnTo>
                  <a:pt x="333286" y="249190"/>
                </a:lnTo>
                <a:lnTo>
                  <a:pt x="333712" y="251263"/>
                </a:lnTo>
                <a:lnTo>
                  <a:pt x="334129" y="253335"/>
                </a:lnTo>
                <a:lnTo>
                  <a:pt x="334556" y="255421"/>
                </a:lnTo>
                <a:lnTo>
                  <a:pt x="334978" y="257519"/>
                </a:lnTo>
                <a:lnTo>
                  <a:pt x="335404" y="259617"/>
                </a:lnTo>
                <a:lnTo>
                  <a:pt x="335821" y="261728"/>
                </a:lnTo>
                <a:lnTo>
                  <a:pt x="336248" y="263839"/>
                </a:lnTo>
                <a:lnTo>
                  <a:pt x="336669" y="265962"/>
                </a:lnTo>
                <a:lnTo>
                  <a:pt x="337096" y="268086"/>
                </a:lnTo>
                <a:lnTo>
                  <a:pt x="337512" y="270222"/>
                </a:lnTo>
                <a:lnTo>
                  <a:pt x="337940" y="272371"/>
                </a:lnTo>
                <a:lnTo>
                  <a:pt x="338361" y="274520"/>
                </a:lnTo>
                <a:lnTo>
                  <a:pt x="338787" y="276681"/>
                </a:lnTo>
                <a:lnTo>
                  <a:pt x="339204" y="278843"/>
                </a:lnTo>
                <a:lnTo>
                  <a:pt x="339630" y="281018"/>
                </a:lnTo>
                <a:lnTo>
                  <a:pt x="340053" y="283205"/>
                </a:lnTo>
                <a:lnTo>
                  <a:pt x="340479" y="285392"/>
                </a:lnTo>
                <a:lnTo>
                  <a:pt x="340896" y="287579"/>
                </a:lnTo>
                <a:lnTo>
                  <a:pt x="341323" y="289791"/>
                </a:lnTo>
                <a:lnTo>
                  <a:pt x="341744" y="291991"/>
                </a:lnTo>
                <a:lnTo>
                  <a:pt x="342171" y="294204"/>
                </a:lnTo>
                <a:lnTo>
                  <a:pt x="342597" y="296442"/>
                </a:lnTo>
                <a:lnTo>
                  <a:pt x="343015" y="298680"/>
                </a:lnTo>
                <a:lnTo>
                  <a:pt x="343441" y="300905"/>
                </a:lnTo>
                <a:lnTo>
                  <a:pt x="343862" y="303156"/>
                </a:lnTo>
                <a:lnTo>
                  <a:pt x="344289" y="305406"/>
                </a:lnTo>
                <a:lnTo>
                  <a:pt x="344705" y="307670"/>
                </a:lnTo>
                <a:lnTo>
                  <a:pt x="345133" y="309946"/>
                </a:lnTo>
                <a:lnTo>
                  <a:pt x="345554" y="312209"/>
                </a:lnTo>
                <a:lnTo>
                  <a:pt x="345980" y="314498"/>
                </a:lnTo>
                <a:lnTo>
                  <a:pt x="346398" y="316787"/>
                </a:lnTo>
                <a:lnTo>
                  <a:pt x="346824" y="319076"/>
                </a:lnTo>
                <a:lnTo>
                  <a:pt x="347246" y="321377"/>
                </a:lnTo>
                <a:lnTo>
                  <a:pt x="347672" y="323692"/>
                </a:lnTo>
                <a:lnTo>
                  <a:pt x="348090" y="326006"/>
                </a:lnTo>
                <a:lnTo>
                  <a:pt x="348516" y="328320"/>
                </a:lnTo>
                <a:lnTo>
                  <a:pt x="348937" y="330660"/>
                </a:lnTo>
                <a:lnTo>
                  <a:pt x="349364" y="333000"/>
                </a:lnTo>
                <a:lnTo>
                  <a:pt x="349780" y="335339"/>
                </a:lnTo>
                <a:lnTo>
                  <a:pt x="350208" y="337692"/>
                </a:lnTo>
                <a:lnTo>
                  <a:pt x="350629" y="340057"/>
                </a:lnTo>
                <a:lnTo>
                  <a:pt x="351056" y="342409"/>
                </a:lnTo>
                <a:lnTo>
                  <a:pt x="351473" y="344787"/>
                </a:lnTo>
                <a:lnTo>
                  <a:pt x="351899" y="347165"/>
                </a:lnTo>
                <a:lnTo>
                  <a:pt x="352316" y="349555"/>
                </a:lnTo>
                <a:lnTo>
                  <a:pt x="352747" y="351946"/>
                </a:lnTo>
                <a:lnTo>
                  <a:pt x="353165" y="354349"/>
                </a:lnTo>
                <a:lnTo>
                  <a:pt x="353591" y="356753"/>
                </a:lnTo>
                <a:lnTo>
                  <a:pt x="354008" y="359156"/>
                </a:lnTo>
                <a:lnTo>
                  <a:pt x="354439" y="361585"/>
                </a:lnTo>
                <a:lnTo>
                  <a:pt x="354855" y="364013"/>
                </a:lnTo>
                <a:lnTo>
                  <a:pt x="355283" y="366429"/>
                </a:lnTo>
                <a:lnTo>
                  <a:pt x="355699" y="368871"/>
                </a:lnTo>
                <a:lnTo>
                  <a:pt x="356126" y="371312"/>
                </a:lnTo>
                <a:lnTo>
                  <a:pt x="356547" y="373766"/>
                </a:lnTo>
                <a:lnTo>
                  <a:pt x="356974" y="376233"/>
                </a:lnTo>
                <a:lnTo>
                  <a:pt x="357391" y="378700"/>
                </a:lnTo>
                <a:lnTo>
                  <a:pt x="357817" y="381179"/>
                </a:lnTo>
                <a:lnTo>
                  <a:pt x="358240" y="383646"/>
                </a:lnTo>
                <a:lnTo>
                  <a:pt x="358666" y="386126"/>
                </a:lnTo>
                <a:lnTo>
                  <a:pt x="359083" y="388618"/>
                </a:lnTo>
                <a:lnTo>
                  <a:pt x="359509" y="391110"/>
                </a:lnTo>
                <a:lnTo>
                  <a:pt x="359930" y="393628"/>
                </a:lnTo>
                <a:lnTo>
                  <a:pt x="360358" y="396133"/>
                </a:lnTo>
                <a:lnTo>
                  <a:pt x="360774" y="398651"/>
                </a:lnTo>
                <a:lnTo>
                  <a:pt x="361201" y="401181"/>
                </a:lnTo>
                <a:lnTo>
                  <a:pt x="361622" y="403712"/>
                </a:lnTo>
                <a:lnTo>
                  <a:pt x="362050" y="406242"/>
                </a:lnTo>
                <a:lnTo>
                  <a:pt x="362466" y="408785"/>
                </a:lnTo>
                <a:lnTo>
                  <a:pt x="362892" y="411329"/>
                </a:lnTo>
                <a:lnTo>
                  <a:pt x="363315" y="413897"/>
                </a:lnTo>
                <a:lnTo>
                  <a:pt x="363741" y="416440"/>
                </a:lnTo>
                <a:lnTo>
                  <a:pt x="364158" y="419022"/>
                </a:lnTo>
                <a:lnTo>
                  <a:pt x="364584" y="421590"/>
                </a:lnTo>
                <a:lnTo>
                  <a:pt x="365007" y="424171"/>
                </a:lnTo>
                <a:lnTo>
                  <a:pt x="365433" y="426753"/>
                </a:lnTo>
                <a:lnTo>
                  <a:pt x="365849" y="429347"/>
                </a:lnTo>
                <a:lnTo>
                  <a:pt x="366276" y="431953"/>
                </a:lnTo>
                <a:lnTo>
                  <a:pt x="366697" y="434547"/>
                </a:lnTo>
                <a:lnTo>
                  <a:pt x="367125" y="437154"/>
                </a:lnTo>
                <a:lnTo>
                  <a:pt x="367541" y="439774"/>
                </a:lnTo>
                <a:lnTo>
                  <a:pt x="367967" y="442393"/>
                </a:lnTo>
                <a:lnTo>
                  <a:pt x="368390" y="445025"/>
                </a:lnTo>
                <a:lnTo>
                  <a:pt x="368816" y="447657"/>
                </a:lnTo>
                <a:lnTo>
                  <a:pt x="369233" y="450302"/>
                </a:lnTo>
                <a:lnTo>
                  <a:pt x="369659" y="452947"/>
                </a:lnTo>
                <a:lnTo>
                  <a:pt x="370082" y="455592"/>
                </a:lnTo>
                <a:lnTo>
                  <a:pt x="370508" y="458262"/>
                </a:lnTo>
                <a:lnTo>
                  <a:pt x="370924" y="460920"/>
                </a:lnTo>
                <a:lnTo>
                  <a:pt x="371351" y="463590"/>
                </a:lnTo>
                <a:lnTo>
                  <a:pt x="371772" y="466273"/>
                </a:lnTo>
                <a:lnTo>
                  <a:pt x="372200" y="468956"/>
                </a:lnTo>
                <a:lnTo>
                  <a:pt x="372616" y="471639"/>
                </a:lnTo>
                <a:lnTo>
                  <a:pt x="373043" y="474335"/>
                </a:lnTo>
                <a:lnTo>
                  <a:pt x="373464" y="477031"/>
                </a:lnTo>
                <a:lnTo>
                  <a:pt x="373891" y="479739"/>
                </a:lnTo>
                <a:lnTo>
                  <a:pt x="374308" y="482448"/>
                </a:lnTo>
                <a:lnTo>
                  <a:pt x="374734" y="485156"/>
                </a:lnTo>
                <a:lnTo>
                  <a:pt x="375157" y="487877"/>
                </a:lnTo>
                <a:lnTo>
                  <a:pt x="375583" y="490611"/>
                </a:lnTo>
                <a:lnTo>
                  <a:pt x="376000" y="493345"/>
                </a:lnTo>
                <a:lnTo>
                  <a:pt x="376426" y="496079"/>
                </a:lnTo>
                <a:lnTo>
                  <a:pt x="376847" y="498826"/>
                </a:lnTo>
                <a:lnTo>
                  <a:pt x="377275" y="501572"/>
                </a:lnTo>
                <a:lnTo>
                  <a:pt x="377691" y="504332"/>
                </a:lnTo>
                <a:lnTo>
                  <a:pt x="378118" y="507091"/>
                </a:lnTo>
                <a:lnTo>
                  <a:pt x="378539" y="509850"/>
                </a:lnTo>
                <a:lnTo>
                  <a:pt x="378966" y="512635"/>
                </a:lnTo>
                <a:lnTo>
                  <a:pt x="379383" y="515407"/>
                </a:lnTo>
                <a:lnTo>
                  <a:pt x="379809" y="518192"/>
                </a:lnTo>
                <a:lnTo>
                  <a:pt x="380232" y="520976"/>
                </a:lnTo>
                <a:lnTo>
                  <a:pt x="380658" y="523774"/>
                </a:lnTo>
                <a:lnTo>
                  <a:pt x="381075" y="526571"/>
                </a:lnTo>
                <a:lnTo>
                  <a:pt x="381501" y="529382"/>
                </a:lnTo>
                <a:lnTo>
                  <a:pt x="381927" y="532179"/>
                </a:lnTo>
                <a:lnTo>
                  <a:pt x="382350" y="535002"/>
                </a:lnTo>
                <a:lnTo>
                  <a:pt x="382776" y="537825"/>
                </a:lnTo>
                <a:lnTo>
                  <a:pt x="383193" y="540648"/>
                </a:lnTo>
                <a:lnTo>
                  <a:pt x="383619" y="543471"/>
                </a:lnTo>
                <a:lnTo>
                  <a:pt x="384041" y="546319"/>
                </a:lnTo>
                <a:lnTo>
                  <a:pt x="384468" y="549167"/>
                </a:lnTo>
                <a:lnTo>
                  <a:pt x="384884" y="552003"/>
                </a:lnTo>
                <a:lnTo>
                  <a:pt x="385312" y="554851"/>
                </a:lnTo>
                <a:lnTo>
                  <a:pt x="385733" y="557712"/>
                </a:lnTo>
                <a:lnTo>
                  <a:pt x="386159" y="560573"/>
                </a:lnTo>
                <a:lnTo>
                  <a:pt x="386576" y="563447"/>
                </a:lnTo>
                <a:lnTo>
                  <a:pt x="387002" y="566321"/>
                </a:lnTo>
                <a:lnTo>
                  <a:pt x="387425" y="569195"/>
                </a:lnTo>
                <a:lnTo>
                  <a:pt x="387851" y="572068"/>
                </a:lnTo>
                <a:lnTo>
                  <a:pt x="388268" y="574955"/>
                </a:lnTo>
                <a:lnTo>
                  <a:pt x="388694" y="577854"/>
                </a:lnTo>
                <a:lnTo>
                  <a:pt x="389116" y="580753"/>
                </a:lnTo>
                <a:lnTo>
                  <a:pt x="389543" y="583652"/>
                </a:lnTo>
                <a:lnTo>
                  <a:pt x="389959" y="586552"/>
                </a:lnTo>
                <a:lnTo>
                  <a:pt x="390387" y="589463"/>
                </a:lnTo>
                <a:lnTo>
                  <a:pt x="390808" y="592375"/>
                </a:lnTo>
                <a:lnTo>
                  <a:pt x="391235" y="595313"/>
                </a:lnTo>
                <a:lnTo>
                  <a:pt x="391651" y="598225"/>
                </a:lnTo>
                <a:lnTo>
                  <a:pt x="392077" y="601162"/>
                </a:lnTo>
                <a:lnTo>
                  <a:pt x="392500" y="604099"/>
                </a:lnTo>
                <a:lnTo>
                  <a:pt x="392926" y="607037"/>
                </a:lnTo>
                <a:lnTo>
                  <a:pt x="393343" y="609987"/>
                </a:lnTo>
                <a:lnTo>
                  <a:pt x="393769" y="612924"/>
                </a:lnTo>
                <a:lnTo>
                  <a:pt x="394192" y="615887"/>
                </a:lnTo>
                <a:lnTo>
                  <a:pt x="394618" y="618837"/>
                </a:lnTo>
                <a:lnTo>
                  <a:pt x="395034" y="621800"/>
                </a:lnTo>
                <a:lnTo>
                  <a:pt x="395462" y="624775"/>
                </a:lnTo>
                <a:lnTo>
                  <a:pt x="395883" y="627751"/>
                </a:lnTo>
                <a:lnTo>
                  <a:pt x="396310" y="630726"/>
                </a:lnTo>
                <a:lnTo>
                  <a:pt x="396726" y="633702"/>
                </a:lnTo>
                <a:lnTo>
                  <a:pt x="397152" y="636690"/>
                </a:lnTo>
                <a:lnTo>
                  <a:pt x="397575" y="639691"/>
                </a:lnTo>
                <a:lnTo>
                  <a:pt x="398001" y="642679"/>
                </a:lnTo>
                <a:lnTo>
                  <a:pt x="398418" y="645680"/>
                </a:lnTo>
                <a:lnTo>
                  <a:pt x="398844" y="648693"/>
                </a:lnTo>
                <a:lnTo>
                  <a:pt x="399267" y="651694"/>
                </a:lnTo>
                <a:lnTo>
                  <a:pt x="399693" y="654708"/>
                </a:lnTo>
                <a:lnTo>
                  <a:pt x="400109" y="657722"/>
                </a:lnTo>
                <a:lnTo>
                  <a:pt x="400536" y="660748"/>
                </a:lnTo>
                <a:lnTo>
                  <a:pt x="400958" y="663774"/>
                </a:lnTo>
                <a:lnTo>
                  <a:pt x="401385" y="666801"/>
                </a:lnTo>
                <a:lnTo>
                  <a:pt x="401801" y="669827"/>
                </a:lnTo>
                <a:lnTo>
                  <a:pt x="402229" y="672866"/>
                </a:lnTo>
                <a:lnTo>
                  <a:pt x="402650" y="675918"/>
                </a:lnTo>
                <a:lnTo>
                  <a:pt x="403076" y="678957"/>
                </a:lnTo>
                <a:lnTo>
                  <a:pt x="403493" y="682021"/>
                </a:lnTo>
                <a:lnTo>
                  <a:pt x="403919" y="685060"/>
                </a:lnTo>
                <a:lnTo>
                  <a:pt x="404342" y="688125"/>
                </a:lnTo>
                <a:lnTo>
                  <a:pt x="404768" y="691189"/>
                </a:lnTo>
                <a:lnTo>
                  <a:pt x="405185" y="694254"/>
                </a:lnTo>
                <a:lnTo>
                  <a:pt x="405611" y="697318"/>
                </a:lnTo>
                <a:lnTo>
                  <a:pt x="406033" y="700396"/>
                </a:lnTo>
                <a:lnTo>
                  <a:pt x="406460" y="703486"/>
                </a:lnTo>
                <a:lnTo>
                  <a:pt x="406876" y="706563"/>
                </a:lnTo>
                <a:lnTo>
                  <a:pt x="407304" y="709653"/>
                </a:lnTo>
                <a:lnTo>
                  <a:pt x="407725" y="712743"/>
                </a:lnTo>
                <a:lnTo>
                  <a:pt x="408151" y="715833"/>
                </a:lnTo>
                <a:lnTo>
                  <a:pt x="408568" y="718935"/>
                </a:lnTo>
                <a:lnTo>
                  <a:pt x="408994" y="722038"/>
                </a:lnTo>
                <a:lnTo>
                  <a:pt x="409417" y="725140"/>
                </a:lnTo>
                <a:lnTo>
                  <a:pt x="409843" y="728256"/>
                </a:lnTo>
                <a:lnTo>
                  <a:pt x="410260" y="731358"/>
                </a:lnTo>
                <a:lnTo>
                  <a:pt x="410686" y="734487"/>
                </a:lnTo>
                <a:lnTo>
                  <a:pt x="411108" y="737602"/>
                </a:lnTo>
                <a:lnTo>
                  <a:pt x="411535" y="740730"/>
                </a:lnTo>
                <a:lnTo>
                  <a:pt x="411951" y="743858"/>
                </a:lnTo>
                <a:lnTo>
                  <a:pt x="412378" y="746986"/>
                </a:lnTo>
                <a:lnTo>
                  <a:pt x="412800" y="750127"/>
                </a:lnTo>
                <a:lnTo>
                  <a:pt x="413226" y="753268"/>
                </a:lnTo>
                <a:lnTo>
                  <a:pt x="413643" y="756408"/>
                </a:lnTo>
                <a:lnTo>
                  <a:pt x="414069" y="759549"/>
                </a:lnTo>
                <a:lnTo>
                  <a:pt x="414492" y="762703"/>
                </a:lnTo>
                <a:lnTo>
                  <a:pt x="414918" y="765856"/>
                </a:lnTo>
                <a:lnTo>
                  <a:pt x="415340" y="769010"/>
                </a:lnTo>
                <a:lnTo>
                  <a:pt x="415759" y="772176"/>
                </a:lnTo>
                <a:lnTo>
                  <a:pt x="416177" y="775330"/>
                </a:lnTo>
                <a:lnTo>
                  <a:pt x="416609" y="778508"/>
                </a:lnTo>
                <a:lnTo>
                  <a:pt x="417027" y="781662"/>
                </a:lnTo>
                <a:lnTo>
                  <a:pt x="417459" y="784841"/>
                </a:lnTo>
                <a:lnTo>
                  <a:pt x="417877" y="788020"/>
                </a:lnTo>
                <a:lnTo>
                  <a:pt x="418296" y="791199"/>
                </a:lnTo>
                <a:lnTo>
                  <a:pt x="418727" y="794390"/>
                </a:lnTo>
                <a:lnTo>
                  <a:pt x="419146" y="797569"/>
                </a:lnTo>
                <a:lnTo>
                  <a:pt x="419577" y="800761"/>
                </a:lnTo>
                <a:lnTo>
                  <a:pt x="419995" y="803953"/>
                </a:lnTo>
                <a:lnTo>
                  <a:pt x="420414" y="807144"/>
                </a:lnTo>
                <a:lnTo>
                  <a:pt x="420833" y="810336"/>
                </a:lnTo>
                <a:lnTo>
                  <a:pt x="421264" y="813540"/>
                </a:lnTo>
                <a:lnTo>
                  <a:pt x="421682" y="816745"/>
                </a:lnTo>
                <a:lnTo>
                  <a:pt x="422114" y="819962"/>
                </a:lnTo>
                <a:lnTo>
                  <a:pt x="422532" y="823166"/>
                </a:lnTo>
                <a:lnTo>
                  <a:pt x="422951" y="826383"/>
                </a:lnTo>
                <a:lnTo>
                  <a:pt x="423382" y="829600"/>
                </a:lnTo>
                <a:lnTo>
                  <a:pt x="423801" y="832817"/>
                </a:lnTo>
                <a:lnTo>
                  <a:pt x="424219" y="836035"/>
                </a:lnTo>
                <a:lnTo>
                  <a:pt x="424651" y="839277"/>
                </a:lnTo>
                <a:lnTo>
                  <a:pt x="425069" y="842494"/>
                </a:lnTo>
                <a:lnTo>
                  <a:pt x="425500" y="845724"/>
                </a:lnTo>
                <a:lnTo>
                  <a:pt x="425906" y="848966"/>
                </a:lnTo>
                <a:lnTo>
                  <a:pt x="426338" y="852196"/>
                </a:lnTo>
                <a:lnTo>
                  <a:pt x="426756" y="855439"/>
                </a:lnTo>
                <a:lnTo>
                  <a:pt x="427187" y="858681"/>
                </a:lnTo>
                <a:lnTo>
                  <a:pt x="427606" y="861924"/>
                </a:lnTo>
                <a:lnTo>
                  <a:pt x="428025" y="865179"/>
                </a:lnTo>
                <a:lnTo>
                  <a:pt x="428456" y="868422"/>
                </a:lnTo>
                <a:lnTo>
                  <a:pt x="428874" y="871677"/>
                </a:lnTo>
                <a:lnTo>
                  <a:pt x="429293" y="874932"/>
                </a:lnTo>
                <a:lnTo>
                  <a:pt x="429724" y="878187"/>
                </a:lnTo>
                <a:lnTo>
                  <a:pt x="430143" y="881455"/>
                </a:lnTo>
                <a:lnTo>
                  <a:pt x="430574" y="884710"/>
                </a:lnTo>
                <a:lnTo>
                  <a:pt x="430993" y="887978"/>
                </a:lnTo>
                <a:lnTo>
                  <a:pt x="431411" y="891246"/>
                </a:lnTo>
                <a:lnTo>
                  <a:pt x="431830" y="894514"/>
                </a:lnTo>
                <a:lnTo>
                  <a:pt x="432261" y="897795"/>
                </a:lnTo>
                <a:lnTo>
                  <a:pt x="432680" y="901063"/>
                </a:lnTo>
                <a:lnTo>
                  <a:pt x="433111" y="904344"/>
                </a:lnTo>
                <a:lnTo>
                  <a:pt x="433529" y="907624"/>
                </a:lnTo>
                <a:lnTo>
                  <a:pt x="433948" y="910905"/>
                </a:lnTo>
                <a:lnTo>
                  <a:pt x="434367" y="914186"/>
                </a:lnTo>
                <a:lnTo>
                  <a:pt x="434798" y="917479"/>
                </a:lnTo>
                <a:lnTo>
                  <a:pt x="435216" y="920760"/>
                </a:lnTo>
                <a:lnTo>
                  <a:pt x="435648" y="924053"/>
                </a:lnTo>
                <a:lnTo>
                  <a:pt x="436066" y="927346"/>
                </a:lnTo>
                <a:lnTo>
                  <a:pt x="436485" y="930652"/>
                </a:lnTo>
                <a:lnTo>
                  <a:pt x="436916" y="933946"/>
                </a:lnTo>
                <a:lnTo>
                  <a:pt x="437335" y="937239"/>
                </a:lnTo>
                <a:lnTo>
                  <a:pt x="437753" y="940545"/>
                </a:lnTo>
                <a:lnTo>
                  <a:pt x="438185" y="943851"/>
                </a:lnTo>
                <a:lnTo>
                  <a:pt x="438603" y="947157"/>
                </a:lnTo>
                <a:lnTo>
                  <a:pt x="439034" y="950464"/>
                </a:lnTo>
                <a:lnTo>
                  <a:pt x="439440" y="953770"/>
                </a:lnTo>
                <a:lnTo>
                  <a:pt x="439872" y="957076"/>
                </a:lnTo>
                <a:lnTo>
                  <a:pt x="440290" y="960395"/>
                </a:lnTo>
                <a:lnTo>
                  <a:pt x="440721" y="963701"/>
                </a:lnTo>
                <a:lnTo>
                  <a:pt x="441140" y="967032"/>
                </a:lnTo>
                <a:lnTo>
                  <a:pt x="441559" y="970351"/>
                </a:lnTo>
                <a:lnTo>
                  <a:pt x="441990" y="973670"/>
                </a:lnTo>
                <a:lnTo>
                  <a:pt x="442408" y="976989"/>
                </a:lnTo>
                <a:lnTo>
                  <a:pt x="442827" y="980320"/>
                </a:lnTo>
                <a:lnTo>
                  <a:pt x="443258" y="983639"/>
                </a:lnTo>
                <a:lnTo>
                  <a:pt x="443677" y="986970"/>
                </a:lnTo>
                <a:lnTo>
                  <a:pt x="444108" y="990302"/>
                </a:lnTo>
                <a:lnTo>
                  <a:pt x="444514" y="993633"/>
                </a:lnTo>
                <a:lnTo>
                  <a:pt x="444945" y="996965"/>
                </a:lnTo>
                <a:lnTo>
                  <a:pt x="445364" y="1000297"/>
                </a:lnTo>
                <a:lnTo>
                  <a:pt x="445795" y="1003628"/>
                </a:lnTo>
                <a:lnTo>
                  <a:pt x="446214" y="1006972"/>
                </a:lnTo>
                <a:lnTo>
                  <a:pt x="446632" y="1010304"/>
                </a:lnTo>
                <a:lnTo>
                  <a:pt x="447064" y="1013648"/>
                </a:lnTo>
                <a:lnTo>
                  <a:pt x="447482" y="1016992"/>
                </a:lnTo>
                <a:lnTo>
                  <a:pt x="447901" y="1020337"/>
                </a:lnTo>
                <a:lnTo>
                  <a:pt x="448332" y="1023681"/>
                </a:lnTo>
                <a:lnTo>
                  <a:pt x="448751" y="1027025"/>
                </a:lnTo>
                <a:lnTo>
                  <a:pt x="449182" y="1030369"/>
                </a:lnTo>
                <a:lnTo>
                  <a:pt x="449600" y="1033726"/>
                </a:lnTo>
                <a:lnTo>
                  <a:pt x="450019" y="1037070"/>
                </a:lnTo>
                <a:lnTo>
                  <a:pt x="450438" y="1040427"/>
                </a:lnTo>
                <a:lnTo>
                  <a:pt x="450869" y="1043784"/>
                </a:lnTo>
                <a:lnTo>
                  <a:pt x="451287" y="1047141"/>
                </a:lnTo>
                <a:lnTo>
                  <a:pt x="451719" y="1050486"/>
                </a:lnTo>
                <a:lnTo>
                  <a:pt x="452137" y="1053843"/>
                </a:lnTo>
                <a:lnTo>
                  <a:pt x="452556" y="1057200"/>
                </a:lnTo>
                <a:lnTo>
                  <a:pt x="452974" y="1060556"/>
                </a:lnTo>
                <a:lnTo>
                  <a:pt x="453406" y="1063913"/>
                </a:lnTo>
                <a:lnTo>
                  <a:pt x="453824" y="1067270"/>
                </a:lnTo>
                <a:lnTo>
                  <a:pt x="454256" y="1070640"/>
                </a:lnTo>
                <a:lnTo>
                  <a:pt x="454674" y="1073997"/>
                </a:lnTo>
                <a:lnTo>
                  <a:pt x="455093" y="1077367"/>
                </a:lnTo>
                <a:lnTo>
                  <a:pt x="455524" y="1080736"/>
                </a:lnTo>
                <a:lnTo>
                  <a:pt x="455943" y="1084093"/>
                </a:lnTo>
                <a:lnTo>
                  <a:pt x="456361" y="1087463"/>
                </a:lnTo>
                <a:lnTo>
                  <a:pt x="456792" y="1090820"/>
                </a:lnTo>
                <a:lnTo>
                  <a:pt x="457211" y="1094190"/>
                </a:lnTo>
                <a:lnTo>
                  <a:pt x="457642" y="1097559"/>
                </a:lnTo>
                <a:lnTo>
                  <a:pt x="458061" y="1100942"/>
                </a:lnTo>
                <a:lnTo>
                  <a:pt x="458479" y="1104299"/>
                </a:lnTo>
                <a:lnTo>
                  <a:pt x="458911" y="1107668"/>
                </a:lnTo>
                <a:lnTo>
                  <a:pt x="459329" y="1111051"/>
                </a:lnTo>
                <a:lnTo>
                  <a:pt x="459761" y="1114420"/>
                </a:lnTo>
                <a:lnTo>
                  <a:pt x="460166" y="1117790"/>
                </a:lnTo>
                <a:lnTo>
                  <a:pt x="460598" y="1121160"/>
                </a:lnTo>
                <a:lnTo>
                  <a:pt x="461016" y="1124542"/>
                </a:lnTo>
                <a:lnTo>
                  <a:pt x="461448" y="1127912"/>
                </a:lnTo>
                <a:lnTo>
                  <a:pt x="461866" y="1131294"/>
                </a:lnTo>
                <a:lnTo>
                  <a:pt x="462285" y="1134664"/>
                </a:lnTo>
                <a:lnTo>
                  <a:pt x="462716" y="1138046"/>
                </a:lnTo>
                <a:lnTo>
                  <a:pt x="463135" y="1141429"/>
                </a:lnTo>
                <a:lnTo>
                  <a:pt x="463553" y="1144798"/>
                </a:lnTo>
                <a:lnTo>
                  <a:pt x="463984" y="1148181"/>
                </a:lnTo>
                <a:lnTo>
                  <a:pt x="464403" y="1151550"/>
                </a:lnTo>
                <a:lnTo>
                  <a:pt x="464834" y="1154933"/>
                </a:lnTo>
                <a:lnTo>
                  <a:pt x="465253" y="1158315"/>
                </a:lnTo>
                <a:lnTo>
                  <a:pt x="465671" y="1161685"/>
                </a:lnTo>
                <a:lnTo>
                  <a:pt x="466090" y="1165067"/>
                </a:lnTo>
                <a:lnTo>
                  <a:pt x="466521" y="1168450"/>
                </a:lnTo>
                <a:lnTo>
                  <a:pt x="466940" y="1171819"/>
                </a:lnTo>
                <a:lnTo>
                  <a:pt x="467371" y="1175202"/>
                </a:lnTo>
                <a:lnTo>
                  <a:pt x="467790" y="1178584"/>
                </a:lnTo>
                <a:lnTo>
                  <a:pt x="468208" y="1181966"/>
                </a:lnTo>
                <a:lnTo>
                  <a:pt x="468627" y="1185349"/>
                </a:lnTo>
                <a:lnTo>
                  <a:pt x="469058" y="1188731"/>
                </a:lnTo>
                <a:lnTo>
                  <a:pt x="469477" y="1192101"/>
                </a:lnTo>
                <a:lnTo>
                  <a:pt x="469908" y="1195483"/>
                </a:lnTo>
                <a:lnTo>
                  <a:pt x="470326" y="1198878"/>
                </a:lnTo>
                <a:lnTo>
                  <a:pt x="470745" y="1202248"/>
                </a:lnTo>
                <a:lnTo>
                  <a:pt x="471164" y="1205630"/>
                </a:lnTo>
                <a:lnTo>
                  <a:pt x="471595" y="1209013"/>
                </a:lnTo>
                <a:lnTo>
                  <a:pt x="472014" y="1212395"/>
                </a:lnTo>
                <a:lnTo>
                  <a:pt x="472445" y="1215778"/>
                </a:lnTo>
                <a:lnTo>
                  <a:pt x="472851" y="1219160"/>
                </a:lnTo>
                <a:lnTo>
                  <a:pt x="473295" y="1222530"/>
                </a:lnTo>
                <a:lnTo>
                  <a:pt x="473701" y="1225912"/>
                </a:lnTo>
                <a:lnTo>
                  <a:pt x="474132" y="1229294"/>
                </a:lnTo>
                <a:lnTo>
                  <a:pt x="474550" y="1232664"/>
                </a:lnTo>
                <a:lnTo>
                  <a:pt x="474969" y="1236047"/>
                </a:lnTo>
                <a:lnTo>
                  <a:pt x="475400" y="1239429"/>
                </a:lnTo>
                <a:lnTo>
                  <a:pt x="475819" y="1242799"/>
                </a:lnTo>
                <a:lnTo>
                  <a:pt x="476237" y="1246181"/>
                </a:lnTo>
                <a:lnTo>
                  <a:pt x="476669" y="1249551"/>
                </a:lnTo>
                <a:lnTo>
                  <a:pt x="477087" y="1252933"/>
                </a:lnTo>
                <a:lnTo>
                  <a:pt x="477518" y="1256303"/>
                </a:lnTo>
                <a:lnTo>
                  <a:pt x="477937" y="1259685"/>
                </a:lnTo>
                <a:lnTo>
                  <a:pt x="478356" y="1263067"/>
                </a:lnTo>
                <a:lnTo>
                  <a:pt x="478774" y="1266437"/>
                </a:lnTo>
                <a:lnTo>
                  <a:pt x="479205" y="1269820"/>
                </a:lnTo>
                <a:lnTo>
                  <a:pt x="479624" y="1273189"/>
                </a:lnTo>
                <a:lnTo>
                  <a:pt x="480055" y="1276559"/>
                </a:lnTo>
                <a:lnTo>
                  <a:pt x="480474" y="1279929"/>
                </a:lnTo>
                <a:lnTo>
                  <a:pt x="480892" y="1283311"/>
                </a:lnTo>
                <a:lnTo>
                  <a:pt x="481311" y="1286668"/>
                </a:lnTo>
                <a:lnTo>
                  <a:pt x="481742" y="1290038"/>
                </a:lnTo>
                <a:lnTo>
                  <a:pt x="482161" y="1293407"/>
                </a:lnTo>
                <a:lnTo>
                  <a:pt x="482592" y="1296777"/>
                </a:lnTo>
                <a:lnTo>
                  <a:pt x="483011" y="1300147"/>
                </a:lnTo>
                <a:lnTo>
                  <a:pt x="483429" y="1303516"/>
                </a:lnTo>
                <a:lnTo>
                  <a:pt x="483861" y="1306886"/>
                </a:lnTo>
                <a:lnTo>
                  <a:pt x="484279" y="1310243"/>
                </a:lnTo>
                <a:lnTo>
                  <a:pt x="484698" y="1313613"/>
                </a:lnTo>
                <a:lnTo>
                  <a:pt x="485129" y="1316982"/>
                </a:lnTo>
                <a:lnTo>
                  <a:pt x="485548" y="1320339"/>
                </a:lnTo>
                <a:lnTo>
                  <a:pt x="485979" y="1323696"/>
                </a:lnTo>
                <a:lnTo>
                  <a:pt x="486385" y="1327066"/>
                </a:lnTo>
                <a:lnTo>
                  <a:pt x="486816" y="1330423"/>
                </a:lnTo>
                <a:lnTo>
                  <a:pt x="487235" y="1333780"/>
                </a:lnTo>
                <a:lnTo>
                  <a:pt x="487666" y="1337137"/>
                </a:lnTo>
                <a:lnTo>
                  <a:pt x="488084" y="1340494"/>
                </a:lnTo>
                <a:lnTo>
                  <a:pt x="488503" y="1343838"/>
                </a:lnTo>
                <a:lnTo>
                  <a:pt x="488934" y="1347195"/>
                </a:lnTo>
                <a:lnTo>
                  <a:pt x="489353" y="1350552"/>
                </a:lnTo>
                <a:lnTo>
                  <a:pt x="489771" y="1353909"/>
                </a:lnTo>
                <a:lnTo>
                  <a:pt x="490203" y="1357253"/>
                </a:lnTo>
                <a:lnTo>
                  <a:pt x="490621" y="1360597"/>
                </a:lnTo>
                <a:lnTo>
                  <a:pt x="491053" y="1363954"/>
                </a:lnTo>
                <a:lnTo>
                  <a:pt x="491471" y="1367298"/>
                </a:lnTo>
                <a:lnTo>
                  <a:pt x="491890" y="1370643"/>
                </a:lnTo>
                <a:lnTo>
                  <a:pt x="492308" y="1373987"/>
                </a:lnTo>
                <a:lnTo>
                  <a:pt x="492740" y="1377331"/>
                </a:lnTo>
                <a:lnTo>
                  <a:pt x="493158" y="1380675"/>
                </a:lnTo>
                <a:lnTo>
                  <a:pt x="493589" y="1384007"/>
                </a:lnTo>
                <a:lnTo>
                  <a:pt x="494008" y="1387351"/>
                </a:lnTo>
                <a:lnTo>
                  <a:pt x="494427" y="1390683"/>
                </a:lnTo>
                <a:lnTo>
                  <a:pt x="494845" y="1394014"/>
                </a:lnTo>
                <a:lnTo>
                  <a:pt x="495276" y="1397346"/>
                </a:lnTo>
                <a:lnTo>
                  <a:pt x="495708" y="1400677"/>
                </a:lnTo>
                <a:lnTo>
                  <a:pt x="496126" y="1404009"/>
                </a:lnTo>
                <a:lnTo>
                  <a:pt x="496545" y="1407340"/>
                </a:lnTo>
                <a:lnTo>
                  <a:pt x="496963" y="1410659"/>
                </a:lnTo>
                <a:lnTo>
                  <a:pt x="497395" y="1413991"/>
                </a:lnTo>
                <a:lnTo>
                  <a:pt x="497813" y="1417310"/>
                </a:lnTo>
                <a:lnTo>
                  <a:pt x="498245" y="1420628"/>
                </a:lnTo>
                <a:lnTo>
                  <a:pt x="498663" y="1423947"/>
                </a:lnTo>
                <a:lnTo>
                  <a:pt x="499082" y="1427266"/>
                </a:lnTo>
                <a:lnTo>
                  <a:pt x="499513" y="1430585"/>
                </a:lnTo>
                <a:lnTo>
                  <a:pt x="499932" y="1433904"/>
                </a:lnTo>
                <a:lnTo>
                  <a:pt x="500350" y="1437210"/>
                </a:lnTo>
                <a:lnTo>
                  <a:pt x="500781" y="1440516"/>
                </a:lnTo>
                <a:lnTo>
                  <a:pt x="501200" y="1443822"/>
                </a:lnTo>
                <a:lnTo>
                  <a:pt x="501631" y="1447128"/>
                </a:lnTo>
                <a:lnTo>
                  <a:pt x="502037" y="1450434"/>
                </a:lnTo>
                <a:lnTo>
                  <a:pt x="502468" y="1453740"/>
                </a:lnTo>
                <a:lnTo>
                  <a:pt x="502887" y="1457034"/>
                </a:lnTo>
                <a:lnTo>
                  <a:pt x="503318" y="1460327"/>
                </a:lnTo>
                <a:lnTo>
                  <a:pt x="503737" y="1463633"/>
                </a:lnTo>
                <a:lnTo>
                  <a:pt x="504155" y="1466926"/>
                </a:lnTo>
                <a:lnTo>
                  <a:pt x="504587" y="1470220"/>
                </a:lnTo>
                <a:lnTo>
                  <a:pt x="505005" y="1473500"/>
                </a:lnTo>
                <a:lnTo>
                  <a:pt x="505424" y="1476794"/>
                </a:lnTo>
                <a:lnTo>
                  <a:pt x="505855" y="1480074"/>
                </a:lnTo>
                <a:lnTo>
                  <a:pt x="506274" y="1483355"/>
                </a:lnTo>
                <a:lnTo>
                  <a:pt x="506705" y="1486636"/>
                </a:lnTo>
                <a:lnTo>
                  <a:pt x="507111" y="1489916"/>
                </a:lnTo>
                <a:lnTo>
                  <a:pt x="507542" y="1493184"/>
                </a:lnTo>
                <a:lnTo>
                  <a:pt x="507961" y="1496465"/>
                </a:lnTo>
                <a:lnTo>
                  <a:pt x="508392" y="1499733"/>
                </a:lnTo>
                <a:lnTo>
                  <a:pt x="508811" y="1503001"/>
                </a:lnTo>
                <a:lnTo>
                  <a:pt x="509229" y="1506269"/>
                </a:lnTo>
                <a:lnTo>
                  <a:pt x="509660" y="1509524"/>
                </a:lnTo>
                <a:lnTo>
                  <a:pt x="510079" y="1512792"/>
                </a:lnTo>
                <a:lnTo>
                  <a:pt x="510498" y="1516047"/>
                </a:lnTo>
                <a:lnTo>
                  <a:pt x="510929" y="1519303"/>
                </a:lnTo>
                <a:lnTo>
                  <a:pt x="511347" y="1522558"/>
                </a:lnTo>
                <a:lnTo>
                  <a:pt x="511779" y="1525800"/>
                </a:lnTo>
                <a:lnTo>
                  <a:pt x="512197" y="1529056"/>
                </a:lnTo>
                <a:lnTo>
                  <a:pt x="512616" y="1532298"/>
                </a:lnTo>
                <a:lnTo>
                  <a:pt x="513034" y="1535541"/>
                </a:lnTo>
                <a:lnTo>
                  <a:pt x="513466" y="1538783"/>
                </a:lnTo>
                <a:lnTo>
                  <a:pt x="513884" y="1542013"/>
                </a:lnTo>
                <a:lnTo>
                  <a:pt x="514315" y="1545255"/>
                </a:lnTo>
                <a:lnTo>
                  <a:pt x="514734" y="1548485"/>
                </a:lnTo>
                <a:lnTo>
                  <a:pt x="515153" y="1551702"/>
                </a:lnTo>
                <a:lnTo>
                  <a:pt x="515571" y="1554932"/>
                </a:lnTo>
                <a:lnTo>
                  <a:pt x="516002" y="1558162"/>
                </a:lnTo>
                <a:lnTo>
                  <a:pt x="516421" y="1561379"/>
                </a:lnTo>
                <a:lnTo>
                  <a:pt x="516852" y="1564596"/>
                </a:lnTo>
                <a:lnTo>
                  <a:pt x="517271" y="1567813"/>
                </a:lnTo>
                <a:lnTo>
                  <a:pt x="517689" y="1571020"/>
                </a:lnTo>
                <a:lnTo>
                  <a:pt x="518121" y="1574224"/>
                </a:lnTo>
                <a:lnTo>
                  <a:pt x="518539" y="1577434"/>
                </a:lnTo>
                <a:lnTo>
                  <a:pt x="518958" y="1580634"/>
                </a:lnTo>
                <a:lnTo>
                  <a:pt x="519389" y="1583829"/>
                </a:lnTo>
                <a:lnTo>
                  <a:pt x="519808" y="1587029"/>
                </a:lnTo>
                <a:lnTo>
                  <a:pt x="520239" y="1590223"/>
                </a:lnTo>
                <a:lnTo>
                  <a:pt x="520645" y="1593409"/>
                </a:lnTo>
                <a:lnTo>
                  <a:pt x="521076" y="1596594"/>
                </a:lnTo>
                <a:lnTo>
                  <a:pt x="521495" y="1599778"/>
                </a:lnTo>
                <a:lnTo>
                  <a:pt x="521926" y="1602958"/>
                </a:lnTo>
                <a:lnTo>
                  <a:pt x="522345" y="1606133"/>
                </a:lnTo>
                <a:lnTo>
                  <a:pt x="522763" y="1609313"/>
                </a:lnTo>
                <a:lnTo>
                  <a:pt x="523194" y="1612473"/>
                </a:lnTo>
                <a:lnTo>
                  <a:pt x="523613" y="1615643"/>
                </a:lnTo>
                <a:lnTo>
                  <a:pt x="524032" y="1618808"/>
                </a:lnTo>
                <a:lnTo>
                  <a:pt x="524463" y="1621968"/>
                </a:lnTo>
                <a:lnTo>
                  <a:pt x="524881" y="1625124"/>
                </a:lnTo>
                <a:lnTo>
                  <a:pt x="525313" y="1628279"/>
                </a:lnTo>
                <a:lnTo>
                  <a:pt x="525731" y="1631429"/>
                </a:lnTo>
                <a:lnTo>
                  <a:pt x="526150" y="1634575"/>
                </a:lnTo>
                <a:lnTo>
                  <a:pt x="526568" y="1637714"/>
                </a:lnTo>
                <a:lnTo>
                  <a:pt x="527000" y="1640855"/>
                </a:lnTo>
                <a:lnTo>
                  <a:pt x="527418" y="1643996"/>
                </a:lnTo>
                <a:lnTo>
                  <a:pt x="527850" y="1647125"/>
                </a:lnTo>
                <a:lnTo>
                  <a:pt x="528268" y="1650251"/>
                </a:lnTo>
                <a:lnTo>
                  <a:pt x="528687" y="1653371"/>
                </a:lnTo>
                <a:lnTo>
                  <a:pt x="529105" y="1656497"/>
                </a:lnTo>
                <a:lnTo>
                  <a:pt x="529537" y="1659612"/>
                </a:lnTo>
                <a:lnTo>
                  <a:pt x="529955" y="1662723"/>
                </a:lnTo>
                <a:lnTo>
                  <a:pt x="530386" y="1665834"/>
                </a:lnTo>
                <a:lnTo>
                  <a:pt x="530805" y="1668944"/>
                </a:lnTo>
                <a:lnTo>
                  <a:pt x="531224" y="1672044"/>
                </a:lnTo>
                <a:lnTo>
                  <a:pt x="531655" y="1675145"/>
                </a:lnTo>
                <a:lnTo>
                  <a:pt x="532073" y="1678235"/>
                </a:lnTo>
                <a:lnTo>
                  <a:pt x="532492" y="1681327"/>
                </a:lnTo>
                <a:lnTo>
                  <a:pt x="532923" y="1684411"/>
                </a:lnTo>
                <a:lnTo>
                  <a:pt x="533342" y="1687498"/>
                </a:lnTo>
                <a:lnTo>
                  <a:pt x="533773" y="1690573"/>
                </a:lnTo>
                <a:lnTo>
                  <a:pt x="534192" y="1693655"/>
                </a:lnTo>
                <a:lnTo>
                  <a:pt x="534610" y="1696725"/>
                </a:lnTo>
                <a:lnTo>
                  <a:pt x="535042" y="1699786"/>
                </a:lnTo>
                <a:lnTo>
                  <a:pt x="535460" y="1702852"/>
                </a:lnTo>
                <a:lnTo>
                  <a:pt x="535891" y="1705912"/>
                </a:lnTo>
                <a:lnTo>
                  <a:pt x="536297" y="1708968"/>
                </a:lnTo>
                <a:lnTo>
                  <a:pt x="536729" y="1712020"/>
                </a:lnTo>
                <a:lnTo>
                  <a:pt x="537147" y="1715065"/>
                </a:lnTo>
                <a:lnTo>
                  <a:pt x="537578" y="1718107"/>
                </a:lnTo>
                <a:lnTo>
                  <a:pt x="537997" y="1721147"/>
                </a:lnTo>
                <a:lnTo>
                  <a:pt x="538416" y="1724179"/>
                </a:lnTo>
                <a:lnTo>
                  <a:pt x="538847" y="1727210"/>
                </a:lnTo>
                <a:lnTo>
                  <a:pt x="539265" y="1730236"/>
                </a:lnTo>
                <a:lnTo>
                  <a:pt x="539684" y="1733253"/>
                </a:lnTo>
                <a:lnTo>
                  <a:pt x="540115" y="1736269"/>
                </a:lnTo>
                <a:lnTo>
                  <a:pt x="540534" y="1739280"/>
                </a:lnTo>
                <a:lnTo>
                  <a:pt x="540965" y="1742291"/>
                </a:lnTo>
                <a:lnTo>
                  <a:pt x="541371" y="1745302"/>
                </a:lnTo>
                <a:lnTo>
                  <a:pt x="541802" y="1748294"/>
                </a:lnTo>
                <a:lnTo>
                  <a:pt x="542221" y="1751290"/>
                </a:lnTo>
                <a:lnTo>
                  <a:pt x="542652" y="1754282"/>
                </a:lnTo>
                <a:lnTo>
                  <a:pt x="543071" y="1757269"/>
                </a:lnTo>
                <a:lnTo>
                  <a:pt x="543489" y="1760249"/>
                </a:lnTo>
                <a:lnTo>
                  <a:pt x="543921" y="1763226"/>
                </a:lnTo>
                <a:lnTo>
                  <a:pt x="544339" y="1766198"/>
                </a:lnTo>
                <a:lnTo>
                  <a:pt x="544758" y="1769170"/>
                </a:lnTo>
                <a:lnTo>
                  <a:pt x="545189" y="1772136"/>
                </a:lnTo>
                <a:lnTo>
                  <a:pt x="545608" y="1775093"/>
                </a:lnTo>
                <a:lnTo>
                  <a:pt x="546039" y="1778050"/>
                </a:lnTo>
                <a:lnTo>
                  <a:pt x="546457" y="1780996"/>
                </a:lnTo>
                <a:lnTo>
                  <a:pt x="546876" y="1783939"/>
                </a:lnTo>
                <a:lnTo>
                  <a:pt x="547295" y="1786880"/>
                </a:lnTo>
                <a:lnTo>
                  <a:pt x="547726" y="1789812"/>
                </a:lnTo>
                <a:lnTo>
                  <a:pt x="548144" y="1792745"/>
                </a:lnTo>
                <a:lnTo>
                  <a:pt x="548576" y="1795670"/>
                </a:lnTo>
                <a:lnTo>
                  <a:pt x="548994" y="1798598"/>
                </a:lnTo>
                <a:lnTo>
                  <a:pt x="549413" y="1801504"/>
                </a:lnTo>
                <a:lnTo>
                  <a:pt x="549831" y="1804426"/>
                </a:lnTo>
                <a:lnTo>
                  <a:pt x="550263" y="1807329"/>
                </a:lnTo>
                <a:lnTo>
                  <a:pt x="550681" y="1810231"/>
                </a:lnTo>
                <a:lnTo>
                  <a:pt x="551112" y="1813129"/>
                </a:lnTo>
                <a:lnTo>
                  <a:pt x="551531" y="1816021"/>
                </a:lnTo>
                <a:lnTo>
                  <a:pt x="551950" y="1818908"/>
                </a:lnTo>
                <a:lnTo>
                  <a:pt x="552381" y="1821790"/>
                </a:lnTo>
                <a:lnTo>
                  <a:pt x="552800" y="1824667"/>
                </a:lnTo>
                <a:lnTo>
                  <a:pt x="553218" y="1827535"/>
                </a:lnTo>
                <a:lnTo>
                  <a:pt x="553649" y="1830407"/>
                </a:lnTo>
                <a:lnTo>
                  <a:pt x="554068" y="1833259"/>
                </a:lnTo>
                <a:lnTo>
                  <a:pt x="554499" y="1836118"/>
                </a:lnTo>
                <a:lnTo>
                  <a:pt x="554905" y="1838975"/>
                </a:lnTo>
                <a:lnTo>
                  <a:pt x="555336" y="1841817"/>
                </a:lnTo>
                <a:lnTo>
                  <a:pt x="555755" y="1844660"/>
                </a:lnTo>
                <a:lnTo>
                  <a:pt x="556186" y="1847493"/>
                </a:lnTo>
                <a:lnTo>
                  <a:pt x="556605" y="1850325"/>
                </a:lnTo>
                <a:lnTo>
                  <a:pt x="557023" y="1853153"/>
                </a:lnTo>
                <a:lnTo>
                  <a:pt x="557455" y="1855971"/>
                </a:lnTo>
                <a:lnTo>
                  <a:pt x="557873" y="1858794"/>
                </a:lnTo>
                <a:lnTo>
                  <a:pt x="558292" y="1861602"/>
                </a:lnTo>
                <a:lnTo>
                  <a:pt x="558723" y="1864404"/>
                </a:lnTo>
                <a:lnTo>
                  <a:pt x="559142" y="1867203"/>
                </a:lnTo>
                <a:lnTo>
                  <a:pt x="559573" y="1869995"/>
                </a:lnTo>
                <a:lnTo>
                  <a:pt x="559991" y="1872784"/>
                </a:lnTo>
                <a:lnTo>
                  <a:pt x="560410" y="1875567"/>
                </a:lnTo>
                <a:lnTo>
                  <a:pt x="560829" y="1878344"/>
                </a:lnTo>
                <a:lnTo>
                  <a:pt x="561260" y="1881118"/>
                </a:lnTo>
                <a:lnTo>
                  <a:pt x="561678" y="1883886"/>
                </a:lnTo>
                <a:lnTo>
                  <a:pt x="562110" y="1886645"/>
                </a:lnTo>
                <a:lnTo>
                  <a:pt x="562528" y="1889403"/>
                </a:lnTo>
                <a:lnTo>
                  <a:pt x="562947" y="1892151"/>
                </a:lnTo>
                <a:lnTo>
                  <a:pt x="563365" y="1894895"/>
                </a:lnTo>
                <a:lnTo>
                  <a:pt x="563797" y="1897633"/>
                </a:lnTo>
                <a:lnTo>
                  <a:pt x="564215" y="1900372"/>
                </a:lnTo>
                <a:lnTo>
                  <a:pt x="564647" y="1903096"/>
                </a:lnTo>
                <a:lnTo>
                  <a:pt x="565065" y="1905818"/>
                </a:lnTo>
                <a:lnTo>
                  <a:pt x="565484" y="1908537"/>
                </a:lnTo>
                <a:lnTo>
                  <a:pt x="565915" y="1911241"/>
                </a:lnTo>
                <a:lnTo>
                  <a:pt x="566334" y="1913945"/>
                </a:lnTo>
                <a:lnTo>
                  <a:pt x="566752" y="1916648"/>
                </a:lnTo>
                <a:lnTo>
                  <a:pt x="567183" y="1919337"/>
                </a:lnTo>
                <a:lnTo>
                  <a:pt x="567602" y="1922026"/>
                </a:lnTo>
                <a:lnTo>
                  <a:pt x="568033" y="1924710"/>
                </a:lnTo>
                <a:lnTo>
                  <a:pt x="568439" y="1927389"/>
                </a:lnTo>
                <a:lnTo>
                  <a:pt x="568870" y="1930053"/>
                </a:lnTo>
                <a:lnTo>
                  <a:pt x="569289" y="1932722"/>
                </a:lnTo>
                <a:lnTo>
                  <a:pt x="569720" y="1935381"/>
                </a:lnTo>
                <a:lnTo>
                  <a:pt x="570139" y="1938030"/>
                </a:lnTo>
                <a:lnTo>
                  <a:pt x="570557" y="1940674"/>
                </a:lnTo>
                <a:lnTo>
                  <a:pt x="570989" y="1943318"/>
                </a:lnTo>
                <a:lnTo>
                  <a:pt x="571407" y="1945953"/>
                </a:lnTo>
                <a:lnTo>
                  <a:pt x="571839" y="1948582"/>
                </a:lnTo>
                <a:lnTo>
                  <a:pt x="572257" y="1951202"/>
                </a:lnTo>
                <a:lnTo>
                  <a:pt x="572676" y="1953821"/>
                </a:lnTo>
                <a:lnTo>
                  <a:pt x="573107" y="1956431"/>
                </a:lnTo>
                <a:lnTo>
                  <a:pt x="573526" y="1959030"/>
                </a:lnTo>
                <a:lnTo>
                  <a:pt x="573944" y="1961634"/>
                </a:lnTo>
                <a:lnTo>
                  <a:pt x="574375" y="1964224"/>
                </a:lnTo>
                <a:lnTo>
                  <a:pt x="574794" y="1966808"/>
                </a:lnTo>
                <a:lnTo>
                  <a:pt x="575225" y="1969388"/>
                </a:lnTo>
                <a:lnTo>
                  <a:pt x="575644" y="1971963"/>
                </a:lnTo>
                <a:lnTo>
                  <a:pt x="576062" y="1974528"/>
                </a:lnTo>
                <a:lnTo>
                  <a:pt x="576481" y="1977087"/>
                </a:lnTo>
                <a:lnTo>
                  <a:pt x="576912" y="1979647"/>
                </a:lnTo>
                <a:lnTo>
                  <a:pt x="577331" y="1982193"/>
                </a:lnTo>
                <a:lnTo>
                  <a:pt x="577762" y="1984732"/>
                </a:lnTo>
                <a:lnTo>
                  <a:pt x="578181" y="1987273"/>
                </a:lnTo>
                <a:lnTo>
                  <a:pt x="578599" y="1989798"/>
                </a:lnTo>
                <a:lnTo>
                  <a:pt x="579018" y="1992327"/>
                </a:lnTo>
                <a:lnTo>
                  <a:pt x="579449" y="1994842"/>
                </a:lnTo>
                <a:lnTo>
                  <a:pt x="579868" y="1997352"/>
                </a:lnTo>
                <a:lnTo>
                  <a:pt x="580299" y="1999859"/>
                </a:lnTo>
                <a:lnTo>
                  <a:pt x="580718" y="2002359"/>
                </a:lnTo>
                <a:lnTo>
                  <a:pt x="581136" y="2004848"/>
                </a:lnTo>
                <a:lnTo>
                  <a:pt x="581555" y="2007329"/>
                </a:lnTo>
                <a:lnTo>
                  <a:pt x="581986" y="2009805"/>
                </a:lnTo>
                <a:lnTo>
                  <a:pt x="582405" y="2012281"/>
                </a:lnTo>
                <a:lnTo>
                  <a:pt x="582836" y="2014746"/>
                </a:lnTo>
                <a:lnTo>
                  <a:pt x="583254" y="2017207"/>
                </a:lnTo>
                <a:lnTo>
                  <a:pt x="583673" y="2019657"/>
                </a:lnTo>
                <a:lnTo>
                  <a:pt x="584092" y="2022104"/>
                </a:lnTo>
                <a:lnTo>
                  <a:pt x="584523" y="2024539"/>
                </a:lnTo>
                <a:lnTo>
                  <a:pt x="584941" y="2026970"/>
                </a:lnTo>
                <a:lnTo>
                  <a:pt x="585373" y="2029401"/>
                </a:lnTo>
                <a:lnTo>
                  <a:pt x="585791" y="2031821"/>
                </a:lnTo>
                <a:lnTo>
                  <a:pt x="586210" y="2034228"/>
                </a:lnTo>
                <a:lnTo>
                  <a:pt x="586641" y="2036634"/>
                </a:lnTo>
                <a:lnTo>
                  <a:pt x="587060" y="2039029"/>
                </a:lnTo>
                <a:lnTo>
                  <a:pt x="587478" y="2041421"/>
                </a:lnTo>
                <a:lnTo>
                  <a:pt x="587910" y="2043812"/>
                </a:lnTo>
                <a:lnTo>
                  <a:pt x="588328" y="2046188"/>
                </a:lnTo>
                <a:lnTo>
                  <a:pt x="588759" y="2048565"/>
                </a:lnTo>
                <a:lnTo>
                  <a:pt x="589165" y="2050926"/>
                </a:lnTo>
                <a:lnTo>
                  <a:pt x="589597" y="2053288"/>
                </a:lnTo>
                <a:lnTo>
                  <a:pt x="590015" y="2055639"/>
                </a:lnTo>
                <a:lnTo>
                  <a:pt x="590446" y="2057976"/>
                </a:lnTo>
                <a:lnTo>
                  <a:pt x="590865" y="2060312"/>
                </a:lnTo>
                <a:lnTo>
                  <a:pt x="591284" y="2062654"/>
                </a:lnTo>
                <a:lnTo>
                  <a:pt x="591702" y="2064976"/>
                </a:lnTo>
                <a:lnTo>
                  <a:pt x="592133" y="2067288"/>
                </a:lnTo>
                <a:lnTo>
                  <a:pt x="592552" y="2069594"/>
                </a:lnTo>
                <a:lnTo>
                  <a:pt x="592983" y="2071901"/>
                </a:lnTo>
                <a:lnTo>
                  <a:pt x="593402" y="2074192"/>
                </a:lnTo>
                <a:lnTo>
                  <a:pt x="593820" y="2076485"/>
                </a:lnTo>
                <a:lnTo>
                  <a:pt x="594252" y="2078771"/>
                </a:lnTo>
                <a:lnTo>
                  <a:pt x="594670" y="2081039"/>
                </a:lnTo>
                <a:lnTo>
                  <a:pt x="595089" y="2083306"/>
                </a:lnTo>
                <a:lnTo>
                  <a:pt x="595520" y="2085568"/>
                </a:lnTo>
                <a:lnTo>
                  <a:pt x="595939" y="2087821"/>
                </a:lnTo>
                <a:lnTo>
                  <a:pt x="596370" y="2090068"/>
                </a:lnTo>
                <a:lnTo>
                  <a:pt x="596776" y="2092305"/>
                </a:lnTo>
                <a:lnTo>
                  <a:pt x="597207" y="2094538"/>
                </a:lnTo>
                <a:lnTo>
                  <a:pt x="597626" y="2096765"/>
                </a:lnTo>
                <a:lnTo>
                  <a:pt x="598057" y="2098983"/>
                </a:lnTo>
                <a:lnTo>
                  <a:pt x="598475" y="2101190"/>
                </a:lnTo>
                <a:lnTo>
                  <a:pt x="598894" y="2103398"/>
                </a:lnTo>
                <a:lnTo>
                  <a:pt x="599325" y="2105590"/>
                </a:lnTo>
                <a:lnTo>
                  <a:pt x="599744" y="2107773"/>
                </a:lnTo>
                <a:lnTo>
                  <a:pt x="600163" y="2109962"/>
                </a:lnTo>
                <a:lnTo>
                  <a:pt x="600594" y="2112129"/>
                </a:lnTo>
                <a:lnTo>
                  <a:pt x="601012" y="2114297"/>
                </a:lnTo>
                <a:lnTo>
                  <a:pt x="601444" y="2116459"/>
                </a:lnTo>
                <a:lnTo>
                  <a:pt x="601862" y="2118608"/>
                </a:lnTo>
                <a:lnTo>
                  <a:pt x="602281" y="2120751"/>
                </a:lnTo>
                <a:lnTo>
                  <a:pt x="602699" y="2122895"/>
                </a:lnTo>
                <a:lnTo>
                  <a:pt x="603131" y="2125022"/>
                </a:lnTo>
                <a:lnTo>
                  <a:pt x="603549" y="2127141"/>
                </a:lnTo>
                <a:lnTo>
                  <a:pt x="603980" y="2129254"/>
                </a:lnTo>
                <a:lnTo>
                  <a:pt x="604399" y="2131362"/>
                </a:lnTo>
                <a:lnTo>
                  <a:pt x="604818" y="2133466"/>
                </a:lnTo>
                <a:lnTo>
                  <a:pt x="605236" y="2135560"/>
                </a:lnTo>
                <a:lnTo>
                  <a:pt x="605667" y="2137643"/>
                </a:lnTo>
                <a:lnTo>
                  <a:pt x="606086" y="2139722"/>
                </a:lnTo>
                <a:lnTo>
                  <a:pt x="606517" y="2141791"/>
                </a:lnTo>
                <a:lnTo>
                  <a:pt x="606936" y="2143854"/>
                </a:lnTo>
                <a:lnTo>
                  <a:pt x="607354" y="2145908"/>
                </a:lnTo>
                <a:lnTo>
                  <a:pt x="607786" y="2147947"/>
                </a:lnTo>
                <a:lnTo>
                  <a:pt x="608204" y="2149986"/>
                </a:lnTo>
                <a:lnTo>
                  <a:pt x="608623" y="2152020"/>
                </a:lnTo>
                <a:lnTo>
                  <a:pt x="609054" y="2154045"/>
                </a:lnTo>
                <a:lnTo>
                  <a:pt x="609473" y="2156058"/>
                </a:lnTo>
                <a:lnTo>
                  <a:pt x="609904" y="2158068"/>
                </a:lnTo>
                <a:lnTo>
                  <a:pt x="610323" y="2160072"/>
                </a:lnTo>
                <a:lnTo>
                  <a:pt x="610741" y="2162066"/>
                </a:lnTo>
                <a:lnTo>
                  <a:pt x="611172" y="2164051"/>
                </a:lnTo>
                <a:lnTo>
                  <a:pt x="611591" y="2166029"/>
                </a:lnTo>
                <a:lnTo>
                  <a:pt x="612022" y="2167999"/>
                </a:lnTo>
                <a:lnTo>
                  <a:pt x="612428" y="2169964"/>
                </a:lnTo>
                <a:lnTo>
                  <a:pt x="612859" y="2171913"/>
                </a:lnTo>
                <a:lnTo>
                  <a:pt x="613278" y="2173858"/>
                </a:lnTo>
                <a:lnTo>
                  <a:pt x="613709" y="2175798"/>
                </a:lnTo>
                <a:lnTo>
                  <a:pt x="614128" y="2177733"/>
                </a:lnTo>
                <a:lnTo>
                  <a:pt x="614546" y="2179658"/>
                </a:lnTo>
                <a:lnTo>
                  <a:pt x="614978" y="2181568"/>
                </a:lnTo>
                <a:lnTo>
                  <a:pt x="615396" y="2183478"/>
                </a:lnTo>
                <a:lnTo>
                  <a:pt x="615815" y="2185378"/>
                </a:lnTo>
                <a:lnTo>
                  <a:pt x="616246" y="2187267"/>
                </a:lnTo>
                <a:lnTo>
                  <a:pt x="616665" y="2189153"/>
                </a:lnTo>
                <a:lnTo>
                  <a:pt x="617096" y="2191023"/>
                </a:lnTo>
                <a:lnTo>
                  <a:pt x="617502" y="2192893"/>
                </a:lnTo>
                <a:lnTo>
                  <a:pt x="617933" y="2194754"/>
                </a:lnTo>
                <a:lnTo>
                  <a:pt x="618352" y="2196609"/>
                </a:lnTo>
                <a:lnTo>
                  <a:pt x="618783" y="2198449"/>
                </a:lnTo>
                <a:lnTo>
                  <a:pt x="619202" y="2200280"/>
                </a:lnTo>
                <a:lnTo>
                  <a:pt x="619620" y="2202115"/>
                </a:lnTo>
                <a:lnTo>
                  <a:pt x="620051" y="2203931"/>
                </a:lnTo>
                <a:lnTo>
                  <a:pt x="620470" y="2205742"/>
                </a:lnTo>
                <a:lnTo>
                  <a:pt x="620889" y="2207547"/>
                </a:lnTo>
                <a:lnTo>
                  <a:pt x="621320" y="2209344"/>
                </a:lnTo>
                <a:lnTo>
                  <a:pt x="621738" y="2211130"/>
                </a:lnTo>
                <a:lnTo>
                  <a:pt x="622170" y="2212911"/>
                </a:lnTo>
                <a:lnTo>
                  <a:pt x="622588" y="2214681"/>
                </a:lnTo>
                <a:lnTo>
                  <a:pt x="623007" y="2216447"/>
                </a:lnTo>
                <a:lnTo>
                  <a:pt x="623425" y="2218194"/>
                </a:lnTo>
                <a:lnTo>
                  <a:pt x="623857" y="2219945"/>
                </a:lnTo>
                <a:lnTo>
                  <a:pt x="624275" y="2221676"/>
                </a:lnTo>
                <a:lnTo>
                  <a:pt x="624707" y="2223413"/>
                </a:lnTo>
                <a:lnTo>
                  <a:pt x="625125" y="2225130"/>
                </a:lnTo>
                <a:lnTo>
                  <a:pt x="625544" y="2226851"/>
                </a:lnTo>
                <a:lnTo>
                  <a:pt x="625962" y="2228553"/>
                </a:lnTo>
                <a:lnTo>
                  <a:pt x="626394" y="2230249"/>
                </a:lnTo>
                <a:lnTo>
                  <a:pt x="626812" y="2231936"/>
                </a:lnTo>
                <a:lnTo>
                  <a:pt x="627243" y="2233617"/>
                </a:lnTo>
                <a:lnTo>
                  <a:pt x="627662" y="2235289"/>
                </a:lnTo>
                <a:lnTo>
                  <a:pt x="628081" y="2236956"/>
                </a:lnTo>
                <a:lnTo>
                  <a:pt x="628512" y="2238613"/>
                </a:lnTo>
                <a:lnTo>
                  <a:pt x="628930" y="2240255"/>
                </a:lnTo>
                <a:lnTo>
                  <a:pt x="629349" y="2241898"/>
                </a:lnTo>
                <a:lnTo>
                  <a:pt x="629780" y="2243524"/>
                </a:lnTo>
                <a:lnTo>
                  <a:pt x="630199" y="2245152"/>
                </a:lnTo>
                <a:lnTo>
                  <a:pt x="630630" y="2246764"/>
                </a:lnTo>
                <a:lnTo>
                  <a:pt x="631036" y="2248371"/>
                </a:lnTo>
                <a:lnTo>
                  <a:pt x="631467" y="2249963"/>
                </a:lnTo>
                <a:lnTo>
                  <a:pt x="631886" y="2251557"/>
                </a:lnTo>
                <a:lnTo>
                  <a:pt x="632317" y="2253133"/>
                </a:lnTo>
                <a:lnTo>
                  <a:pt x="632736" y="2254711"/>
                </a:lnTo>
                <a:lnTo>
                  <a:pt x="633154" y="2256269"/>
                </a:lnTo>
                <a:lnTo>
                  <a:pt x="633586" y="2257827"/>
                </a:lnTo>
                <a:lnTo>
                  <a:pt x="634004" y="2259369"/>
                </a:lnTo>
                <a:lnTo>
                  <a:pt x="634423" y="2260913"/>
                </a:lnTo>
                <a:lnTo>
                  <a:pt x="634854" y="2262440"/>
                </a:lnTo>
                <a:lnTo>
                  <a:pt x="635273" y="2263958"/>
                </a:lnTo>
                <a:lnTo>
                  <a:pt x="635704" y="2265472"/>
                </a:lnTo>
                <a:lnTo>
                  <a:pt x="636122" y="2266980"/>
                </a:lnTo>
                <a:lnTo>
                  <a:pt x="636541" y="2268469"/>
                </a:lnTo>
                <a:lnTo>
                  <a:pt x="636960" y="2269956"/>
                </a:lnTo>
                <a:lnTo>
                  <a:pt x="637391" y="2271430"/>
                </a:lnTo>
                <a:lnTo>
                  <a:pt x="637809" y="2272903"/>
                </a:lnTo>
                <a:lnTo>
                  <a:pt x="638241" y="2274366"/>
                </a:lnTo>
                <a:lnTo>
                  <a:pt x="638659" y="2275816"/>
                </a:lnTo>
                <a:lnTo>
                  <a:pt x="639078" y="2277259"/>
                </a:lnTo>
                <a:lnTo>
                  <a:pt x="639496" y="2278697"/>
                </a:lnTo>
                <a:lnTo>
                  <a:pt x="639928" y="2280116"/>
                </a:lnTo>
                <a:lnTo>
                  <a:pt x="640346" y="2281535"/>
                </a:lnTo>
                <a:lnTo>
                  <a:pt x="640777" y="2282944"/>
                </a:lnTo>
                <a:lnTo>
                  <a:pt x="641196" y="2284348"/>
                </a:lnTo>
                <a:lnTo>
                  <a:pt x="641615" y="2285737"/>
                </a:lnTo>
                <a:lnTo>
                  <a:pt x="642046" y="2287121"/>
                </a:lnTo>
                <a:lnTo>
                  <a:pt x="642464" y="2288496"/>
                </a:lnTo>
                <a:lnTo>
                  <a:pt x="642883" y="2289855"/>
                </a:lnTo>
                <a:lnTo>
                  <a:pt x="643314" y="2291215"/>
                </a:lnTo>
                <a:lnTo>
                  <a:pt x="643733" y="2292559"/>
                </a:lnTo>
                <a:lnTo>
                  <a:pt x="644164" y="2293903"/>
                </a:lnTo>
                <a:lnTo>
                  <a:pt x="644570" y="2295233"/>
                </a:lnTo>
                <a:lnTo>
                  <a:pt x="645001" y="2296556"/>
                </a:lnTo>
                <a:lnTo>
                  <a:pt x="645420" y="2297861"/>
                </a:lnTo>
                <a:lnTo>
                  <a:pt x="645851" y="2299167"/>
                </a:lnTo>
                <a:lnTo>
                  <a:pt x="646270" y="2300467"/>
                </a:lnTo>
                <a:lnTo>
                  <a:pt x="646688" y="2301751"/>
                </a:lnTo>
                <a:lnTo>
                  <a:pt x="647120" y="2303026"/>
                </a:lnTo>
                <a:lnTo>
                  <a:pt x="647538" y="2304297"/>
                </a:lnTo>
                <a:lnTo>
                  <a:pt x="647969" y="2305557"/>
                </a:lnTo>
                <a:lnTo>
                  <a:pt x="648388" y="2306807"/>
                </a:lnTo>
                <a:lnTo>
                  <a:pt x="648807" y="2308046"/>
                </a:lnTo>
                <a:lnTo>
                  <a:pt x="649238" y="2309281"/>
                </a:lnTo>
                <a:lnTo>
                  <a:pt x="649656" y="2310502"/>
                </a:lnTo>
                <a:lnTo>
                  <a:pt x="650075" y="2311717"/>
                </a:lnTo>
                <a:lnTo>
                  <a:pt x="650506" y="2312928"/>
                </a:lnTo>
                <a:lnTo>
                  <a:pt x="650925" y="2314118"/>
                </a:lnTo>
                <a:lnTo>
                  <a:pt x="651356" y="2315310"/>
                </a:lnTo>
                <a:lnTo>
                  <a:pt x="651762" y="2316485"/>
                </a:lnTo>
                <a:lnTo>
                  <a:pt x="652193" y="2317656"/>
                </a:lnTo>
                <a:lnTo>
                  <a:pt x="652612" y="2318817"/>
                </a:lnTo>
                <a:lnTo>
                  <a:pt x="653043" y="2319967"/>
                </a:lnTo>
                <a:lnTo>
                  <a:pt x="653462" y="2321113"/>
                </a:lnTo>
                <a:lnTo>
                  <a:pt x="653880" y="2322245"/>
                </a:lnTo>
                <a:lnTo>
                  <a:pt x="654312" y="2323375"/>
                </a:lnTo>
                <a:lnTo>
                  <a:pt x="654730" y="2324492"/>
                </a:lnTo>
                <a:lnTo>
                  <a:pt x="655149" y="2325598"/>
                </a:lnTo>
                <a:lnTo>
                  <a:pt x="655580" y="2326699"/>
                </a:lnTo>
                <a:lnTo>
                  <a:pt x="655999" y="2327781"/>
                </a:lnTo>
                <a:lnTo>
                  <a:pt x="656430" y="2328862"/>
                </a:lnTo>
                <a:lnTo>
                  <a:pt x="656848" y="2329939"/>
                </a:lnTo>
                <a:lnTo>
                  <a:pt x="657267" y="2331001"/>
                </a:lnTo>
                <a:lnTo>
                  <a:pt x="657686" y="2332052"/>
                </a:lnTo>
                <a:lnTo>
                  <a:pt x="658117" y="2333094"/>
                </a:lnTo>
                <a:lnTo>
                  <a:pt x="658535" y="2334131"/>
                </a:lnTo>
                <a:lnTo>
                  <a:pt x="658967" y="2335153"/>
                </a:lnTo>
                <a:lnTo>
                  <a:pt x="659385" y="2336170"/>
                </a:lnTo>
                <a:lnTo>
                  <a:pt x="659804" y="2337177"/>
                </a:lnTo>
                <a:lnTo>
                  <a:pt x="660222" y="2338174"/>
                </a:lnTo>
                <a:lnTo>
                  <a:pt x="660654" y="2339167"/>
                </a:lnTo>
                <a:lnTo>
                  <a:pt x="661072" y="2340143"/>
                </a:lnTo>
                <a:lnTo>
                  <a:pt x="661504" y="2341111"/>
                </a:lnTo>
                <a:lnTo>
                  <a:pt x="661922" y="2342074"/>
                </a:lnTo>
                <a:lnTo>
                  <a:pt x="662341" y="2343031"/>
                </a:lnTo>
                <a:lnTo>
                  <a:pt x="662772" y="2343968"/>
                </a:lnTo>
                <a:lnTo>
                  <a:pt x="663191" y="2344911"/>
                </a:lnTo>
                <a:lnTo>
                  <a:pt x="663609" y="2345834"/>
                </a:lnTo>
                <a:lnTo>
                  <a:pt x="664040" y="2346752"/>
                </a:lnTo>
                <a:lnTo>
                  <a:pt x="664459" y="2347655"/>
                </a:lnTo>
                <a:lnTo>
                  <a:pt x="664890" y="2348552"/>
                </a:lnTo>
                <a:lnTo>
                  <a:pt x="665296" y="2349440"/>
                </a:lnTo>
                <a:lnTo>
                  <a:pt x="665727" y="2350319"/>
                </a:lnTo>
                <a:lnTo>
                  <a:pt x="666146" y="2351187"/>
                </a:lnTo>
                <a:lnTo>
                  <a:pt x="666577" y="2352045"/>
                </a:lnTo>
                <a:lnTo>
                  <a:pt x="666996" y="2352899"/>
                </a:lnTo>
                <a:lnTo>
                  <a:pt x="667414" y="2353742"/>
                </a:lnTo>
                <a:lnTo>
                  <a:pt x="667846" y="2354575"/>
                </a:lnTo>
                <a:lnTo>
                  <a:pt x="668264" y="2355399"/>
                </a:lnTo>
                <a:lnTo>
                  <a:pt x="668683" y="2356207"/>
                </a:lnTo>
                <a:lnTo>
                  <a:pt x="669114" y="2357016"/>
                </a:lnTo>
                <a:lnTo>
                  <a:pt x="669533" y="2357809"/>
                </a:lnTo>
                <a:lnTo>
                  <a:pt x="669964" y="2358598"/>
                </a:lnTo>
                <a:lnTo>
                  <a:pt x="670383" y="2359372"/>
                </a:lnTo>
                <a:lnTo>
                  <a:pt x="670801" y="2360142"/>
                </a:lnTo>
                <a:lnTo>
                  <a:pt x="671220" y="2360901"/>
                </a:lnTo>
                <a:lnTo>
                  <a:pt x="671651" y="2361645"/>
                </a:lnTo>
                <a:lnTo>
                  <a:pt x="672070" y="2362388"/>
                </a:lnTo>
                <a:lnTo>
                  <a:pt x="672501" y="2363123"/>
                </a:lnTo>
                <a:lnTo>
                  <a:pt x="672919" y="2363837"/>
                </a:lnTo>
                <a:lnTo>
                  <a:pt x="673338" y="2364551"/>
                </a:lnTo>
                <a:lnTo>
                  <a:pt x="673757" y="2365251"/>
                </a:lnTo>
                <a:lnTo>
                  <a:pt x="674188" y="2365945"/>
                </a:lnTo>
                <a:lnTo>
                  <a:pt x="674606" y="2366625"/>
                </a:lnTo>
                <a:lnTo>
                  <a:pt x="675038" y="2367301"/>
                </a:lnTo>
                <a:lnTo>
                  <a:pt x="675456" y="2367964"/>
                </a:lnTo>
                <a:lnTo>
                  <a:pt x="675875" y="2368619"/>
                </a:lnTo>
                <a:lnTo>
                  <a:pt x="676306" y="2369269"/>
                </a:lnTo>
                <a:lnTo>
                  <a:pt x="676725" y="2369905"/>
                </a:lnTo>
                <a:lnTo>
                  <a:pt x="677143" y="2370529"/>
                </a:lnTo>
                <a:lnTo>
                  <a:pt x="677574" y="2371150"/>
                </a:lnTo>
                <a:lnTo>
                  <a:pt x="677993" y="2371760"/>
                </a:lnTo>
                <a:lnTo>
                  <a:pt x="678424" y="2372355"/>
                </a:lnTo>
                <a:lnTo>
                  <a:pt x="678830" y="2372945"/>
                </a:lnTo>
                <a:lnTo>
                  <a:pt x="679261" y="2373526"/>
                </a:lnTo>
                <a:lnTo>
                  <a:pt x="679680" y="2374096"/>
                </a:lnTo>
                <a:lnTo>
                  <a:pt x="680111" y="2374662"/>
                </a:lnTo>
                <a:lnTo>
                  <a:pt x="680530" y="2375212"/>
                </a:lnTo>
                <a:lnTo>
                  <a:pt x="680949" y="2375754"/>
                </a:lnTo>
                <a:lnTo>
                  <a:pt x="681380" y="2376289"/>
                </a:lnTo>
                <a:lnTo>
                  <a:pt x="681798" y="2376811"/>
                </a:lnTo>
                <a:lnTo>
                  <a:pt x="682217" y="2377331"/>
                </a:lnTo>
                <a:lnTo>
                  <a:pt x="682648" y="2377832"/>
                </a:lnTo>
                <a:lnTo>
                  <a:pt x="683067" y="2378323"/>
                </a:lnTo>
                <a:lnTo>
                  <a:pt x="683498" y="2378810"/>
                </a:lnTo>
                <a:lnTo>
                  <a:pt x="683904" y="2379285"/>
                </a:lnTo>
                <a:lnTo>
                  <a:pt x="684335" y="2379757"/>
                </a:lnTo>
                <a:lnTo>
                  <a:pt x="684754" y="2380208"/>
                </a:lnTo>
                <a:lnTo>
                  <a:pt x="685185" y="2380660"/>
                </a:lnTo>
                <a:lnTo>
                  <a:pt x="685616" y="2381096"/>
                </a:lnTo>
                <a:lnTo>
                  <a:pt x="686022" y="2381533"/>
                </a:lnTo>
                <a:lnTo>
                  <a:pt x="686453" y="2381949"/>
                </a:lnTo>
                <a:lnTo>
                  <a:pt x="686872" y="2382356"/>
                </a:lnTo>
                <a:lnTo>
                  <a:pt x="687303" y="2382763"/>
                </a:lnTo>
                <a:lnTo>
                  <a:pt x="687722" y="2383151"/>
                </a:lnTo>
                <a:lnTo>
                  <a:pt x="688140" y="2383532"/>
                </a:lnTo>
                <a:lnTo>
                  <a:pt x="688572" y="2383900"/>
                </a:lnTo>
                <a:lnTo>
                  <a:pt x="688990" y="2384266"/>
                </a:lnTo>
                <a:lnTo>
                  <a:pt x="689409" y="2384618"/>
                </a:lnTo>
                <a:lnTo>
                  <a:pt x="689840" y="2384961"/>
                </a:lnTo>
                <a:lnTo>
                  <a:pt x="690259" y="2385298"/>
                </a:lnTo>
                <a:lnTo>
                  <a:pt x="690690" y="2385616"/>
                </a:lnTo>
                <a:lnTo>
                  <a:pt x="691109" y="2385938"/>
                </a:lnTo>
                <a:lnTo>
                  <a:pt x="691527" y="2386246"/>
                </a:lnTo>
                <a:lnTo>
                  <a:pt x="704643" y="2390979"/>
                </a:lnTo>
                <a:lnTo>
                  <a:pt x="705061" y="2390979"/>
                </a:lnTo>
                <a:lnTo>
                  <a:pt x="712241" y="2389515"/>
                </a:lnTo>
                <a:lnTo>
                  <a:pt x="712672" y="2389346"/>
                </a:lnTo>
                <a:lnTo>
                  <a:pt x="715627" y="2387873"/>
                </a:lnTo>
                <a:lnTo>
                  <a:pt x="716059" y="2387625"/>
                </a:lnTo>
                <a:lnTo>
                  <a:pt x="716477" y="2387367"/>
                </a:lnTo>
                <a:lnTo>
                  <a:pt x="716908" y="2387099"/>
                </a:lnTo>
                <a:lnTo>
                  <a:pt x="717327" y="2386826"/>
                </a:lnTo>
                <a:lnTo>
                  <a:pt x="717746" y="2386533"/>
                </a:lnTo>
                <a:lnTo>
                  <a:pt x="718164" y="2386246"/>
                </a:lnTo>
                <a:lnTo>
                  <a:pt x="718595" y="2385938"/>
                </a:lnTo>
                <a:lnTo>
                  <a:pt x="719014" y="2385616"/>
                </a:lnTo>
                <a:lnTo>
                  <a:pt x="719445" y="2385298"/>
                </a:lnTo>
                <a:lnTo>
                  <a:pt x="722819" y="2382356"/>
                </a:lnTo>
                <a:lnTo>
                  <a:pt x="723250" y="2381949"/>
                </a:lnTo>
                <a:lnTo>
                  <a:pt x="723669" y="2381533"/>
                </a:lnTo>
                <a:lnTo>
                  <a:pt x="724088" y="2381096"/>
                </a:lnTo>
                <a:lnTo>
                  <a:pt x="724519" y="2380660"/>
                </a:lnTo>
                <a:lnTo>
                  <a:pt x="724937" y="2380208"/>
                </a:lnTo>
                <a:lnTo>
                  <a:pt x="725369" y="2379757"/>
                </a:lnTo>
                <a:lnTo>
                  <a:pt x="725787" y="2379285"/>
                </a:lnTo>
                <a:lnTo>
                  <a:pt x="726206" y="2378810"/>
                </a:lnTo>
                <a:lnTo>
                  <a:pt x="726637" y="2378323"/>
                </a:lnTo>
                <a:lnTo>
                  <a:pt x="727056" y="2377832"/>
                </a:lnTo>
                <a:lnTo>
                  <a:pt x="727487" y="2377331"/>
                </a:lnTo>
                <a:lnTo>
                  <a:pt x="727893" y="2376811"/>
                </a:lnTo>
                <a:lnTo>
                  <a:pt x="728324" y="2376289"/>
                </a:lnTo>
                <a:lnTo>
                  <a:pt x="728743" y="2375754"/>
                </a:lnTo>
                <a:lnTo>
                  <a:pt x="729174" y="2375212"/>
                </a:lnTo>
                <a:lnTo>
                  <a:pt x="729593" y="2374662"/>
                </a:lnTo>
                <a:lnTo>
                  <a:pt x="730011" y="2374096"/>
                </a:lnTo>
                <a:lnTo>
                  <a:pt x="730442" y="2373526"/>
                </a:lnTo>
                <a:lnTo>
                  <a:pt x="730861" y="2372945"/>
                </a:lnTo>
                <a:lnTo>
                  <a:pt x="731280" y="2372355"/>
                </a:lnTo>
                <a:lnTo>
                  <a:pt x="731711" y="2371760"/>
                </a:lnTo>
                <a:lnTo>
                  <a:pt x="732129" y="2371150"/>
                </a:lnTo>
                <a:lnTo>
                  <a:pt x="732561" y="2370529"/>
                </a:lnTo>
                <a:lnTo>
                  <a:pt x="732979" y="2369905"/>
                </a:lnTo>
                <a:lnTo>
                  <a:pt x="733398" y="2369269"/>
                </a:lnTo>
                <a:lnTo>
                  <a:pt x="733816" y="2368619"/>
                </a:lnTo>
                <a:lnTo>
                  <a:pt x="734248" y="2367964"/>
                </a:lnTo>
                <a:lnTo>
                  <a:pt x="734666" y="2367301"/>
                </a:lnTo>
                <a:lnTo>
                  <a:pt x="735098" y="2366625"/>
                </a:lnTo>
                <a:lnTo>
                  <a:pt x="735516" y="2365945"/>
                </a:lnTo>
                <a:lnTo>
                  <a:pt x="735935" y="2365251"/>
                </a:lnTo>
                <a:lnTo>
                  <a:pt x="736353" y="2364551"/>
                </a:lnTo>
                <a:lnTo>
                  <a:pt x="736785" y="2363837"/>
                </a:lnTo>
                <a:lnTo>
                  <a:pt x="737203" y="2363123"/>
                </a:lnTo>
                <a:lnTo>
                  <a:pt x="737634" y="2362388"/>
                </a:lnTo>
                <a:lnTo>
                  <a:pt x="738053" y="2361645"/>
                </a:lnTo>
                <a:lnTo>
                  <a:pt x="738472" y="2360901"/>
                </a:lnTo>
                <a:lnTo>
                  <a:pt x="738903" y="2360142"/>
                </a:lnTo>
                <a:lnTo>
                  <a:pt x="739321" y="2359372"/>
                </a:lnTo>
                <a:lnTo>
                  <a:pt x="739740" y="2358598"/>
                </a:lnTo>
                <a:lnTo>
                  <a:pt x="740171" y="2357809"/>
                </a:lnTo>
                <a:lnTo>
                  <a:pt x="740590" y="2357016"/>
                </a:lnTo>
                <a:lnTo>
                  <a:pt x="741021" y="2356207"/>
                </a:lnTo>
                <a:lnTo>
                  <a:pt x="741427" y="2355399"/>
                </a:lnTo>
                <a:lnTo>
                  <a:pt x="741858" y="2354575"/>
                </a:lnTo>
                <a:lnTo>
                  <a:pt x="742277" y="2353742"/>
                </a:lnTo>
                <a:lnTo>
                  <a:pt x="742708" y="2352899"/>
                </a:lnTo>
                <a:lnTo>
                  <a:pt x="743127" y="2352045"/>
                </a:lnTo>
                <a:lnTo>
                  <a:pt x="743545" y="2351187"/>
                </a:lnTo>
                <a:lnTo>
                  <a:pt x="743977" y="2350319"/>
                </a:lnTo>
                <a:lnTo>
                  <a:pt x="744395" y="2349440"/>
                </a:lnTo>
                <a:lnTo>
                  <a:pt x="744814" y="2348552"/>
                </a:lnTo>
                <a:lnTo>
                  <a:pt x="745245" y="2347655"/>
                </a:lnTo>
                <a:lnTo>
                  <a:pt x="745664" y="2346752"/>
                </a:lnTo>
                <a:lnTo>
                  <a:pt x="746095" y="2345834"/>
                </a:lnTo>
                <a:lnTo>
                  <a:pt x="746513" y="2344911"/>
                </a:lnTo>
                <a:lnTo>
                  <a:pt x="746932" y="2343968"/>
                </a:lnTo>
                <a:lnTo>
                  <a:pt x="747351" y="2343031"/>
                </a:lnTo>
                <a:lnTo>
                  <a:pt x="747782" y="2342074"/>
                </a:lnTo>
                <a:lnTo>
                  <a:pt x="748200" y="2341111"/>
                </a:lnTo>
                <a:lnTo>
                  <a:pt x="748632" y="2340143"/>
                </a:lnTo>
                <a:lnTo>
                  <a:pt x="749050" y="2339167"/>
                </a:lnTo>
                <a:lnTo>
                  <a:pt x="749469" y="2338174"/>
                </a:lnTo>
                <a:lnTo>
                  <a:pt x="749887" y="2337177"/>
                </a:lnTo>
                <a:lnTo>
                  <a:pt x="750319" y="2336170"/>
                </a:lnTo>
                <a:lnTo>
                  <a:pt x="750737" y="2335153"/>
                </a:lnTo>
                <a:lnTo>
                  <a:pt x="751169" y="2334131"/>
                </a:lnTo>
                <a:lnTo>
                  <a:pt x="751587" y="2333094"/>
                </a:lnTo>
                <a:lnTo>
                  <a:pt x="752006" y="2332052"/>
                </a:lnTo>
                <a:lnTo>
                  <a:pt x="752424" y="2331001"/>
                </a:lnTo>
                <a:lnTo>
                  <a:pt x="752856" y="2329939"/>
                </a:lnTo>
                <a:lnTo>
                  <a:pt x="753274" y="2328862"/>
                </a:lnTo>
                <a:lnTo>
                  <a:pt x="753705" y="2327781"/>
                </a:lnTo>
                <a:lnTo>
                  <a:pt x="754124" y="2326699"/>
                </a:lnTo>
                <a:lnTo>
                  <a:pt x="754543" y="2325598"/>
                </a:lnTo>
                <a:lnTo>
                  <a:pt x="754961" y="2324492"/>
                </a:lnTo>
                <a:lnTo>
                  <a:pt x="755392" y="2323375"/>
                </a:lnTo>
                <a:lnTo>
                  <a:pt x="755811" y="2322245"/>
                </a:lnTo>
                <a:lnTo>
                  <a:pt x="756242" y="2321113"/>
                </a:lnTo>
                <a:lnTo>
                  <a:pt x="756661" y="2319967"/>
                </a:lnTo>
                <a:lnTo>
                  <a:pt x="757079" y="2318817"/>
                </a:lnTo>
                <a:lnTo>
                  <a:pt x="757511" y="2317656"/>
                </a:lnTo>
                <a:lnTo>
                  <a:pt x="757929" y="2316485"/>
                </a:lnTo>
                <a:lnTo>
                  <a:pt x="758348" y="2315310"/>
                </a:lnTo>
                <a:lnTo>
                  <a:pt x="758779" y="2314118"/>
                </a:lnTo>
                <a:lnTo>
                  <a:pt x="759198" y="2312928"/>
                </a:lnTo>
                <a:lnTo>
                  <a:pt x="759629" y="2311717"/>
                </a:lnTo>
                <a:lnTo>
                  <a:pt x="760035" y="2310502"/>
                </a:lnTo>
                <a:lnTo>
                  <a:pt x="760466" y="2309281"/>
                </a:lnTo>
                <a:lnTo>
                  <a:pt x="760885" y="2308046"/>
                </a:lnTo>
                <a:lnTo>
                  <a:pt x="761316" y="2306807"/>
                </a:lnTo>
                <a:lnTo>
                  <a:pt x="761735" y="2305557"/>
                </a:lnTo>
                <a:lnTo>
                  <a:pt x="762153" y="2304297"/>
                </a:lnTo>
                <a:lnTo>
                  <a:pt x="762584" y="2303026"/>
                </a:lnTo>
                <a:lnTo>
                  <a:pt x="763003" y="2301751"/>
                </a:lnTo>
                <a:lnTo>
                  <a:pt x="763434" y="2300467"/>
                </a:lnTo>
                <a:lnTo>
                  <a:pt x="763853" y="2299167"/>
                </a:lnTo>
                <a:lnTo>
                  <a:pt x="764271" y="2297861"/>
                </a:lnTo>
                <a:lnTo>
                  <a:pt x="764703" y="2296556"/>
                </a:lnTo>
                <a:lnTo>
                  <a:pt x="765121" y="2295233"/>
                </a:lnTo>
                <a:lnTo>
                  <a:pt x="765540" y="2293903"/>
                </a:lnTo>
                <a:lnTo>
                  <a:pt x="765971" y="2292559"/>
                </a:lnTo>
                <a:lnTo>
                  <a:pt x="766390" y="2291215"/>
                </a:lnTo>
                <a:lnTo>
                  <a:pt x="766821" y="2289855"/>
                </a:lnTo>
                <a:lnTo>
                  <a:pt x="767239" y="2288496"/>
                </a:lnTo>
                <a:lnTo>
                  <a:pt x="767658" y="2287121"/>
                </a:lnTo>
                <a:lnTo>
                  <a:pt x="768077" y="2285737"/>
                </a:lnTo>
                <a:lnTo>
                  <a:pt x="768508" y="2284348"/>
                </a:lnTo>
                <a:lnTo>
                  <a:pt x="768926" y="2282944"/>
                </a:lnTo>
                <a:lnTo>
                  <a:pt x="769358" y="2281535"/>
                </a:lnTo>
                <a:lnTo>
                  <a:pt x="769776" y="2280116"/>
                </a:lnTo>
                <a:lnTo>
                  <a:pt x="770195" y="2278697"/>
                </a:lnTo>
                <a:lnTo>
                  <a:pt x="770613" y="2277259"/>
                </a:lnTo>
                <a:lnTo>
                  <a:pt x="771045" y="2275816"/>
                </a:lnTo>
                <a:lnTo>
                  <a:pt x="771463" y="2274366"/>
                </a:lnTo>
                <a:lnTo>
                  <a:pt x="771895" y="2272903"/>
                </a:lnTo>
                <a:lnTo>
                  <a:pt x="772313" y="2271430"/>
                </a:lnTo>
                <a:lnTo>
                  <a:pt x="772732" y="2269956"/>
                </a:lnTo>
                <a:lnTo>
                  <a:pt x="773163" y="2268469"/>
                </a:lnTo>
                <a:lnTo>
                  <a:pt x="773582" y="2266980"/>
                </a:lnTo>
                <a:lnTo>
                  <a:pt x="774000" y="2265472"/>
                </a:lnTo>
                <a:lnTo>
                  <a:pt x="774431" y="2263958"/>
                </a:lnTo>
                <a:lnTo>
                  <a:pt x="774850" y="2262440"/>
                </a:lnTo>
                <a:lnTo>
                  <a:pt x="775281" y="2260913"/>
                </a:lnTo>
                <a:lnTo>
                  <a:pt x="775687" y="2259369"/>
                </a:lnTo>
                <a:lnTo>
                  <a:pt x="776118" y="2257827"/>
                </a:lnTo>
                <a:lnTo>
                  <a:pt x="776537" y="2256269"/>
                </a:lnTo>
                <a:lnTo>
                  <a:pt x="776968" y="2254711"/>
                </a:lnTo>
                <a:lnTo>
                  <a:pt x="777387" y="2253133"/>
                </a:lnTo>
                <a:lnTo>
                  <a:pt x="777805" y="2251557"/>
                </a:lnTo>
                <a:lnTo>
                  <a:pt x="778237" y="2249963"/>
                </a:lnTo>
                <a:lnTo>
                  <a:pt x="778655" y="2248371"/>
                </a:lnTo>
                <a:lnTo>
                  <a:pt x="779074" y="2246764"/>
                </a:lnTo>
                <a:lnTo>
                  <a:pt x="779505" y="2245152"/>
                </a:lnTo>
                <a:lnTo>
                  <a:pt x="779924" y="2243524"/>
                </a:lnTo>
                <a:lnTo>
                  <a:pt x="780355" y="2241898"/>
                </a:lnTo>
                <a:lnTo>
                  <a:pt x="780774" y="2240255"/>
                </a:lnTo>
                <a:lnTo>
                  <a:pt x="781192" y="2238613"/>
                </a:lnTo>
                <a:lnTo>
                  <a:pt x="781611" y="2236956"/>
                </a:lnTo>
                <a:lnTo>
                  <a:pt x="782042" y="2235289"/>
                </a:lnTo>
                <a:lnTo>
                  <a:pt x="782461" y="2233617"/>
                </a:lnTo>
                <a:lnTo>
                  <a:pt x="782892" y="2231936"/>
                </a:lnTo>
                <a:lnTo>
                  <a:pt x="783310" y="2230249"/>
                </a:lnTo>
                <a:lnTo>
                  <a:pt x="783729" y="2228553"/>
                </a:lnTo>
                <a:lnTo>
                  <a:pt x="784148" y="2226851"/>
                </a:lnTo>
                <a:lnTo>
                  <a:pt x="784579" y="2225130"/>
                </a:lnTo>
                <a:lnTo>
                  <a:pt x="784997" y="2223413"/>
                </a:lnTo>
                <a:lnTo>
                  <a:pt x="785429" y="2221676"/>
                </a:lnTo>
                <a:lnTo>
                  <a:pt x="785847" y="2219945"/>
                </a:lnTo>
                <a:lnTo>
                  <a:pt x="786266" y="2218194"/>
                </a:lnTo>
                <a:lnTo>
                  <a:pt x="786684" y="2216447"/>
                </a:lnTo>
                <a:lnTo>
                  <a:pt x="787116" y="2214681"/>
                </a:lnTo>
                <a:lnTo>
                  <a:pt x="787534" y="2212911"/>
                </a:lnTo>
                <a:lnTo>
                  <a:pt x="787966" y="2211130"/>
                </a:lnTo>
                <a:lnTo>
                  <a:pt x="788384" y="2209344"/>
                </a:lnTo>
                <a:lnTo>
                  <a:pt x="788803" y="2207547"/>
                </a:lnTo>
                <a:lnTo>
                  <a:pt x="789221" y="2205742"/>
                </a:lnTo>
                <a:lnTo>
                  <a:pt x="789653" y="2203931"/>
                </a:lnTo>
                <a:lnTo>
                  <a:pt x="790071" y="2202115"/>
                </a:lnTo>
                <a:lnTo>
                  <a:pt x="790502" y="2200280"/>
                </a:lnTo>
                <a:lnTo>
                  <a:pt x="790921" y="2198449"/>
                </a:lnTo>
                <a:lnTo>
                  <a:pt x="791340" y="2196609"/>
                </a:lnTo>
                <a:lnTo>
                  <a:pt x="791771" y="2194754"/>
                </a:lnTo>
                <a:lnTo>
                  <a:pt x="792189" y="2192893"/>
                </a:lnTo>
                <a:lnTo>
                  <a:pt x="792608" y="2191023"/>
                </a:lnTo>
                <a:lnTo>
                  <a:pt x="793039" y="2189153"/>
                </a:lnTo>
                <a:lnTo>
                  <a:pt x="793458" y="2187267"/>
                </a:lnTo>
                <a:lnTo>
                  <a:pt x="793889" y="2185378"/>
                </a:lnTo>
                <a:lnTo>
                  <a:pt x="794295" y="2183478"/>
                </a:lnTo>
                <a:lnTo>
                  <a:pt x="794726" y="2181568"/>
                </a:lnTo>
                <a:lnTo>
                  <a:pt x="795145" y="2179658"/>
                </a:lnTo>
                <a:lnTo>
                  <a:pt x="795576" y="2177733"/>
                </a:lnTo>
                <a:lnTo>
                  <a:pt x="795995" y="2175798"/>
                </a:lnTo>
                <a:lnTo>
                  <a:pt x="796413" y="2173858"/>
                </a:lnTo>
                <a:lnTo>
                  <a:pt x="796845" y="2171913"/>
                </a:lnTo>
                <a:lnTo>
                  <a:pt x="797263" y="2169964"/>
                </a:lnTo>
                <a:lnTo>
                  <a:pt x="797682" y="2167999"/>
                </a:lnTo>
                <a:lnTo>
                  <a:pt x="798113" y="2166029"/>
                </a:lnTo>
                <a:lnTo>
                  <a:pt x="798532" y="2164051"/>
                </a:lnTo>
                <a:lnTo>
                  <a:pt x="798963" y="2162066"/>
                </a:lnTo>
                <a:lnTo>
                  <a:pt x="799381" y="2160072"/>
                </a:lnTo>
                <a:lnTo>
                  <a:pt x="799800" y="2158068"/>
                </a:lnTo>
                <a:lnTo>
                  <a:pt x="800219" y="2156058"/>
                </a:lnTo>
                <a:lnTo>
                  <a:pt x="800650" y="2154045"/>
                </a:lnTo>
                <a:lnTo>
                  <a:pt x="801081" y="2152020"/>
                </a:lnTo>
                <a:lnTo>
                  <a:pt x="801500" y="2149986"/>
                </a:lnTo>
                <a:lnTo>
                  <a:pt x="801918" y="2147947"/>
                </a:lnTo>
                <a:lnTo>
                  <a:pt x="802337" y="2145908"/>
                </a:lnTo>
                <a:lnTo>
                  <a:pt x="802768" y="2143854"/>
                </a:lnTo>
                <a:lnTo>
                  <a:pt x="803187" y="2141791"/>
                </a:lnTo>
                <a:lnTo>
                  <a:pt x="803618" y="2139722"/>
                </a:lnTo>
                <a:lnTo>
                  <a:pt x="804036" y="2137643"/>
                </a:lnTo>
                <a:lnTo>
                  <a:pt x="804455" y="2135560"/>
                </a:lnTo>
                <a:lnTo>
                  <a:pt x="804874" y="2133466"/>
                </a:lnTo>
                <a:lnTo>
                  <a:pt x="805305" y="2131362"/>
                </a:lnTo>
                <a:lnTo>
                  <a:pt x="805723" y="2129254"/>
                </a:lnTo>
                <a:lnTo>
                  <a:pt x="806155" y="2127141"/>
                </a:lnTo>
                <a:lnTo>
                  <a:pt x="806573" y="2125022"/>
                </a:lnTo>
                <a:lnTo>
                  <a:pt x="806992" y="2122895"/>
                </a:lnTo>
                <a:lnTo>
                  <a:pt x="807423" y="2120751"/>
                </a:lnTo>
                <a:lnTo>
                  <a:pt x="807842" y="2118608"/>
                </a:lnTo>
                <a:lnTo>
                  <a:pt x="808260" y="2116459"/>
                </a:lnTo>
                <a:lnTo>
                  <a:pt x="808692" y="2114297"/>
                </a:lnTo>
                <a:lnTo>
                  <a:pt x="809110" y="2112129"/>
                </a:lnTo>
                <a:lnTo>
                  <a:pt x="809541" y="2109962"/>
                </a:lnTo>
                <a:lnTo>
                  <a:pt x="809947" y="2107773"/>
                </a:lnTo>
                <a:lnTo>
                  <a:pt x="810379" y="2105590"/>
                </a:lnTo>
                <a:lnTo>
                  <a:pt x="810797" y="2103398"/>
                </a:lnTo>
                <a:lnTo>
                  <a:pt x="811228" y="2101190"/>
                </a:lnTo>
                <a:lnTo>
                  <a:pt x="811647" y="2098983"/>
                </a:lnTo>
                <a:lnTo>
                  <a:pt x="812066" y="2096765"/>
                </a:lnTo>
                <a:lnTo>
                  <a:pt x="812497" y="2094538"/>
                </a:lnTo>
                <a:lnTo>
                  <a:pt x="812915" y="2092305"/>
                </a:lnTo>
                <a:lnTo>
                  <a:pt x="813334" y="2090068"/>
                </a:lnTo>
                <a:lnTo>
                  <a:pt x="813765" y="2087821"/>
                </a:lnTo>
                <a:lnTo>
                  <a:pt x="814184" y="2085568"/>
                </a:lnTo>
                <a:lnTo>
                  <a:pt x="814615" y="2083306"/>
                </a:lnTo>
                <a:lnTo>
                  <a:pt x="815034" y="2081039"/>
                </a:lnTo>
                <a:lnTo>
                  <a:pt x="815452" y="2078771"/>
                </a:lnTo>
                <a:lnTo>
                  <a:pt x="815871" y="2076485"/>
                </a:lnTo>
                <a:lnTo>
                  <a:pt x="816302" y="2074192"/>
                </a:lnTo>
                <a:lnTo>
                  <a:pt x="816721" y="2071901"/>
                </a:lnTo>
                <a:lnTo>
                  <a:pt x="817152" y="2069594"/>
                </a:lnTo>
                <a:lnTo>
                  <a:pt x="817571" y="2067288"/>
                </a:lnTo>
                <a:lnTo>
                  <a:pt x="817989" y="2064976"/>
                </a:lnTo>
                <a:lnTo>
                  <a:pt x="818408" y="2062654"/>
                </a:lnTo>
                <a:lnTo>
                  <a:pt x="818839" y="2060312"/>
                </a:lnTo>
                <a:lnTo>
                  <a:pt x="819258" y="2057976"/>
                </a:lnTo>
                <a:lnTo>
                  <a:pt x="819689" y="2055639"/>
                </a:lnTo>
                <a:lnTo>
                  <a:pt x="820107" y="2053288"/>
                </a:lnTo>
                <a:lnTo>
                  <a:pt x="820526" y="2050926"/>
                </a:lnTo>
                <a:lnTo>
                  <a:pt x="820957" y="2048565"/>
                </a:lnTo>
                <a:lnTo>
                  <a:pt x="821376" y="2046188"/>
                </a:lnTo>
                <a:lnTo>
                  <a:pt x="821794" y="2043812"/>
                </a:lnTo>
                <a:lnTo>
                  <a:pt x="822226" y="2041421"/>
                </a:lnTo>
                <a:lnTo>
                  <a:pt x="822632" y="2039029"/>
                </a:lnTo>
                <a:lnTo>
                  <a:pt x="823076" y="2036634"/>
                </a:lnTo>
                <a:lnTo>
                  <a:pt x="823481" y="2034228"/>
                </a:lnTo>
                <a:lnTo>
                  <a:pt x="823913" y="2031821"/>
                </a:lnTo>
                <a:lnTo>
                  <a:pt x="824331" y="2029401"/>
                </a:lnTo>
                <a:lnTo>
                  <a:pt x="824763" y="2026970"/>
                </a:lnTo>
                <a:lnTo>
                  <a:pt x="825181" y="2024539"/>
                </a:lnTo>
                <a:lnTo>
                  <a:pt x="825600" y="2022104"/>
                </a:lnTo>
                <a:lnTo>
                  <a:pt x="826018" y="2019657"/>
                </a:lnTo>
                <a:lnTo>
                  <a:pt x="826450" y="2017207"/>
                </a:lnTo>
                <a:lnTo>
                  <a:pt x="826868" y="2014746"/>
                </a:lnTo>
                <a:lnTo>
                  <a:pt x="827299" y="2012281"/>
                </a:lnTo>
                <a:lnTo>
                  <a:pt x="827718" y="2009805"/>
                </a:lnTo>
                <a:lnTo>
                  <a:pt x="828137" y="2007329"/>
                </a:lnTo>
                <a:lnTo>
                  <a:pt x="828555" y="2004848"/>
                </a:lnTo>
                <a:lnTo>
                  <a:pt x="828986" y="2002359"/>
                </a:lnTo>
                <a:lnTo>
                  <a:pt x="829405" y="1999859"/>
                </a:lnTo>
                <a:lnTo>
                  <a:pt x="829836" y="1997352"/>
                </a:lnTo>
                <a:lnTo>
                  <a:pt x="830255" y="1994842"/>
                </a:lnTo>
                <a:lnTo>
                  <a:pt x="830673" y="1992327"/>
                </a:lnTo>
                <a:lnTo>
                  <a:pt x="831092" y="1989798"/>
                </a:lnTo>
                <a:lnTo>
                  <a:pt x="831523" y="1987273"/>
                </a:lnTo>
                <a:lnTo>
                  <a:pt x="831942" y="1984732"/>
                </a:lnTo>
                <a:lnTo>
                  <a:pt x="832373" y="1982193"/>
                </a:lnTo>
                <a:lnTo>
                  <a:pt x="832792" y="1979647"/>
                </a:lnTo>
                <a:lnTo>
                  <a:pt x="833210" y="1977087"/>
                </a:lnTo>
                <a:lnTo>
                  <a:pt x="833642" y="1974528"/>
                </a:lnTo>
                <a:lnTo>
                  <a:pt x="834060" y="1971963"/>
                </a:lnTo>
                <a:lnTo>
                  <a:pt x="834479" y="1969388"/>
                </a:lnTo>
                <a:lnTo>
                  <a:pt x="834910" y="1966808"/>
                </a:lnTo>
                <a:lnTo>
                  <a:pt x="835329" y="1964224"/>
                </a:lnTo>
                <a:lnTo>
                  <a:pt x="835760" y="1961634"/>
                </a:lnTo>
                <a:lnTo>
                  <a:pt x="836166" y="1959030"/>
                </a:lnTo>
                <a:lnTo>
                  <a:pt x="836597" y="1956431"/>
                </a:lnTo>
                <a:lnTo>
                  <a:pt x="837016" y="1953821"/>
                </a:lnTo>
                <a:lnTo>
                  <a:pt x="837447" y="1951202"/>
                </a:lnTo>
                <a:lnTo>
                  <a:pt x="837865" y="1948582"/>
                </a:lnTo>
                <a:lnTo>
                  <a:pt x="838284" y="1945953"/>
                </a:lnTo>
                <a:lnTo>
                  <a:pt x="838715" y="1943318"/>
                </a:lnTo>
                <a:lnTo>
                  <a:pt x="839134" y="1940674"/>
                </a:lnTo>
                <a:lnTo>
                  <a:pt x="839565" y="1938030"/>
                </a:lnTo>
                <a:lnTo>
                  <a:pt x="839984" y="1935381"/>
                </a:lnTo>
                <a:lnTo>
                  <a:pt x="840402" y="1932722"/>
                </a:lnTo>
                <a:lnTo>
                  <a:pt x="840834" y="1930053"/>
                </a:lnTo>
                <a:lnTo>
                  <a:pt x="841252" y="1927389"/>
                </a:lnTo>
                <a:lnTo>
                  <a:pt x="841671" y="1924710"/>
                </a:lnTo>
                <a:lnTo>
                  <a:pt x="842102" y="1922026"/>
                </a:lnTo>
                <a:lnTo>
                  <a:pt x="842521" y="1919337"/>
                </a:lnTo>
                <a:lnTo>
                  <a:pt x="842952" y="1916648"/>
                </a:lnTo>
                <a:lnTo>
                  <a:pt x="843370" y="1913945"/>
                </a:lnTo>
                <a:lnTo>
                  <a:pt x="843789" y="1911241"/>
                </a:lnTo>
                <a:lnTo>
                  <a:pt x="844208" y="1908537"/>
                </a:lnTo>
                <a:lnTo>
                  <a:pt x="844639" y="1905818"/>
                </a:lnTo>
                <a:lnTo>
                  <a:pt x="845057" y="1903096"/>
                </a:lnTo>
                <a:lnTo>
                  <a:pt x="845489" y="1900372"/>
                </a:lnTo>
                <a:lnTo>
                  <a:pt x="845907" y="1897633"/>
                </a:lnTo>
                <a:lnTo>
                  <a:pt x="846326" y="1894895"/>
                </a:lnTo>
                <a:lnTo>
                  <a:pt x="846744" y="1892151"/>
                </a:lnTo>
                <a:lnTo>
                  <a:pt x="847176" y="1889403"/>
                </a:lnTo>
                <a:lnTo>
                  <a:pt x="847594" y="1886645"/>
                </a:lnTo>
                <a:lnTo>
                  <a:pt x="848025" y="1883886"/>
                </a:lnTo>
                <a:lnTo>
                  <a:pt x="848444" y="1881118"/>
                </a:lnTo>
                <a:lnTo>
                  <a:pt x="848863" y="1878344"/>
                </a:lnTo>
                <a:lnTo>
                  <a:pt x="849294" y="1875567"/>
                </a:lnTo>
                <a:lnTo>
                  <a:pt x="849712" y="1872784"/>
                </a:lnTo>
                <a:lnTo>
                  <a:pt x="850131" y="1869995"/>
                </a:lnTo>
                <a:lnTo>
                  <a:pt x="850562" y="1867203"/>
                </a:lnTo>
                <a:lnTo>
                  <a:pt x="850981" y="1864404"/>
                </a:lnTo>
                <a:lnTo>
                  <a:pt x="851412" y="1861602"/>
                </a:lnTo>
                <a:lnTo>
                  <a:pt x="851818" y="1858794"/>
                </a:lnTo>
                <a:lnTo>
                  <a:pt x="852249" y="1855971"/>
                </a:lnTo>
                <a:lnTo>
                  <a:pt x="852668" y="1853153"/>
                </a:lnTo>
                <a:lnTo>
                  <a:pt x="853099" y="1850325"/>
                </a:lnTo>
                <a:lnTo>
                  <a:pt x="853518" y="1847493"/>
                </a:lnTo>
                <a:lnTo>
                  <a:pt x="853936" y="1844660"/>
                </a:lnTo>
                <a:lnTo>
                  <a:pt x="854368" y="1841817"/>
                </a:lnTo>
                <a:lnTo>
                  <a:pt x="854786" y="1838975"/>
                </a:lnTo>
                <a:lnTo>
                  <a:pt x="855205" y="1836118"/>
                </a:lnTo>
                <a:lnTo>
                  <a:pt x="855636" y="1833259"/>
                </a:lnTo>
                <a:lnTo>
                  <a:pt x="856055" y="1830407"/>
                </a:lnTo>
                <a:lnTo>
                  <a:pt x="856486" y="1827535"/>
                </a:lnTo>
                <a:lnTo>
                  <a:pt x="856892" y="1824667"/>
                </a:lnTo>
                <a:lnTo>
                  <a:pt x="857323" y="1821790"/>
                </a:lnTo>
                <a:lnTo>
                  <a:pt x="857742" y="1818908"/>
                </a:lnTo>
                <a:lnTo>
                  <a:pt x="858173" y="1816021"/>
                </a:lnTo>
                <a:lnTo>
                  <a:pt x="858591" y="1813129"/>
                </a:lnTo>
                <a:lnTo>
                  <a:pt x="859010" y="1810231"/>
                </a:lnTo>
                <a:lnTo>
                  <a:pt x="859441" y="1807329"/>
                </a:lnTo>
                <a:lnTo>
                  <a:pt x="859860" y="1804426"/>
                </a:lnTo>
                <a:lnTo>
                  <a:pt x="860278" y="1801504"/>
                </a:lnTo>
                <a:lnTo>
                  <a:pt x="860710" y="1798598"/>
                </a:lnTo>
                <a:lnTo>
                  <a:pt x="861128" y="1795670"/>
                </a:lnTo>
                <a:lnTo>
                  <a:pt x="861560" y="1792745"/>
                </a:lnTo>
                <a:lnTo>
                  <a:pt x="861978" y="1789812"/>
                </a:lnTo>
                <a:lnTo>
                  <a:pt x="862397" y="1786880"/>
                </a:lnTo>
                <a:lnTo>
                  <a:pt x="862815" y="1783939"/>
                </a:lnTo>
                <a:lnTo>
                  <a:pt x="863247" y="1780996"/>
                </a:lnTo>
                <a:lnTo>
                  <a:pt x="863665" y="1778050"/>
                </a:lnTo>
                <a:lnTo>
                  <a:pt x="864096" y="1775093"/>
                </a:lnTo>
                <a:lnTo>
                  <a:pt x="864515" y="1772136"/>
                </a:lnTo>
                <a:lnTo>
                  <a:pt x="864934" y="1769170"/>
                </a:lnTo>
                <a:lnTo>
                  <a:pt x="865352" y="1766198"/>
                </a:lnTo>
                <a:lnTo>
                  <a:pt x="865783" y="1763226"/>
                </a:lnTo>
                <a:lnTo>
                  <a:pt x="866202" y="1760249"/>
                </a:lnTo>
                <a:lnTo>
                  <a:pt x="866633" y="1757269"/>
                </a:lnTo>
                <a:lnTo>
                  <a:pt x="867052" y="1754282"/>
                </a:lnTo>
                <a:lnTo>
                  <a:pt x="867470" y="1751290"/>
                </a:lnTo>
                <a:lnTo>
                  <a:pt x="867902" y="1748294"/>
                </a:lnTo>
                <a:lnTo>
                  <a:pt x="868320" y="1745302"/>
                </a:lnTo>
                <a:lnTo>
                  <a:pt x="868739" y="1742291"/>
                </a:lnTo>
                <a:lnTo>
                  <a:pt x="869170" y="1739280"/>
                </a:lnTo>
                <a:lnTo>
                  <a:pt x="869589" y="1736269"/>
                </a:lnTo>
                <a:lnTo>
                  <a:pt x="870020" y="1733253"/>
                </a:lnTo>
                <a:lnTo>
                  <a:pt x="870426" y="1730236"/>
                </a:lnTo>
                <a:lnTo>
                  <a:pt x="870857" y="1727210"/>
                </a:lnTo>
                <a:lnTo>
                  <a:pt x="871276" y="1724179"/>
                </a:lnTo>
                <a:lnTo>
                  <a:pt x="871707" y="1721147"/>
                </a:lnTo>
                <a:lnTo>
                  <a:pt x="872126" y="1718107"/>
                </a:lnTo>
                <a:lnTo>
                  <a:pt x="872544" y="1715065"/>
                </a:lnTo>
                <a:lnTo>
                  <a:pt x="872975" y="1712020"/>
                </a:lnTo>
                <a:lnTo>
                  <a:pt x="873394" y="1708968"/>
                </a:lnTo>
                <a:lnTo>
                  <a:pt x="873813" y="1705912"/>
                </a:lnTo>
                <a:lnTo>
                  <a:pt x="874244" y="1702852"/>
                </a:lnTo>
                <a:lnTo>
                  <a:pt x="874662" y="1699786"/>
                </a:lnTo>
                <a:lnTo>
                  <a:pt x="875094" y="1696725"/>
                </a:lnTo>
                <a:lnTo>
                  <a:pt x="875512" y="1693655"/>
                </a:lnTo>
                <a:lnTo>
                  <a:pt x="875931" y="1690573"/>
                </a:lnTo>
                <a:lnTo>
                  <a:pt x="876362" y="1687498"/>
                </a:lnTo>
                <a:lnTo>
                  <a:pt x="876781" y="1684411"/>
                </a:lnTo>
                <a:lnTo>
                  <a:pt x="877212" y="1681327"/>
                </a:lnTo>
                <a:lnTo>
                  <a:pt x="877631" y="1678235"/>
                </a:lnTo>
                <a:lnTo>
                  <a:pt x="878049" y="1675145"/>
                </a:lnTo>
                <a:lnTo>
                  <a:pt x="878468" y="1672044"/>
                </a:lnTo>
                <a:lnTo>
                  <a:pt x="878899" y="1668944"/>
                </a:lnTo>
                <a:lnTo>
                  <a:pt x="879318" y="1665834"/>
                </a:lnTo>
                <a:lnTo>
                  <a:pt x="879749" y="1662723"/>
                </a:lnTo>
                <a:lnTo>
                  <a:pt x="880167" y="1659612"/>
                </a:lnTo>
                <a:lnTo>
                  <a:pt x="880586" y="1656497"/>
                </a:lnTo>
                <a:lnTo>
                  <a:pt x="881005" y="1653371"/>
                </a:lnTo>
                <a:lnTo>
                  <a:pt x="881436" y="1650251"/>
                </a:lnTo>
                <a:lnTo>
                  <a:pt x="881854" y="1647125"/>
                </a:lnTo>
                <a:lnTo>
                  <a:pt x="882286" y="1643996"/>
                </a:lnTo>
                <a:lnTo>
                  <a:pt x="882704" y="1640855"/>
                </a:lnTo>
                <a:lnTo>
                  <a:pt x="883123" y="1637714"/>
                </a:lnTo>
                <a:lnTo>
                  <a:pt x="883554" y="1634575"/>
                </a:lnTo>
                <a:lnTo>
                  <a:pt x="883973" y="1631429"/>
                </a:lnTo>
                <a:lnTo>
                  <a:pt x="884391" y="1628279"/>
                </a:lnTo>
                <a:lnTo>
                  <a:pt x="884822" y="1625124"/>
                </a:lnTo>
                <a:lnTo>
                  <a:pt x="885241" y="1621968"/>
                </a:lnTo>
                <a:lnTo>
                  <a:pt x="885672" y="1618808"/>
                </a:lnTo>
                <a:lnTo>
                  <a:pt x="886078" y="1615643"/>
                </a:lnTo>
                <a:lnTo>
                  <a:pt x="886509" y="1612473"/>
                </a:lnTo>
                <a:lnTo>
                  <a:pt x="886928" y="1609313"/>
                </a:lnTo>
                <a:lnTo>
                  <a:pt x="887359" y="1606133"/>
                </a:lnTo>
                <a:lnTo>
                  <a:pt x="887778" y="1602958"/>
                </a:lnTo>
                <a:lnTo>
                  <a:pt x="888197" y="1599778"/>
                </a:lnTo>
                <a:lnTo>
                  <a:pt x="888628" y="1596594"/>
                </a:lnTo>
                <a:lnTo>
                  <a:pt x="889046" y="1593409"/>
                </a:lnTo>
                <a:lnTo>
                  <a:pt x="889465" y="1590223"/>
                </a:lnTo>
                <a:lnTo>
                  <a:pt x="889896" y="1587029"/>
                </a:lnTo>
                <a:lnTo>
                  <a:pt x="890315" y="1583829"/>
                </a:lnTo>
                <a:lnTo>
                  <a:pt x="890746" y="1580634"/>
                </a:lnTo>
                <a:lnTo>
                  <a:pt x="891152" y="1577434"/>
                </a:lnTo>
                <a:lnTo>
                  <a:pt x="891583" y="1574224"/>
                </a:lnTo>
                <a:lnTo>
                  <a:pt x="892002" y="1571020"/>
                </a:lnTo>
                <a:lnTo>
                  <a:pt x="892433" y="1567813"/>
                </a:lnTo>
                <a:lnTo>
                  <a:pt x="892852" y="1564596"/>
                </a:lnTo>
                <a:lnTo>
                  <a:pt x="893270" y="1561379"/>
                </a:lnTo>
                <a:lnTo>
                  <a:pt x="893701" y="1558162"/>
                </a:lnTo>
                <a:lnTo>
                  <a:pt x="894120" y="1554932"/>
                </a:lnTo>
                <a:lnTo>
                  <a:pt x="894539" y="1551702"/>
                </a:lnTo>
                <a:lnTo>
                  <a:pt x="894970" y="1548485"/>
                </a:lnTo>
                <a:lnTo>
                  <a:pt x="895388" y="1545255"/>
                </a:lnTo>
                <a:lnTo>
                  <a:pt x="895820" y="1542013"/>
                </a:lnTo>
                <a:lnTo>
                  <a:pt x="896238" y="1538783"/>
                </a:lnTo>
                <a:lnTo>
                  <a:pt x="896657" y="1535541"/>
                </a:lnTo>
                <a:lnTo>
                  <a:pt x="897075" y="1532298"/>
                </a:lnTo>
                <a:lnTo>
                  <a:pt x="897507" y="1529056"/>
                </a:lnTo>
                <a:lnTo>
                  <a:pt x="897925" y="1525800"/>
                </a:lnTo>
                <a:lnTo>
                  <a:pt x="898357" y="1522558"/>
                </a:lnTo>
                <a:lnTo>
                  <a:pt x="898775" y="1519303"/>
                </a:lnTo>
                <a:lnTo>
                  <a:pt x="899194" y="1516047"/>
                </a:lnTo>
                <a:lnTo>
                  <a:pt x="899612" y="1512792"/>
                </a:lnTo>
                <a:lnTo>
                  <a:pt x="900044" y="1509524"/>
                </a:lnTo>
                <a:lnTo>
                  <a:pt x="900462" y="1506269"/>
                </a:lnTo>
                <a:lnTo>
                  <a:pt x="900893" y="1503001"/>
                </a:lnTo>
                <a:lnTo>
                  <a:pt x="901312" y="1499733"/>
                </a:lnTo>
                <a:lnTo>
                  <a:pt x="901731" y="1496465"/>
                </a:lnTo>
                <a:lnTo>
                  <a:pt x="902162" y="1493184"/>
                </a:lnTo>
                <a:lnTo>
                  <a:pt x="902580" y="1489916"/>
                </a:lnTo>
                <a:lnTo>
                  <a:pt x="902999" y="1486636"/>
                </a:lnTo>
                <a:lnTo>
                  <a:pt x="903430" y="1483355"/>
                </a:lnTo>
                <a:lnTo>
                  <a:pt x="903849" y="1480074"/>
                </a:lnTo>
                <a:lnTo>
                  <a:pt x="904280" y="1476794"/>
                </a:lnTo>
                <a:lnTo>
                  <a:pt x="904686" y="1473500"/>
                </a:lnTo>
                <a:lnTo>
                  <a:pt x="905117" y="1470220"/>
                </a:lnTo>
                <a:lnTo>
                  <a:pt x="905536" y="1466926"/>
                </a:lnTo>
                <a:lnTo>
                  <a:pt x="905967" y="1463633"/>
                </a:lnTo>
                <a:lnTo>
                  <a:pt x="906386" y="1460327"/>
                </a:lnTo>
                <a:lnTo>
                  <a:pt x="906804" y="1457034"/>
                </a:lnTo>
                <a:lnTo>
                  <a:pt x="907236" y="1453740"/>
                </a:lnTo>
                <a:lnTo>
                  <a:pt x="907654" y="1450434"/>
                </a:lnTo>
                <a:lnTo>
                  <a:pt x="908073" y="1447128"/>
                </a:lnTo>
                <a:lnTo>
                  <a:pt x="908504" y="1443822"/>
                </a:lnTo>
                <a:lnTo>
                  <a:pt x="908923" y="1440516"/>
                </a:lnTo>
                <a:lnTo>
                  <a:pt x="909354" y="1437210"/>
                </a:lnTo>
                <a:lnTo>
                  <a:pt x="909772" y="1433904"/>
                </a:lnTo>
                <a:lnTo>
                  <a:pt x="910191" y="1430585"/>
                </a:lnTo>
                <a:lnTo>
                  <a:pt x="910610" y="1427266"/>
                </a:lnTo>
                <a:lnTo>
                  <a:pt x="911041" y="1423947"/>
                </a:lnTo>
                <a:lnTo>
                  <a:pt x="911459" y="1420628"/>
                </a:lnTo>
                <a:lnTo>
                  <a:pt x="911891" y="1417310"/>
                </a:lnTo>
                <a:lnTo>
                  <a:pt x="912309" y="1413991"/>
                </a:lnTo>
                <a:lnTo>
                  <a:pt x="912728" y="1410659"/>
                </a:lnTo>
                <a:lnTo>
                  <a:pt x="913146" y="1407340"/>
                </a:lnTo>
                <a:lnTo>
                  <a:pt x="913578" y="1404009"/>
                </a:lnTo>
                <a:lnTo>
                  <a:pt x="913996" y="1400677"/>
                </a:lnTo>
                <a:lnTo>
                  <a:pt x="914428" y="1397346"/>
                </a:lnTo>
                <a:lnTo>
                  <a:pt x="914846" y="1394014"/>
                </a:lnTo>
                <a:lnTo>
                  <a:pt x="915265" y="1390683"/>
                </a:lnTo>
                <a:lnTo>
                  <a:pt x="915696" y="1387351"/>
                </a:lnTo>
                <a:lnTo>
                  <a:pt x="916115" y="1384007"/>
                </a:lnTo>
                <a:lnTo>
                  <a:pt x="916546" y="1380675"/>
                </a:lnTo>
                <a:lnTo>
                  <a:pt x="916964" y="1377331"/>
                </a:lnTo>
                <a:lnTo>
                  <a:pt x="917383" y="1373987"/>
                </a:lnTo>
                <a:lnTo>
                  <a:pt x="917814" y="1370643"/>
                </a:lnTo>
                <a:lnTo>
                  <a:pt x="918233" y="1367298"/>
                </a:lnTo>
                <a:lnTo>
                  <a:pt x="918651" y="1363954"/>
                </a:lnTo>
                <a:lnTo>
                  <a:pt x="919083" y="1360597"/>
                </a:lnTo>
                <a:lnTo>
                  <a:pt x="919501" y="1357253"/>
                </a:lnTo>
                <a:lnTo>
                  <a:pt x="919933" y="1353909"/>
                </a:lnTo>
                <a:lnTo>
                  <a:pt x="920338" y="1350552"/>
                </a:lnTo>
                <a:lnTo>
                  <a:pt x="920770" y="1347195"/>
                </a:lnTo>
                <a:lnTo>
                  <a:pt x="921188" y="1343838"/>
                </a:lnTo>
                <a:lnTo>
                  <a:pt x="921620" y="1340494"/>
                </a:lnTo>
                <a:lnTo>
                  <a:pt x="922038" y="1337137"/>
                </a:lnTo>
                <a:lnTo>
                  <a:pt x="922457" y="1333780"/>
                </a:lnTo>
                <a:lnTo>
                  <a:pt x="922888" y="1330423"/>
                </a:lnTo>
                <a:lnTo>
                  <a:pt x="923307" y="1327066"/>
                </a:lnTo>
                <a:lnTo>
                  <a:pt x="923725" y="1323696"/>
                </a:lnTo>
                <a:lnTo>
                  <a:pt x="924156" y="1320339"/>
                </a:lnTo>
                <a:lnTo>
                  <a:pt x="924575" y="1316982"/>
                </a:lnTo>
                <a:lnTo>
                  <a:pt x="925006" y="1313613"/>
                </a:lnTo>
                <a:lnTo>
                  <a:pt x="925412" y="1310243"/>
                </a:lnTo>
                <a:lnTo>
                  <a:pt x="925843" y="1306886"/>
                </a:lnTo>
                <a:lnTo>
                  <a:pt x="926262" y="1303516"/>
                </a:lnTo>
                <a:lnTo>
                  <a:pt x="926693" y="1300147"/>
                </a:lnTo>
                <a:lnTo>
                  <a:pt x="927112" y="1296777"/>
                </a:lnTo>
                <a:lnTo>
                  <a:pt x="927543" y="1293407"/>
                </a:lnTo>
                <a:lnTo>
                  <a:pt x="927962" y="1290038"/>
                </a:lnTo>
                <a:lnTo>
                  <a:pt x="928380" y="1286668"/>
                </a:lnTo>
                <a:lnTo>
                  <a:pt x="928799" y="1283311"/>
                </a:lnTo>
                <a:lnTo>
                  <a:pt x="929230" y="1279929"/>
                </a:lnTo>
                <a:lnTo>
                  <a:pt x="929649" y="1276559"/>
                </a:lnTo>
                <a:lnTo>
                  <a:pt x="930080" y="1273189"/>
                </a:lnTo>
                <a:lnTo>
                  <a:pt x="930498" y="1269820"/>
                </a:lnTo>
                <a:lnTo>
                  <a:pt x="930917" y="1266437"/>
                </a:lnTo>
                <a:lnTo>
                  <a:pt x="931336" y="1263067"/>
                </a:lnTo>
                <a:lnTo>
                  <a:pt x="931767" y="1259685"/>
                </a:lnTo>
                <a:lnTo>
                  <a:pt x="932185" y="1256303"/>
                </a:lnTo>
                <a:lnTo>
                  <a:pt x="932617" y="1252933"/>
                </a:lnTo>
                <a:lnTo>
                  <a:pt x="933035" y="1249551"/>
                </a:lnTo>
                <a:lnTo>
                  <a:pt x="933454" y="1246181"/>
                </a:lnTo>
                <a:lnTo>
                  <a:pt x="933872" y="1242799"/>
                </a:lnTo>
                <a:lnTo>
                  <a:pt x="934304" y="1239429"/>
                </a:lnTo>
                <a:lnTo>
                  <a:pt x="934722" y="1236047"/>
                </a:lnTo>
                <a:lnTo>
                  <a:pt x="935154" y="1232664"/>
                </a:lnTo>
                <a:lnTo>
                  <a:pt x="935572" y="1229294"/>
                </a:lnTo>
                <a:lnTo>
                  <a:pt x="935991" y="1225912"/>
                </a:lnTo>
                <a:lnTo>
                  <a:pt x="936422" y="1222530"/>
                </a:lnTo>
                <a:lnTo>
                  <a:pt x="936841" y="1219160"/>
                </a:lnTo>
                <a:lnTo>
                  <a:pt x="937259" y="1215778"/>
                </a:lnTo>
                <a:lnTo>
                  <a:pt x="937690" y="1212395"/>
                </a:lnTo>
                <a:lnTo>
                  <a:pt x="938109" y="1209013"/>
                </a:lnTo>
                <a:lnTo>
                  <a:pt x="938540" y="1205630"/>
                </a:lnTo>
                <a:lnTo>
                  <a:pt x="938946" y="1202248"/>
                </a:lnTo>
                <a:lnTo>
                  <a:pt x="939377" y="1198878"/>
                </a:lnTo>
                <a:lnTo>
                  <a:pt x="939796" y="1195483"/>
                </a:lnTo>
                <a:lnTo>
                  <a:pt x="940227" y="1192101"/>
                </a:lnTo>
                <a:lnTo>
                  <a:pt x="940646" y="1188731"/>
                </a:lnTo>
                <a:lnTo>
                  <a:pt x="941064" y="1185349"/>
                </a:lnTo>
                <a:lnTo>
                  <a:pt x="941483" y="1181966"/>
                </a:lnTo>
                <a:lnTo>
                  <a:pt x="941914" y="1178584"/>
                </a:lnTo>
                <a:lnTo>
                  <a:pt x="942333" y="1175202"/>
                </a:lnTo>
                <a:lnTo>
                  <a:pt x="942764" y="1171819"/>
                </a:lnTo>
                <a:lnTo>
                  <a:pt x="943183" y="1168450"/>
                </a:lnTo>
                <a:lnTo>
                  <a:pt x="943601" y="1165067"/>
                </a:lnTo>
                <a:lnTo>
                  <a:pt x="944033" y="1161685"/>
                </a:lnTo>
                <a:lnTo>
                  <a:pt x="944451" y="1158315"/>
                </a:lnTo>
                <a:lnTo>
                  <a:pt x="944870" y="1154933"/>
                </a:lnTo>
                <a:lnTo>
                  <a:pt x="945301" y="1151550"/>
                </a:lnTo>
                <a:lnTo>
                  <a:pt x="945720" y="1148181"/>
                </a:lnTo>
                <a:lnTo>
                  <a:pt x="946151" y="1144798"/>
                </a:lnTo>
                <a:lnTo>
                  <a:pt x="946557" y="1141429"/>
                </a:lnTo>
                <a:lnTo>
                  <a:pt x="946988" y="1138046"/>
                </a:lnTo>
                <a:lnTo>
                  <a:pt x="947407" y="1134664"/>
                </a:lnTo>
                <a:lnTo>
                  <a:pt x="947838" y="1131294"/>
                </a:lnTo>
                <a:lnTo>
                  <a:pt x="948256" y="1127912"/>
                </a:lnTo>
                <a:lnTo>
                  <a:pt x="948675" y="1124542"/>
                </a:lnTo>
                <a:lnTo>
                  <a:pt x="949106" y="1121160"/>
                </a:lnTo>
                <a:lnTo>
                  <a:pt x="949525" y="1117790"/>
                </a:lnTo>
                <a:lnTo>
                  <a:pt x="949943" y="1114420"/>
                </a:lnTo>
                <a:lnTo>
                  <a:pt x="950375" y="1111051"/>
                </a:lnTo>
                <a:lnTo>
                  <a:pt x="950793" y="1107668"/>
                </a:lnTo>
                <a:lnTo>
                  <a:pt x="951225" y="1104299"/>
                </a:lnTo>
                <a:lnTo>
                  <a:pt x="951643" y="1100942"/>
                </a:lnTo>
                <a:lnTo>
                  <a:pt x="952062" y="1097559"/>
                </a:lnTo>
                <a:lnTo>
                  <a:pt x="952493" y="1094190"/>
                </a:lnTo>
                <a:lnTo>
                  <a:pt x="952912" y="1090820"/>
                </a:lnTo>
                <a:lnTo>
                  <a:pt x="953343" y="1087463"/>
                </a:lnTo>
                <a:lnTo>
                  <a:pt x="953761" y="1084093"/>
                </a:lnTo>
                <a:lnTo>
                  <a:pt x="954180" y="1080736"/>
                </a:lnTo>
                <a:lnTo>
                  <a:pt x="954599" y="1077367"/>
                </a:lnTo>
                <a:lnTo>
                  <a:pt x="955030" y="1073997"/>
                </a:lnTo>
                <a:lnTo>
                  <a:pt x="955448" y="1070640"/>
                </a:lnTo>
                <a:lnTo>
                  <a:pt x="955880" y="1067270"/>
                </a:lnTo>
                <a:lnTo>
                  <a:pt x="956298" y="1063913"/>
                </a:lnTo>
                <a:lnTo>
                  <a:pt x="956717" y="1060556"/>
                </a:lnTo>
                <a:lnTo>
                  <a:pt x="957135" y="1057200"/>
                </a:lnTo>
                <a:lnTo>
                  <a:pt x="957567" y="1053843"/>
                </a:lnTo>
                <a:lnTo>
                  <a:pt x="957985" y="1050486"/>
                </a:lnTo>
                <a:lnTo>
                  <a:pt x="958417" y="1047141"/>
                </a:lnTo>
                <a:lnTo>
                  <a:pt x="958835" y="1043784"/>
                </a:lnTo>
                <a:lnTo>
                  <a:pt x="959254" y="1040427"/>
                </a:lnTo>
                <a:lnTo>
                  <a:pt x="959685" y="1037070"/>
                </a:lnTo>
                <a:lnTo>
                  <a:pt x="960104" y="1033726"/>
                </a:lnTo>
                <a:lnTo>
                  <a:pt x="960522" y="1030369"/>
                </a:lnTo>
                <a:lnTo>
                  <a:pt x="960953" y="1027025"/>
                </a:lnTo>
                <a:lnTo>
                  <a:pt x="961372" y="1023681"/>
                </a:lnTo>
                <a:lnTo>
                  <a:pt x="961803" y="1020337"/>
                </a:lnTo>
                <a:lnTo>
                  <a:pt x="962209" y="1016992"/>
                </a:lnTo>
                <a:lnTo>
                  <a:pt x="962640" y="1013648"/>
                </a:lnTo>
                <a:lnTo>
                  <a:pt x="963059" y="1010304"/>
                </a:lnTo>
                <a:lnTo>
                  <a:pt x="963490" y="1006972"/>
                </a:lnTo>
                <a:lnTo>
                  <a:pt x="963909" y="1003628"/>
                </a:lnTo>
                <a:lnTo>
                  <a:pt x="964327" y="1000297"/>
                </a:lnTo>
                <a:lnTo>
                  <a:pt x="964759" y="996965"/>
                </a:lnTo>
                <a:lnTo>
                  <a:pt x="965177" y="993633"/>
                </a:lnTo>
                <a:lnTo>
                  <a:pt x="965596" y="990302"/>
                </a:lnTo>
                <a:lnTo>
                  <a:pt x="966027" y="986970"/>
                </a:lnTo>
                <a:lnTo>
                  <a:pt x="966446" y="983639"/>
                </a:lnTo>
                <a:lnTo>
                  <a:pt x="966877" y="980320"/>
                </a:lnTo>
                <a:lnTo>
                  <a:pt x="967283" y="976989"/>
                </a:lnTo>
                <a:lnTo>
                  <a:pt x="967714" y="973670"/>
                </a:lnTo>
                <a:lnTo>
                  <a:pt x="968133" y="970351"/>
                </a:lnTo>
                <a:lnTo>
                  <a:pt x="968564" y="967032"/>
                </a:lnTo>
                <a:lnTo>
                  <a:pt x="968983" y="963701"/>
                </a:lnTo>
                <a:lnTo>
                  <a:pt x="969401" y="960395"/>
                </a:lnTo>
                <a:lnTo>
                  <a:pt x="969832" y="957076"/>
                </a:lnTo>
                <a:lnTo>
                  <a:pt x="970251" y="953770"/>
                </a:lnTo>
                <a:lnTo>
                  <a:pt x="970670" y="950464"/>
                </a:lnTo>
                <a:lnTo>
                  <a:pt x="971101" y="947157"/>
                </a:lnTo>
                <a:lnTo>
                  <a:pt x="971519" y="943851"/>
                </a:lnTo>
                <a:lnTo>
                  <a:pt x="971951" y="940545"/>
                </a:lnTo>
                <a:lnTo>
                  <a:pt x="972369" y="937239"/>
                </a:lnTo>
                <a:lnTo>
                  <a:pt x="972788" y="933946"/>
                </a:lnTo>
                <a:lnTo>
                  <a:pt x="973206" y="930652"/>
                </a:lnTo>
                <a:lnTo>
                  <a:pt x="973638" y="927346"/>
                </a:lnTo>
                <a:lnTo>
                  <a:pt x="974056" y="924053"/>
                </a:lnTo>
                <a:lnTo>
                  <a:pt x="974487" y="920760"/>
                </a:lnTo>
                <a:lnTo>
                  <a:pt x="974906" y="917479"/>
                </a:lnTo>
                <a:lnTo>
                  <a:pt x="975325" y="914186"/>
                </a:lnTo>
                <a:lnTo>
                  <a:pt x="975743" y="910905"/>
                </a:lnTo>
                <a:lnTo>
                  <a:pt x="976174" y="907624"/>
                </a:lnTo>
                <a:lnTo>
                  <a:pt x="976593" y="904344"/>
                </a:lnTo>
                <a:lnTo>
                  <a:pt x="977024" y="901063"/>
                </a:lnTo>
                <a:lnTo>
                  <a:pt x="977443" y="897795"/>
                </a:lnTo>
                <a:lnTo>
                  <a:pt x="977861" y="894514"/>
                </a:lnTo>
                <a:lnTo>
                  <a:pt x="978293" y="891246"/>
                </a:lnTo>
                <a:lnTo>
                  <a:pt x="978711" y="887978"/>
                </a:lnTo>
                <a:lnTo>
                  <a:pt x="979130" y="884710"/>
                </a:lnTo>
                <a:lnTo>
                  <a:pt x="979561" y="881455"/>
                </a:lnTo>
                <a:lnTo>
                  <a:pt x="979980" y="878187"/>
                </a:lnTo>
                <a:lnTo>
                  <a:pt x="980411" y="874932"/>
                </a:lnTo>
                <a:lnTo>
                  <a:pt x="980817" y="871677"/>
                </a:lnTo>
                <a:lnTo>
                  <a:pt x="981248" y="868422"/>
                </a:lnTo>
                <a:lnTo>
                  <a:pt x="981667" y="865179"/>
                </a:lnTo>
                <a:lnTo>
                  <a:pt x="982098" y="861924"/>
                </a:lnTo>
                <a:lnTo>
                  <a:pt x="982517" y="858681"/>
                </a:lnTo>
                <a:lnTo>
                  <a:pt x="982935" y="855439"/>
                </a:lnTo>
                <a:lnTo>
                  <a:pt x="983366" y="852196"/>
                </a:lnTo>
                <a:lnTo>
                  <a:pt x="983785" y="848966"/>
                </a:lnTo>
                <a:lnTo>
                  <a:pt x="984204" y="845724"/>
                </a:lnTo>
                <a:lnTo>
                  <a:pt x="984635" y="842494"/>
                </a:lnTo>
                <a:lnTo>
                  <a:pt x="985053" y="839277"/>
                </a:lnTo>
                <a:lnTo>
                  <a:pt x="985485" y="836035"/>
                </a:lnTo>
                <a:lnTo>
                  <a:pt x="985903" y="832817"/>
                </a:lnTo>
                <a:lnTo>
                  <a:pt x="986322" y="829600"/>
                </a:lnTo>
                <a:lnTo>
                  <a:pt x="986740" y="826383"/>
                </a:lnTo>
                <a:lnTo>
                  <a:pt x="987172" y="823166"/>
                </a:lnTo>
                <a:lnTo>
                  <a:pt x="987590" y="819962"/>
                </a:lnTo>
                <a:lnTo>
                  <a:pt x="988022" y="816745"/>
                </a:lnTo>
                <a:lnTo>
                  <a:pt x="988440" y="813540"/>
                </a:lnTo>
                <a:lnTo>
                  <a:pt x="988859" y="810336"/>
                </a:lnTo>
                <a:lnTo>
                  <a:pt x="989277" y="807144"/>
                </a:lnTo>
                <a:lnTo>
                  <a:pt x="989709" y="803953"/>
                </a:lnTo>
                <a:lnTo>
                  <a:pt x="990127" y="800761"/>
                </a:lnTo>
                <a:lnTo>
                  <a:pt x="990558" y="797569"/>
                </a:lnTo>
                <a:lnTo>
                  <a:pt x="990977" y="794390"/>
                </a:lnTo>
                <a:lnTo>
                  <a:pt x="991396" y="791199"/>
                </a:lnTo>
                <a:lnTo>
                  <a:pt x="991827" y="788020"/>
                </a:lnTo>
                <a:lnTo>
                  <a:pt x="992245" y="784841"/>
                </a:lnTo>
                <a:lnTo>
                  <a:pt x="992677" y="781662"/>
                </a:lnTo>
                <a:lnTo>
                  <a:pt x="993095" y="778508"/>
                </a:lnTo>
                <a:lnTo>
                  <a:pt x="993514" y="775330"/>
                </a:lnTo>
                <a:lnTo>
                  <a:pt x="993945" y="772176"/>
                </a:lnTo>
                <a:lnTo>
                  <a:pt x="994364" y="769010"/>
                </a:lnTo>
                <a:lnTo>
                  <a:pt x="994782" y="765856"/>
                </a:lnTo>
                <a:lnTo>
                  <a:pt x="995214" y="762703"/>
                </a:lnTo>
                <a:lnTo>
                  <a:pt x="995632" y="759549"/>
                </a:lnTo>
                <a:lnTo>
                  <a:pt x="996063" y="756408"/>
                </a:lnTo>
                <a:lnTo>
                  <a:pt x="996469" y="753268"/>
                </a:lnTo>
                <a:lnTo>
                  <a:pt x="996901" y="750127"/>
                </a:lnTo>
                <a:lnTo>
                  <a:pt x="997319" y="746986"/>
                </a:lnTo>
                <a:lnTo>
                  <a:pt x="997750" y="743858"/>
                </a:lnTo>
                <a:lnTo>
                  <a:pt x="998169" y="740730"/>
                </a:lnTo>
                <a:lnTo>
                  <a:pt x="998588" y="737602"/>
                </a:lnTo>
                <a:lnTo>
                  <a:pt x="999019" y="734487"/>
                </a:lnTo>
                <a:lnTo>
                  <a:pt x="999437" y="731358"/>
                </a:lnTo>
                <a:lnTo>
                  <a:pt x="999856" y="728256"/>
                </a:lnTo>
                <a:lnTo>
                  <a:pt x="1000287" y="725140"/>
                </a:lnTo>
                <a:lnTo>
                  <a:pt x="1000706" y="722038"/>
                </a:lnTo>
                <a:lnTo>
                  <a:pt x="1001137" y="718935"/>
                </a:lnTo>
                <a:lnTo>
                  <a:pt x="1001543" y="715833"/>
                </a:lnTo>
                <a:lnTo>
                  <a:pt x="1001974" y="712743"/>
                </a:lnTo>
                <a:lnTo>
                  <a:pt x="1002393" y="709653"/>
                </a:lnTo>
                <a:lnTo>
                  <a:pt x="1002824" y="706563"/>
                </a:lnTo>
                <a:lnTo>
                  <a:pt x="1003243" y="703486"/>
                </a:lnTo>
                <a:lnTo>
                  <a:pt x="1003661" y="700396"/>
                </a:lnTo>
                <a:lnTo>
                  <a:pt x="1004093" y="697318"/>
                </a:lnTo>
                <a:lnTo>
                  <a:pt x="1004511" y="694254"/>
                </a:lnTo>
                <a:lnTo>
                  <a:pt x="1004930" y="691189"/>
                </a:lnTo>
                <a:lnTo>
                  <a:pt x="1005361" y="688125"/>
                </a:lnTo>
                <a:lnTo>
                  <a:pt x="1005780" y="685060"/>
                </a:lnTo>
                <a:lnTo>
                  <a:pt x="1006211" y="682021"/>
                </a:lnTo>
                <a:lnTo>
                  <a:pt x="1006629" y="678957"/>
                </a:lnTo>
                <a:lnTo>
                  <a:pt x="1007048" y="675918"/>
                </a:lnTo>
                <a:lnTo>
                  <a:pt x="1007467" y="672866"/>
                </a:lnTo>
                <a:lnTo>
                  <a:pt x="1007898" y="669827"/>
                </a:lnTo>
                <a:lnTo>
                  <a:pt x="1008316" y="666801"/>
                </a:lnTo>
                <a:lnTo>
                  <a:pt x="1008748" y="663774"/>
                </a:lnTo>
                <a:lnTo>
                  <a:pt x="1009166" y="660748"/>
                </a:lnTo>
                <a:lnTo>
                  <a:pt x="1009585" y="657722"/>
                </a:lnTo>
                <a:lnTo>
                  <a:pt x="1010003" y="654708"/>
                </a:lnTo>
                <a:lnTo>
                  <a:pt x="1010435" y="651694"/>
                </a:lnTo>
                <a:lnTo>
                  <a:pt x="1010853" y="648693"/>
                </a:lnTo>
                <a:lnTo>
                  <a:pt x="1011284" y="645680"/>
                </a:lnTo>
                <a:lnTo>
                  <a:pt x="1011703" y="642679"/>
                </a:lnTo>
                <a:lnTo>
                  <a:pt x="1012122" y="639691"/>
                </a:lnTo>
                <a:lnTo>
                  <a:pt x="1012553" y="636690"/>
                </a:lnTo>
                <a:lnTo>
                  <a:pt x="1012971" y="633702"/>
                </a:lnTo>
                <a:lnTo>
                  <a:pt x="1013390" y="630726"/>
                </a:lnTo>
                <a:lnTo>
                  <a:pt x="1013821" y="627751"/>
                </a:lnTo>
                <a:lnTo>
                  <a:pt x="1014240" y="624775"/>
                </a:lnTo>
                <a:lnTo>
                  <a:pt x="1014671" y="621800"/>
                </a:lnTo>
                <a:lnTo>
                  <a:pt x="1015077" y="618837"/>
                </a:lnTo>
                <a:lnTo>
                  <a:pt x="1015508" y="615887"/>
                </a:lnTo>
                <a:lnTo>
                  <a:pt x="1015927" y="612924"/>
                </a:lnTo>
                <a:lnTo>
                  <a:pt x="1016358" y="609987"/>
                </a:lnTo>
                <a:lnTo>
                  <a:pt x="1016777" y="607037"/>
                </a:lnTo>
                <a:lnTo>
                  <a:pt x="1017195" y="604099"/>
                </a:lnTo>
                <a:lnTo>
                  <a:pt x="1017627" y="601162"/>
                </a:lnTo>
                <a:lnTo>
                  <a:pt x="1018045" y="598225"/>
                </a:lnTo>
                <a:lnTo>
                  <a:pt x="1018464" y="595313"/>
                </a:lnTo>
                <a:lnTo>
                  <a:pt x="1018895" y="592375"/>
                </a:lnTo>
                <a:lnTo>
                  <a:pt x="1019314" y="589463"/>
                </a:lnTo>
                <a:lnTo>
                  <a:pt x="1019745" y="586552"/>
                </a:lnTo>
                <a:lnTo>
                  <a:pt x="1020163" y="583652"/>
                </a:lnTo>
                <a:lnTo>
                  <a:pt x="1020582" y="580753"/>
                </a:lnTo>
                <a:lnTo>
                  <a:pt x="1021001" y="577854"/>
                </a:lnTo>
                <a:lnTo>
                  <a:pt x="1021432" y="574955"/>
                </a:lnTo>
                <a:lnTo>
                  <a:pt x="1021850" y="572068"/>
                </a:lnTo>
                <a:lnTo>
                  <a:pt x="1022282" y="569195"/>
                </a:lnTo>
                <a:lnTo>
                  <a:pt x="1022700" y="566321"/>
                </a:lnTo>
                <a:lnTo>
                  <a:pt x="1023119" y="563447"/>
                </a:lnTo>
                <a:lnTo>
                  <a:pt x="1023537" y="560573"/>
                </a:lnTo>
                <a:lnTo>
                  <a:pt x="1023969" y="557712"/>
                </a:lnTo>
                <a:lnTo>
                  <a:pt x="1024387" y="554851"/>
                </a:lnTo>
                <a:lnTo>
                  <a:pt x="1024819" y="552003"/>
                </a:lnTo>
                <a:lnTo>
                  <a:pt x="1025237" y="549167"/>
                </a:lnTo>
                <a:lnTo>
                  <a:pt x="1025656" y="546319"/>
                </a:lnTo>
                <a:lnTo>
                  <a:pt x="1026087" y="543471"/>
                </a:lnTo>
                <a:lnTo>
                  <a:pt x="1026506" y="540648"/>
                </a:lnTo>
                <a:lnTo>
                  <a:pt x="1026924" y="537825"/>
                </a:lnTo>
                <a:lnTo>
                  <a:pt x="1027355" y="535002"/>
                </a:lnTo>
                <a:lnTo>
                  <a:pt x="1027774" y="532179"/>
                </a:lnTo>
                <a:lnTo>
                  <a:pt x="1028205" y="529382"/>
                </a:lnTo>
                <a:lnTo>
                  <a:pt x="1028624" y="526571"/>
                </a:lnTo>
                <a:lnTo>
                  <a:pt x="1029042" y="523774"/>
                </a:lnTo>
                <a:lnTo>
                  <a:pt x="1029474" y="520976"/>
                </a:lnTo>
                <a:lnTo>
                  <a:pt x="1029892" y="518192"/>
                </a:lnTo>
                <a:lnTo>
                  <a:pt x="1030324" y="515407"/>
                </a:lnTo>
                <a:lnTo>
                  <a:pt x="1030729" y="512635"/>
                </a:lnTo>
                <a:lnTo>
                  <a:pt x="1031161" y="509850"/>
                </a:lnTo>
                <a:lnTo>
                  <a:pt x="1031579" y="507091"/>
                </a:lnTo>
                <a:lnTo>
                  <a:pt x="1032011" y="504332"/>
                </a:lnTo>
                <a:lnTo>
                  <a:pt x="1032429" y="501572"/>
                </a:lnTo>
                <a:lnTo>
                  <a:pt x="1032848" y="498826"/>
                </a:lnTo>
                <a:lnTo>
                  <a:pt x="1033279" y="496079"/>
                </a:lnTo>
                <a:lnTo>
                  <a:pt x="1033698" y="493345"/>
                </a:lnTo>
                <a:lnTo>
                  <a:pt x="1034116" y="490611"/>
                </a:lnTo>
                <a:lnTo>
                  <a:pt x="1034547" y="487877"/>
                </a:lnTo>
                <a:lnTo>
                  <a:pt x="1034966" y="485156"/>
                </a:lnTo>
                <a:lnTo>
                  <a:pt x="1035397" y="482448"/>
                </a:lnTo>
                <a:lnTo>
                  <a:pt x="1035803" y="479739"/>
                </a:lnTo>
                <a:lnTo>
                  <a:pt x="1036234" y="477031"/>
                </a:lnTo>
                <a:lnTo>
                  <a:pt x="1036653" y="474335"/>
                </a:lnTo>
                <a:lnTo>
                  <a:pt x="1037084" y="471639"/>
                </a:lnTo>
                <a:lnTo>
                  <a:pt x="1037503" y="468956"/>
                </a:lnTo>
                <a:lnTo>
                  <a:pt x="1037921" y="466273"/>
                </a:lnTo>
                <a:lnTo>
                  <a:pt x="1038353" y="463590"/>
                </a:lnTo>
                <a:lnTo>
                  <a:pt x="1038771" y="460920"/>
                </a:lnTo>
                <a:lnTo>
                  <a:pt x="1039190" y="458262"/>
                </a:lnTo>
                <a:lnTo>
                  <a:pt x="1039621" y="455592"/>
                </a:lnTo>
                <a:lnTo>
                  <a:pt x="1040040" y="452947"/>
                </a:lnTo>
                <a:lnTo>
                  <a:pt x="1040471" y="450302"/>
                </a:lnTo>
                <a:lnTo>
                  <a:pt x="1040890" y="447657"/>
                </a:lnTo>
                <a:lnTo>
                  <a:pt x="1041308" y="445025"/>
                </a:lnTo>
                <a:lnTo>
                  <a:pt x="1041727" y="442393"/>
                </a:lnTo>
                <a:lnTo>
                  <a:pt x="1042158" y="439774"/>
                </a:lnTo>
                <a:lnTo>
                  <a:pt x="1042577" y="437154"/>
                </a:lnTo>
                <a:lnTo>
                  <a:pt x="1043008" y="434547"/>
                </a:lnTo>
                <a:lnTo>
                  <a:pt x="1043426" y="431953"/>
                </a:lnTo>
                <a:lnTo>
                  <a:pt x="1043845" y="429347"/>
                </a:lnTo>
                <a:lnTo>
                  <a:pt x="1044264" y="426753"/>
                </a:lnTo>
                <a:lnTo>
                  <a:pt x="1044695" y="424171"/>
                </a:lnTo>
                <a:lnTo>
                  <a:pt x="1045113" y="421590"/>
                </a:lnTo>
                <a:lnTo>
                  <a:pt x="1045545" y="419022"/>
                </a:lnTo>
                <a:lnTo>
                  <a:pt x="1045963" y="416440"/>
                </a:lnTo>
                <a:lnTo>
                  <a:pt x="1046382" y="413897"/>
                </a:lnTo>
                <a:lnTo>
                  <a:pt x="1046813" y="411329"/>
                </a:lnTo>
                <a:lnTo>
                  <a:pt x="1047232" y="408785"/>
                </a:lnTo>
                <a:lnTo>
                  <a:pt x="1047650" y="406242"/>
                </a:lnTo>
                <a:lnTo>
                  <a:pt x="1048082" y="403712"/>
                </a:lnTo>
                <a:lnTo>
                  <a:pt x="1048500" y="401181"/>
                </a:lnTo>
                <a:lnTo>
                  <a:pt x="1048931" y="398651"/>
                </a:lnTo>
                <a:lnTo>
                  <a:pt x="1049337" y="396133"/>
                </a:lnTo>
                <a:lnTo>
                  <a:pt x="1049769" y="393628"/>
                </a:lnTo>
                <a:lnTo>
                  <a:pt x="1050187" y="391110"/>
                </a:lnTo>
                <a:lnTo>
                  <a:pt x="1050618" y="388618"/>
                </a:lnTo>
                <a:lnTo>
                  <a:pt x="1051037" y="386126"/>
                </a:lnTo>
                <a:lnTo>
                  <a:pt x="1051456" y="383646"/>
                </a:lnTo>
                <a:lnTo>
                  <a:pt x="1051887" y="381179"/>
                </a:lnTo>
                <a:lnTo>
                  <a:pt x="1052305" y="378700"/>
                </a:lnTo>
                <a:lnTo>
                  <a:pt x="1052724" y="376233"/>
                </a:lnTo>
                <a:lnTo>
                  <a:pt x="1053155" y="373766"/>
                </a:lnTo>
                <a:lnTo>
                  <a:pt x="1053574" y="371312"/>
                </a:lnTo>
                <a:lnTo>
                  <a:pt x="1054005" y="368871"/>
                </a:lnTo>
                <a:lnTo>
                  <a:pt x="1054424" y="366429"/>
                </a:lnTo>
                <a:lnTo>
                  <a:pt x="1054842" y="364013"/>
                </a:lnTo>
                <a:lnTo>
                  <a:pt x="1055261" y="361585"/>
                </a:lnTo>
                <a:lnTo>
                  <a:pt x="1055692" y="359156"/>
                </a:lnTo>
                <a:lnTo>
                  <a:pt x="1056111" y="356753"/>
                </a:lnTo>
                <a:lnTo>
                  <a:pt x="1056542" y="354349"/>
                </a:lnTo>
                <a:lnTo>
                  <a:pt x="1056948" y="351946"/>
                </a:lnTo>
                <a:lnTo>
                  <a:pt x="1057379" y="349555"/>
                </a:lnTo>
                <a:lnTo>
                  <a:pt x="1057798" y="347165"/>
                </a:lnTo>
                <a:lnTo>
                  <a:pt x="1058229" y="344787"/>
                </a:lnTo>
                <a:lnTo>
                  <a:pt x="1058647" y="342409"/>
                </a:lnTo>
                <a:lnTo>
                  <a:pt x="1059079" y="340057"/>
                </a:lnTo>
                <a:lnTo>
                  <a:pt x="1059497" y="337692"/>
                </a:lnTo>
                <a:lnTo>
                  <a:pt x="1059916" y="335339"/>
                </a:lnTo>
                <a:lnTo>
                  <a:pt x="1060334" y="333000"/>
                </a:lnTo>
                <a:lnTo>
                  <a:pt x="1060766" y="330660"/>
                </a:lnTo>
                <a:lnTo>
                  <a:pt x="1061184" y="328320"/>
                </a:lnTo>
                <a:lnTo>
                  <a:pt x="1061616" y="326006"/>
                </a:lnTo>
                <a:lnTo>
                  <a:pt x="1062021" y="323692"/>
                </a:lnTo>
                <a:lnTo>
                  <a:pt x="1062453" y="321377"/>
                </a:lnTo>
                <a:lnTo>
                  <a:pt x="1062871" y="319076"/>
                </a:lnTo>
                <a:lnTo>
                  <a:pt x="1063303" y="316787"/>
                </a:lnTo>
                <a:lnTo>
                  <a:pt x="1063721" y="314498"/>
                </a:lnTo>
                <a:lnTo>
                  <a:pt x="1064140" y="312209"/>
                </a:lnTo>
                <a:lnTo>
                  <a:pt x="1064571" y="309946"/>
                </a:lnTo>
                <a:lnTo>
                  <a:pt x="1064990" y="307670"/>
                </a:lnTo>
                <a:lnTo>
                  <a:pt x="1065408" y="305406"/>
                </a:lnTo>
                <a:lnTo>
                  <a:pt x="1065839" y="303156"/>
                </a:lnTo>
                <a:lnTo>
                  <a:pt x="1066258" y="300905"/>
                </a:lnTo>
                <a:lnTo>
                  <a:pt x="1066689" y="298680"/>
                </a:lnTo>
                <a:lnTo>
                  <a:pt x="1067108" y="296442"/>
                </a:lnTo>
                <a:lnTo>
                  <a:pt x="1067526" y="294204"/>
                </a:lnTo>
                <a:lnTo>
                  <a:pt x="1067958" y="291991"/>
                </a:lnTo>
                <a:lnTo>
                  <a:pt x="1068376" y="289791"/>
                </a:lnTo>
                <a:lnTo>
                  <a:pt x="1068808" y="287579"/>
                </a:lnTo>
                <a:lnTo>
                  <a:pt x="1069226" y="285392"/>
                </a:lnTo>
                <a:lnTo>
                  <a:pt x="1069645" y="283205"/>
                </a:lnTo>
                <a:lnTo>
                  <a:pt x="1070063" y="281018"/>
                </a:lnTo>
                <a:lnTo>
                  <a:pt x="1070495" y="278843"/>
                </a:lnTo>
                <a:lnTo>
                  <a:pt x="1070913" y="276681"/>
                </a:lnTo>
                <a:lnTo>
                  <a:pt x="1071344" y="274520"/>
                </a:lnTo>
                <a:lnTo>
                  <a:pt x="1071763" y="272371"/>
                </a:lnTo>
                <a:lnTo>
                  <a:pt x="1072182" y="270222"/>
                </a:lnTo>
                <a:lnTo>
                  <a:pt x="1072600" y="268086"/>
                </a:lnTo>
                <a:lnTo>
                  <a:pt x="1073031" y="265962"/>
                </a:lnTo>
                <a:lnTo>
                  <a:pt x="1073450" y="263839"/>
                </a:lnTo>
                <a:lnTo>
                  <a:pt x="1073881" y="261728"/>
                </a:lnTo>
                <a:lnTo>
                  <a:pt x="1074300" y="259617"/>
                </a:lnTo>
                <a:lnTo>
                  <a:pt x="1074718" y="257519"/>
                </a:lnTo>
                <a:lnTo>
                  <a:pt x="1075150" y="255421"/>
                </a:lnTo>
                <a:lnTo>
                  <a:pt x="1075568" y="253335"/>
                </a:lnTo>
                <a:lnTo>
                  <a:pt x="1075987" y="251263"/>
                </a:lnTo>
                <a:lnTo>
                  <a:pt x="1076418" y="249190"/>
                </a:lnTo>
                <a:lnTo>
                  <a:pt x="1076837" y="247130"/>
                </a:lnTo>
                <a:lnTo>
                  <a:pt x="1077268" y="245070"/>
                </a:lnTo>
                <a:lnTo>
                  <a:pt x="1077674" y="243036"/>
                </a:lnTo>
                <a:lnTo>
                  <a:pt x="1078105" y="240988"/>
                </a:lnTo>
                <a:lnTo>
                  <a:pt x="1078524" y="238954"/>
                </a:lnTo>
                <a:lnTo>
                  <a:pt x="1078955" y="236932"/>
                </a:lnTo>
                <a:lnTo>
                  <a:pt x="1079374" y="234910"/>
                </a:lnTo>
                <a:lnTo>
                  <a:pt x="1079792" y="232901"/>
                </a:lnTo>
                <a:lnTo>
                  <a:pt x="1080223" y="230905"/>
                </a:lnTo>
                <a:lnTo>
                  <a:pt x="1080642" y="228908"/>
                </a:lnTo>
                <a:lnTo>
                  <a:pt x="1081061" y="226925"/>
                </a:lnTo>
                <a:lnTo>
                  <a:pt x="1081492" y="224954"/>
                </a:lnTo>
                <a:lnTo>
                  <a:pt x="1081910" y="222983"/>
                </a:lnTo>
                <a:lnTo>
                  <a:pt x="1082342" y="221012"/>
                </a:lnTo>
                <a:lnTo>
                  <a:pt x="1082760" y="219066"/>
                </a:lnTo>
                <a:lnTo>
                  <a:pt x="1083179" y="217121"/>
                </a:lnTo>
                <a:lnTo>
                  <a:pt x="1083597" y="215175"/>
                </a:lnTo>
                <a:lnTo>
                  <a:pt x="1084029" y="213243"/>
                </a:lnTo>
                <a:lnTo>
                  <a:pt x="1084447" y="211323"/>
                </a:lnTo>
                <a:lnTo>
                  <a:pt x="1084879" y="209415"/>
                </a:lnTo>
                <a:lnTo>
                  <a:pt x="1085297" y="207495"/>
                </a:lnTo>
                <a:lnTo>
                  <a:pt x="1085716" y="205600"/>
                </a:lnTo>
                <a:lnTo>
                  <a:pt x="1086134" y="203706"/>
                </a:lnTo>
                <a:lnTo>
                  <a:pt x="1086566" y="201824"/>
                </a:lnTo>
                <a:lnTo>
                  <a:pt x="1086984" y="199955"/>
                </a:lnTo>
                <a:lnTo>
                  <a:pt x="1087415" y="198085"/>
                </a:lnTo>
                <a:lnTo>
                  <a:pt x="1087834" y="196229"/>
                </a:lnTo>
                <a:lnTo>
                  <a:pt x="1088253" y="194372"/>
                </a:lnTo>
                <a:lnTo>
                  <a:pt x="1088684" y="192529"/>
                </a:lnTo>
                <a:lnTo>
                  <a:pt x="1089102" y="190698"/>
                </a:lnTo>
                <a:lnTo>
                  <a:pt x="1089521" y="188867"/>
                </a:lnTo>
                <a:lnTo>
                  <a:pt x="1089952" y="187048"/>
                </a:lnTo>
                <a:lnTo>
                  <a:pt x="1090371" y="185230"/>
                </a:lnTo>
                <a:lnTo>
                  <a:pt x="1090802" y="183437"/>
                </a:lnTo>
                <a:lnTo>
                  <a:pt x="1091208" y="181631"/>
                </a:lnTo>
                <a:lnTo>
                  <a:pt x="1091639" y="179851"/>
                </a:lnTo>
                <a:lnTo>
                  <a:pt x="1092058" y="178071"/>
                </a:lnTo>
                <a:lnTo>
                  <a:pt x="1092489" y="176303"/>
                </a:lnTo>
                <a:lnTo>
                  <a:pt x="1092908" y="174536"/>
                </a:lnTo>
                <a:lnTo>
                  <a:pt x="1093326" y="172781"/>
                </a:lnTo>
                <a:lnTo>
                  <a:pt x="1093757" y="171039"/>
                </a:lnTo>
                <a:lnTo>
                  <a:pt x="1094176" y="169297"/>
                </a:lnTo>
                <a:lnTo>
                  <a:pt x="1094595" y="167568"/>
                </a:lnTo>
                <a:lnTo>
                  <a:pt x="1095026" y="165838"/>
                </a:lnTo>
                <a:lnTo>
                  <a:pt x="1095444" y="164122"/>
                </a:lnTo>
                <a:lnTo>
                  <a:pt x="1095876" y="162418"/>
                </a:lnTo>
                <a:lnTo>
                  <a:pt x="1096282" y="160727"/>
                </a:lnTo>
                <a:lnTo>
                  <a:pt x="1096713" y="159035"/>
                </a:lnTo>
                <a:lnTo>
                  <a:pt x="1097132" y="157357"/>
                </a:lnTo>
                <a:lnTo>
                  <a:pt x="1097563" y="155678"/>
                </a:lnTo>
                <a:lnTo>
                  <a:pt x="1097981" y="154025"/>
                </a:lnTo>
                <a:lnTo>
                  <a:pt x="1098413" y="152360"/>
                </a:lnTo>
                <a:lnTo>
                  <a:pt x="1098831" y="150719"/>
                </a:lnTo>
                <a:lnTo>
                  <a:pt x="1099250" y="149079"/>
                </a:lnTo>
                <a:lnTo>
                  <a:pt x="1099668" y="147451"/>
                </a:lnTo>
                <a:lnTo>
                  <a:pt x="1100100" y="145824"/>
                </a:lnTo>
                <a:lnTo>
                  <a:pt x="1100518" y="144209"/>
                </a:lnTo>
                <a:lnTo>
                  <a:pt x="1100949" y="142607"/>
                </a:lnTo>
                <a:lnTo>
                  <a:pt x="1101368" y="141004"/>
                </a:lnTo>
                <a:lnTo>
                  <a:pt x="1101787" y="139428"/>
                </a:lnTo>
                <a:lnTo>
                  <a:pt x="1102205" y="137838"/>
                </a:lnTo>
                <a:lnTo>
                  <a:pt x="1102636" y="136261"/>
                </a:lnTo>
                <a:lnTo>
                  <a:pt x="1103055" y="134710"/>
                </a:lnTo>
                <a:lnTo>
                  <a:pt x="1103486" y="133146"/>
                </a:lnTo>
                <a:lnTo>
                  <a:pt x="1103905" y="131607"/>
                </a:lnTo>
                <a:lnTo>
                  <a:pt x="1104323" y="130069"/>
                </a:lnTo>
                <a:lnTo>
                  <a:pt x="1104742" y="128543"/>
                </a:lnTo>
                <a:lnTo>
                  <a:pt x="1105173" y="127017"/>
                </a:lnTo>
                <a:lnTo>
                  <a:pt x="1105605" y="125504"/>
                </a:lnTo>
                <a:lnTo>
                  <a:pt x="1106023" y="124003"/>
                </a:lnTo>
                <a:lnTo>
                  <a:pt x="1106442" y="122516"/>
                </a:lnTo>
                <a:lnTo>
                  <a:pt x="1106860" y="121028"/>
                </a:lnTo>
                <a:lnTo>
                  <a:pt x="1107292" y="119540"/>
                </a:lnTo>
                <a:lnTo>
                  <a:pt x="1107710" y="118065"/>
                </a:lnTo>
                <a:lnTo>
                  <a:pt x="1108141" y="116616"/>
                </a:lnTo>
                <a:lnTo>
                  <a:pt x="1108560" y="115166"/>
                </a:lnTo>
                <a:lnTo>
                  <a:pt x="1108979" y="113716"/>
                </a:lnTo>
                <a:lnTo>
                  <a:pt x="1109410" y="112280"/>
                </a:lnTo>
                <a:lnTo>
                  <a:pt x="1109828" y="110868"/>
                </a:lnTo>
                <a:lnTo>
                  <a:pt x="1110247" y="109444"/>
                </a:lnTo>
                <a:lnTo>
                  <a:pt x="1110678" y="108032"/>
                </a:lnTo>
                <a:lnTo>
                  <a:pt x="1111097" y="106634"/>
                </a:lnTo>
                <a:lnTo>
                  <a:pt x="1111528" y="105235"/>
                </a:lnTo>
                <a:lnTo>
                  <a:pt x="1111934" y="103862"/>
                </a:lnTo>
                <a:lnTo>
                  <a:pt x="1112365" y="102488"/>
                </a:lnTo>
                <a:lnTo>
                  <a:pt x="1112784" y="101115"/>
                </a:lnTo>
                <a:lnTo>
                  <a:pt x="1113215" y="99755"/>
                </a:lnTo>
                <a:lnTo>
                  <a:pt x="1113634" y="98419"/>
                </a:lnTo>
                <a:lnTo>
                  <a:pt x="1114052" y="97072"/>
                </a:lnTo>
                <a:lnTo>
                  <a:pt x="1114484" y="95736"/>
                </a:lnTo>
                <a:lnTo>
                  <a:pt x="1114902" y="94427"/>
                </a:lnTo>
                <a:lnTo>
                  <a:pt x="1115321" y="93117"/>
                </a:lnTo>
                <a:lnTo>
                  <a:pt x="1115752" y="91807"/>
                </a:lnTo>
                <a:lnTo>
                  <a:pt x="1116171" y="90510"/>
                </a:lnTo>
                <a:lnTo>
                  <a:pt x="1116602" y="89226"/>
                </a:lnTo>
                <a:lnTo>
                  <a:pt x="1117020" y="87954"/>
                </a:lnTo>
                <a:lnTo>
                  <a:pt x="1117439" y="86683"/>
                </a:lnTo>
                <a:lnTo>
                  <a:pt x="1117858" y="85424"/>
                </a:lnTo>
                <a:lnTo>
                  <a:pt x="1118289" y="84178"/>
                </a:lnTo>
                <a:lnTo>
                  <a:pt x="1118707" y="82932"/>
                </a:lnTo>
                <a:lnTo>
                  <a:pt x="1119139" y="81698"/>
                </a:lnTo>
                <a:lnTo>
                  <a:pt x="1119557" y="80477"/>
                </a:lnTo>
                <a:lnTo>
                  <a:pt x="1119976" y="79257"/>
                </a:lnTo>
                <a:lnTo>
                  <a:pt x="1120394" y="78049"/>
                </a:lnTo>
                <a:lnTo>
                  <a:pt x="1120826" y="76866"/>
                </a:lnTo>
                <a:lnTo>
                  <a:pt x="1121244" y="75671"/>
                </a:lnTo>
                <a:lnTo>
                  <a:pt x="1121676" y="74488"/>
                </a:lnTo>
                <a:lnTo>
                  <a:pt x="1122094" y="73319"/>
                </a:lnTo>
                <a:lnTo>
                  <a:pt x="1122513" y="72161"/>
                </a:lnTo>
                <a:lnTo>
                  <a:pt x="1122944" y="71017"/>
                </a:lnTo>
                <a:lnTo>
                  <a:pt x="1123363" y="69860"/>
                </a:lnTo>
                <a:lnTo>
                  <a:pt x="1123781" y="68728"/>
                </a:lnTo>
                <a:lnTo>
                  <a:pt x="1124212" y="67609"/>
                </a:lnTo>
                <a:lnTo>
                  <a:pt x="1124631" y="66490"/>
                </a:lnTo>
                <a:lnTo>
                  <a:pt x="1125062" y="65384"/>
                </a:lnTo>
                <a:lnTo>
                  <a:pt x="1125468" y="64278"/>
                </a:lnTo>
                <a:lnTo>
                  <a:pt x="1125899" y="63197"/>
                </a:lnTo>
                <a:lnTo>
                  <a:pt x="1126318" y="62116"/>
                </a:lnTo>
                <a:lnTo>
                  <a:pt x="1126749" y="61035"/>
                </a:lnTo>
                <a:lnTo>
                  <a:pt x="1127168" y="59980"/>
                </a:lnTo>
                <a:lnTo>
                  <a:pt x="1127586" y="58924"/>
                </a:lnTo>
                <a:lnTo>
                  <a:pt x="1128018" y="57882"/>
                </a:lnTo>
                <a:lnTo>
                  <a:pt x="1128436" y="56852"/>
                </a:lnTo>
                <a:lnTo>
                  <a:pt x="1128855" y="55822"/>
                </a:lnTo>
                <a:lnTo>
                  <a:pt x="1129286" y="54804"/>
                </a:lnTo>
                <a:lnTo>
                  <a:pt x="1129705" y="53800"/>
                </a:lnTo>
                <a:lnTo>
                  <a:pt x="1130136" y="52808"/>
                </a:lnTo>
                <a:lnTo>
                  <a:pt x="1130555" y="51816"/>
                </a:lnTo>
                <a:lnTo>
                  <a:pt x="1130973" y="50837"/>
                </a:lnTo>
                <a:lnTo>
                  <a:pt x="1131392" y="49858"/>
                </a:lnTo>
                <a:lnTo>
                  <a:pt x="1131823" y="48904"/>
                </a:lnTo>
                <a:lnTo>
                  <a:pt x="1132242" y="47951"/>
                </a:lnTo>
                <a:lnTo>
                  <a:pt x="1132673" y="47010"/>
                </a:lnTo>
                <a:lnTo>
                  <a:pt x="1133091" y="46069"/>
                </a:lnTo>
                <a:lnTo>
                  <a:pt x="1133510" y="45140"/>
                </a:lnTo>
                <a:lnTo>
                  <a:pt x="1133929" y="44225"/>
                </a:lnTo>
                <a:lnTo>
                  <a:pt x="1134360" y="43322"/>
                </a:lnTo>
                <a:lnTo>
                  <a:pt x="1134778" y="42432"/>
                </a:lnTo>
                <a:lnTo>
                  <a:pt x="1135210" y="41542"/>
                </a:lnTo>
                <a:lnTo>
                  <a:pt x="1135628" y="40664"/>
                </a:lnTo>
                <a:lnTo>
                  <a:pt x="1136047" y="39787"/>
                </a:lnTo>
                <a:lnTo>
                  <a:pt x="1136465" y="38935"/>
                </a:lnTo>
                <a:lnTo>
                  <a:pt x="1136897" y="38070"/>
                </a:lnTo>
                <a:lnTo>
                  <a:pt x="1137315" y="37231"/>
                </a:lnTo>
                <a:lnTo>
                  <a:pt x="1137746" y="36405"/>
                </a:lnTo>
                <a:lnTo>
                  <a:pt x="1138165" y="35578"/>
                </a:lnTo>
                <a:lnTo>
                  <a:pt x="1138584" y="34777"/>
                </a:lnTo>
                <a:lnTo>
                  <a:pt x="1139002" y="33963"/>
                </a:lnTo>
                <a:lnTo>
                  <a:pt x="1139433" y="33162"/>
                </a:lnTo>
                <a:lnTo>
                  <a:pt x="1139852" y="32387"/>
                </a:lnTo>
                <a:lnTo>
                  <a:pt x="1140283" y="31611"/>
                </a:lnTo>
                <a:lnTo>
                  <a:pt x="1140702" y="30835"/>
                </a:lnTo>
                <a:lnTo>
                  <a:pt x="1141120" y="30072"/>
                </a:lnTo>
                <a:lnTo>
                  <a:pt x="1141552" y="29335"/>
                </a:lnTo>
                <a:lnTo>
                  <a:pt x="1141970" y="28585"/>
                </a:lnTo>
                <a:lnTo>
                  <a:pt x="1142402" y="27860"/>
                </a:lnTo>
                <a:lnTo>
                  <a:pt x="1142820" y="27135"/>
                </a:lnTo>
                <a:lnTo>
                  <a:pt x="1143239" y="26423"/>
                </a:lnTo>
                <a:lnTo>
                  <a:pt x="1143670" y="25723"/>
                </a:lnTo>
                <a:lnTo>
                  <a:pt x="1144089" y="25024"/>
                </a:lnTo>
                <a:lnTo>
                  <a:pt x="1144507" y="24350"/>
                </a:lnTo>
                <a:lnTo>
                  <a:pt x="1144938" y="23676"/>
                </a:lnTo>
                <a:lnTo>
                  <a:pt x="1145357" y="23015"/>
                </a:lnTo>
                <a:lnTo>
                  <a:pt x="1145788" y="22354"/>
                </a:lnTo>
                <a:lnTo>
                  <a:pt x="1146194" y="21705"/>
                </a:lnTo>
                <a:lnTo>
                  <a:pt x="1146625" y="21069"/>
                </a:lnTo>
                <a:lnTo>
                  <a:pt x="1147044" y="20446"/>
                </a:lnTo>
                <a:lnTo>
                  <a:pt x="1147475" y="19823"/>
                </a:lnTo>
                <a:lnTo>
                  <a:pt x="1147894" y="19213"/>
                </a:lnTo>
                <a:lnTo>
                  <a:pt x="1148312" y="18615"/>
                </a:lnTo>
                <a:lnTo>
                  <a:pt x="1148744" y="18030"/>
                </a:lnTo>
                <a:lnTo>
                  <a:pt x="1149162" y="17458"/>
                </a:lnTo>
                <a:lnTo>
                  <a:pt x="1149581" y="16873"/>
                </a:lnTo>
                <a:lnTo>
                  <a:pt x="1150012" y="16314"/>
                </a:lnTo>
                <a:lnTo>
                  <a:pt x="1150431" y="15767"/>
                </a:lnTo>
                <a:lnTo>
                  <a:pt x="1150862" y="15220"/>
                </a:lnTo>
                <a:lnTo>
                  <a:pt x="1151281" y="14686"/>
                </a:lnTo>
                <a:lnTo>
                  <a:pt x="1151699" y="14165"/>
                </a:lnTo>
                <a:lnTo>
                  <a:pt x="1152118" y="13643"/>
                </a:lnTo>
                <a:lnTo>
                  <a:pt x="1152549" y="13148"/>
                </a:lnTo>
                <a:lnTo>
                  <a:pt x="1152968" y="12652"/>
                </a:lnTo>
                <a:lnTo>
                  <a:pt x="1153399" y="12168"/>
                </a:lnTo>
                <a:lnTo>
                  <a:pt x="1153817" y="11698"/>
                </a:lnTo>
                <a:lnTo>
                  <a:pt x="1154236" y="11215"/>
                </a:lnTo>
                <a:lnTo>
                  <a:pt x="1154655" y="10770"/>
                </a:lnTo>
                <a:lnTo>
                  <a:pt x="1155086" y="10325"/>
                </a:lnTo>
                <a:lnTo>
                  <a:pt x="1155504" y="9880"/>
                </a:lnTo>
                <a:lnTo>
                  <a:pt x="1155936" y="9447"/>
                </a:lnTo>
                <a:lnTo>
                  <a:pt x="1156354" y="9028"/>
                </a:lnTo>
                <a:lnTo>
                  <a:pt x="1156773" y="8621"/>
                </a:lnTo>
                <a:lnTo>
                  <a:pt x="1157204" y="8214"/>
                </a:lnTo>
                <a:lnTo>
                  <a:pt x="1157623" y="7832"/>
                </a:lnTo>
                <a:lnTo>
                  <a:pt x="1158041" y="7451"/>
                </a:lnTo>
                <a:lnTo>
                  <a:pt x="1158473" y="7082"/>
                </a:lnTo>
                <a:lnTo>
                  <a:pt x="1158891" y="6713"/>
                </a:lnTo>
                <a:lnTo>
                  <a:pt x="1159322" y="6357"/>
                </a:lnTo>
                <a:lnTo>
                  <a:pt x="1159728" y="6014"/>
                </a:lnTo>
                <a:lnTo>
                  <a:pt x="1160160" y="5683"/>
                </a:lnTo>
                <a:lnTo>
                  <a:pt x="1160578" y="5353"/>
                </a:lnTo>
                <a:lnTo>
                  <a:pt x="1161009" y="5035"/>
                </a:lnTo>
                <a:lnTo>
                  <a:pt x="1161428" y="4730"/>
                </a:lnTo>
                <a:lnTo>
                  <a:pt x="1161847" y="4450"/>
                </a:lnTo>
                <a:lnTo>
                  <a:pt x="1162278" y="4158"/>
                </a:lnTo>
                <a:lnTo>
                  <a:pt x="1165233" y="2415"/>
                </a:lnTo>
                <a:lnTo>
                  <a:pt x="1165652" y="2199"/>
                </a:lnTo>
                <a:lnTo>
                  <a:pt x="1166083" y="2009"/>
                </a:lnTo>
                <a:lnTo>
                  <a:pt x="1166502" y="1818"/>
                </a:lnTo>
                <a:lnTo>
                  <a:pt x="1166933" y="1627"/>
                </a:lnTo>
                <a:lnTo>
                  <a:pt x="1167352" y="1462"/>
                </a:lnTo>
                <a:lnTo>
                  <a:pt x="1167770" y="1297"/>
                </a:lnTo>
                <a:lnTo>
                  <a:pt x="1168189" y="1144"/>
                </a:lnTo>
                <a:lnTo>
                  <a:pt x="1168620" y="1004"/>
                </a:lnTo>
                <a:lnTo>
                  <a:pt x="1169039" y="864"/>
                </a:lnTo>
                <a:lnTo>
                  <a:pt x="1169470" y="750"/>
                </a:lnTo>
                <a:lnTo>
                  <a:pt x="1173262" y="63"/>
                </a:lnTo>
                <a:lnTo>
                  <a:pt x="1173694" y="25"/>
                </a:lnTo>
                <a:lnTo>
                  <a:pt x="1174112" y="0"/>
                </a:lnTo>
                <a:lnTo>
                  <a:pt x="1174543" y="0"/>
                </a:lnTo>
                <a:lnTo>
                  <a:pt x="1174962" y="0"/>
                </a:lnTo>
                <a:lnTo>
                  <a:pt x="1175381" y="0"/>
                </a:lnTo>
                <a:lnTo>
                  <a:pt x="1175799" y="25"/>
                </a:lnTo>
                <a:lnTo>
                  <a:pt x="1176231" y="63"/>
                </a:lnTo>
                <a:lnTo>
                  <a:pt x="1176649" y="89"/>
                </a:lnTo>
                <a:lnTo>
                  <a:pt x="1180036" y="750"/>
                </a:lnTo>
                <a:lnTo>
                  <a:pt x="1180454" y="864"/>
                </a:lnTo>
                <a:lnTo>
                  <a:pt x="1180873" y="1004"/>
                </a:lnTo>
                <a:lnTo>
                  <a:pt x="1181304" y="1144"/>
                </a:lnTo>
                <a:lnTo>
                  <a:pt x="1181735" y="1297"/>
                </a:lnTo>
                <a:lnTo>
                  <a:pt x="1182154" y="1462"/>
                </a:lnTo>
                <a:lnTo>
                  <a:pt x="1182573" y="1627"/>
                </a:lnTo>
                <a:lnTo>
                  <a:pt x="1182991" y="1818"/>
                </a:lnTo>
                <a:lnTo>
                  <a:pt x="1186378" y="3611"/>
                </a:lnTo>
                <a:lnTo>
                  <a:pt x="1186809" y="3878"/>
                </a:lnTo>
                <a:lnTo>
                  <a:pt x="1191033" y="7082"/>
                </a:lnTo>
                <a:lnTo>
                  <a:pt x="1191452" y="7451"/>
                </a:lnTo>
                <a:lnTo>
                  <a:pt x="1193988" y="9880"/>
                </a:lnTo>
                <a:lnTo>
                  <a:pt x="1194420" y="10325"/>
                </a:lnTo>
                <a:lnTo>
                  <a:pt x="1194838" y="10770"/>
                </a:lnTo>
                <a:lnTo>
                  <a:pt x="1195270" y="11215"/>
                </a:lnTo>
                <a:lnTo>
                  <a:pt x="1195688" y="11698"/>
                </a:lnTo>
                <a:lnTo>
                  <a:pt x="1196107" y="12168"/>
                </a:lnTo>
                <a:lnTo>
                  <a:pt x="1196525" y="12652"/>
                </a:lnTo>
                <a:lnTo>
                  <a:pt x="1196957" y="13148"/>
                </a:lnTo>
                <a:lnTo>
                  <a:pt x="1197375" y="13643"/>
                </a:lnTo>
                <a:lnTo>
                  <a:pt x="1197806" y="14165"/>
                </a:lnTo>
                <a:lnTo>
                  <a:pt x="1198225" y="14686"/>
                </a:lnTo>
                <a:lnTo>
                  <a:pt x="1198644" y="15220"/>
                </a:lnTo>
                <a:lnTo>
                  <a:pt x="1199075" y="15767"/>
                </a:lnTo>
                <a:lnTo>
                  <a:pt x="1199493" y="16314"/>
                </a:lnTo>
                <a:lnTo>
                  <a:pt x="1199912" y="16873"/>
                </a:lnTo>
                <a:lnTo>
                  <a:pt x="1200343" y="17458"/>
                </a:lnTo>
                <a:lnTo>
                  <a:pt x="1200762" y="18030"/>
                </a:lnTo>
                <a:lnTo>
                  <a:pt x="1201193" y="18615"/>
                </a:lnTo>
                <a:lnTo>
                  <a:pt x="1201599" y="19213"/>
                </a:lnTo>
                <a:lnTo>
                  <a:pt x="1202030" y="19823"/>
                </a:lnTo>
                <a:lnTo>
                  <a:pt x="1202449" y="20446"/>
                </a:lnTo>
                <a:lnTo>
                  <a:pt x="1202880" y="21069"/>
                </a:lnTo>
                <a:lnTo>
                  <a:pt x="1203299" y="21705"/>
                </a:lnTo>
                <a:lnTo>
                  <a:pt x="1203717" y="22354"/>
                </a:lnTo>
                <a:lnTo>
                  <a:pt x="1204149" y="23015"/>
                </a:lnTo>
                <a:lnTo>
                  <a:pt x="1204567" y="23676"/>
                </a:lnTo>
                <a:lnTo>
                  <a:pt x="1204986" y="24350"/>
                </a:lnTo>
                <a:lnTo>
                  <a:pt x="1205417" y="25024"/>
                </a:lnTo>
                <a:lnTo>
                  <a:pt x="1205836" y="25723"/>
                </a:lnTo>
                <a:lnTo>
                  <a:pt x="1206267" y="26423"/>
                </a:lnTo>
                <a:lnTo>
                  <a:pt x="1206673" y="27135"/>
                </a:lnTo>
                <a:lnTo>
                  <a:pt x="1208791" y="30835"/>
                </a:lnTo>
                <a:lnTo>
                  <a:pt x="1209222" y="31611"/>
                </a:lnTo>
                <a:lnTo>
                  <a:pt x="1209641" y="32387"/>
                </a:lnTo>
                <a:lnTo>
                  <a:pt x="1210059" y="33162"/>
                </a:lnTo>
                <a:lnTo>
                  <a:pt x="1210491" y="33963"/>
                </a:lnTo>
                <a:lnTo>
                  <a:pt x="1210909" y="34777"/>
                </a:lnTo>
                <a:lnTo>
                  <a:pt x="1211341" y="35578"/>
                </a:lnTo>
                <a:lnTo>
                  <a:pt x="1211759" y="36405"/>
                </a:lnTo>
                <a:lnTo>
                  <a:pt x="1212178" y="37231"/>
                </a:lnTo>
                <a:lnTo>
                  <a:pt x="1212596" y="38070"/>
                </a:lnTo>
                <a:lnTo>
                  <a:pt x="1213028" y="38935"/>
                </a:lnTo>
                <a:lnTo>
                  <a:pt x="1213446" y="39787"/>
                </a:lnTo>
                <a:lnTo>
                  <a:pt x="1213877" y="40664"/>
                </a:lnTo>
                <a:lnTo>
                  <a:pt x="1214296" y="41542"/>
                </a:lnTo>
                <a:lnTo>
                  <a:pt x="1214715" y="42432"/>
                </a:lnTo>
                <a:lnTo>
                  <a:pt x="1215133" y="43322"/>
                </a:lnTo>
                <a:lnTo>
                  <a:pt x="1215564" y="44225"/>
                </a:lnTo>
                <a:lnTo>
                  <a:pt x="1215983" y="45140"/>
                </a:lnTo>
                <a:lnTo>
                  <a:pt x="1216414" y="46069"/>
                </a:lnTo>
                <a:lnTo>
                  <a:pt x="1216833" y="47010"/>
                </a:lnTo>
                <a:lnTo>
                  <a:pt x="1217251" y="47951"/>
                </a:lnTo>
                <a:lnTo>
                  <a:pt x="1217683" y="48904"/>
                </a:lnTo>
                <a:lnTo>
                  <a:pt x="1218101" y="49858"/>
                </a:lnTo>
                <a:lnTo>
                  <a:pt x="1218520" y="50837"/>
                </a:lnTo>
                <a:lnTo>
                  <a:pt x="1218951" y="51816"/>
                </a:lnTo>
                <a:lnTo>
                  <a:pt x="1219370" y="52808"/>
                </a:lnTo>
                <a:lnTo>
                  <a:pt x="1219801" y="53800"/>
                </a:lnTo>
                <a:lnTo>
                  <a:pt x="1220219" y="54804"/>
                </a:lnTo>
                <a:lnTo>
                  <a:pt x="1220638" y="55822"/>
                </a:lnTo>
                <a:lnTo>
                  <a:pt x="1221069" y="56852"/>
                </a:lnTo>
                <a:lnTo>
                  <a:pt x="1221488" y="57882"/>
                </a:lnTo>
                <a:lnTo>
                  <a:pt x="1221919" y="58924"/>
                </a:lnTo>
                <a:lnTo>
                  <a:pt x="1222325" y="59980"/>
                </a:lnTo>
                <a:lnTo>
                  <a:pt x="1222756" y="61035"/>
                </a:lnTo>
                <a:lnTo>
                  <a:pt x="1223175" y="62116"/>
                </a:lnTo>
                <a:lnTo>
                  <a:pt x="1223606" y="63197"/>
                </a:lnTo>
                <a:lnTo>
                  <a:pt x="1224025" y="64278"/>
                </a:lnTo>
                <a:lnTo>
                  <a:pt x="1224443" y="65384"/>
                </a:lnTo>
                <a:lnTo>
                  <a:pt x="1224875" y="66490"/>
                </a:lnTo>
                <a:lnTo>
                  <a:pt x="1225293" y="67609"/>
                </a:lnTo>
                <a:lnTo>
                  <a:pt x="1225712" y="68728"/>
                </a:lnTo>
                <a:lnTo>
                  <a:pt x="1226143" y="69860"/>
                </a:lnTo>
                <a:lnTo>
                  <a:pt x="1226562" y="71017"/>
                </a:lnTo>
                <a:lnTo>
                  <a:pt x="1226993" y="72161"/>
                </a:lnTo>
                <a:lnTo>
                  <a:pt x="1227411" y="73319"/>
                </a:lnTo>
                <a:lnTo>
                  <a:pt x="1227830" y="74488"/>
                </a:lnTo>
                <a:lnTo>
                  <a:pt x="1228249" y="75671"/>
                </a:lnTo>
                <a:lnTo>
                  <a:pt x="1228680" y="76866"/>
                </a:lnTo>
                <a:lnTo>
                  <a:pt x="1229098" y="78049"/>
                </a:lnTo>
                <a:lnTo>
                  <a:pt x="1229530" y="79257"/>
                </a:lnTo>
                <a:lnTo>
                  <a:pt x="1229948" y="80477"/>
                </a:lnTo>
                <a:lnTo>
                  <a:pt x="1230367" y="81698"/>
                </a:lnTo>
                <a:lnTo>
                  <a:pt x="1230785" y="82932"/>
                </a:lnTo>
                <a:lnTo>
                  <a:pt x="1231217" y="84178"/>
                </a:lnTo>
                <a:lnTo>
                  <a:pt x="1231635" y="85424"/>
                </a:lnTo>
                <a:lnTo>
                  <a:pt x="1232067" y="86683"/>
                </a:lnTo>
                <a:lnTo>
                  <a:pt x="1232485" y="87954"/>
                </a:lnTo>
                <a:lnTo>
                  <a:pt x="1232904" y="89226"/>
                </a:lnTo>
                <a:lnTo>
                  <a:pt x="1233335" y="90510"/>
                </a:lnTo>
                <a:lnTo>
                  <a:pt x="1233754" y="91807"/>
                </a:lnTo>
                <a:lnTo>
                  <a:pt x="1234172" y="93117"/>
                </a:lnTo>
                <a:lnTo>
                  <a:pt x="1234603" y="94427"/>
                </a:lnTo>
                <a:lnTo>
                  <a:pt x="1235022" y="95736"/>
                </a:lnTo>
                <a:lnTo>
                  <a:pt x="1235453" y="97072"/>
                </a:lnTo>
                <a:lnTo>
                  <a:pt x="1235859" y="98419"/>
                </a:lnTo>
                <a:lnTo>
                  <a:pt x="1236290" y="99755"/>
                </a:lnTo>
                <a:lnTo>
                  <a:pt x="1236709" y="101115"/>
                </a:lnTo>
                <a:lnTo>
                  <a:pt x="1237140" y="102488"/>
                </a:lnTo>
                <a:lnTo>
                  <a:pt x="1237559" y="103862"/>
                </a:lnTo>
                <a:lnTo>
                  <a:pt x="1237977" y="105235"/>
                </a:lnTo>
                <a:lnTo>
                  <a:pt x="1238409" y="106634"/>
                </a:lnTo>
                <a:lnTo>
                  <a:pt x="1238827" y="108032"/>
                </a:lnTo>
                <a:lnTo>
                  <a:pt x="1239246" y="109444"/>
                </a:lnTo>
                <a:lnTo>
                  <a:pt x="1239677" y="110868"/>
                </a:lnTo>
                <a:lnTo>
                  <a:pt x="1240096" y="112280"/>
                </a:lnTo>
                <a:lnTo>
                  <a:pt x="1240527" y="113716"/>
                </a:lnTo>
                <a:lnTo>
                  <a:pt x="1240933" y="115166"/>
                </a:lnTo>
                <a:lnTo>
                  <a:pt x="1241364" y="116616"/>
                </a:lnTo>
                <a:lnTo>
                  <a:pt x="1241783" y="118065"/>
                </a:lnTo>
                <a:lnTo>
                  <a:pt x="1242214" y="119540"/>
                </a:lnTo>
                <a:lnTo>
                  <a:pt x="1242633" y="121028"/>
                </a:lnTo>
                <a:lnTo>
                  <a:pt x="1243051" y="122516"/>
                </a:lnTo>
                <a:lnTo>
                  <a:pt x="1243482" y="124003"/>
                </a:lnTo>
                <a:lnTo>
                  <a:pt x="1243901" y="125504"/>
                </a:lnTo>
                <a:lnTo>
                  <a:pt x="1244320" y="127017"/>
                </a:lnTo>
                <a:lnTo>
                  <a:pt x="1244751" y="128543"/>
                </a:lnTo>
                <a:lnTo>
                  <a:pt x="1245169" y="130069"/>
                </a:lnTo>
                <a:lnTo>
                  <a:pt x="1245601" y="131607"/>
                </a:lnTo>
                <a:lnTo>
                  <a:pt x="1246019" y="133146"/>
                </a:lnTo>
                <a:lnTo>
                  <a:pt x="1246438" y="134710"/>
                </a:lnTo>
                <a:lnTo>
                  <a:pt x="1246856" y="136261"/>
                </a:lnTo>
                <a:lnTo>
                  <a:pt x="1247288" y="137838"/>
                </a:lnTo>
                <a:lnTo>
                  <a:pt x="1247706" y="139428"/>
                </a:lnTo>
                <a:lnTo>
                  <a:pt x="1248138" y="141004"/>
                </a:lnTo>
                <a:lnTo>
                  <a:pt x="1248556" y="142607"/>
                </a:lnTo>
                <a:lnTo>
                  <a:pt x="1248975" y="144209"/>
                </a:lnTo>
                <a:lnTo>
                  <a:pt x="1249393" y="145824"/>
                </a:lnTo>
                <a:lnTo>
                  <a:pt x="1249825" y="147451"/>
                </a:lnTo>
                <a:lnTo>
                  <a:pt x="1250243" y="149079"/>
                </a:lnTo>
                <a:lnTo>
                  <a:pt x="1250674" y="150719"/>
                </a:lnTo>
                <a:lnTo>
                  <a:pt x="1251093" y="152360"/>
                </a:lnTo>
                <a:lnTo>
                  <a:pt x="1251512" y="154025"/>
                </a:lnTo>
                <a:lnTo>
                  <a:pt x="1251943" y="155678"/>
                </a:lnTo>
                <a:lnTo>
                  <a:pt x="1252361" y="157357"/>
                </a:lnTo>
                <a:lnTo>
                  <a:pt x="1252780" y="159035"/>
                </a:lnTo>
                <a:lnTo>
                  <a:pt x="1253211" y="160727"/>
                </a:lnTo>
                <a:lnTo>
                  <a:pt x="1253630" y="162418"/>
                </a:lnTo>
                <a:lnTo>
                  <a:pt x="1254061" y="164122"/>
                </a:lnTo>
                <a:lnTo>
                  <a:pt x="1254467" y="165838"/>
                </a:lnTo>
                <a:lnTo>
                  <a:pt x="1254898" y="167568"/>
                </a:lnTo>
                <a:lnTo>
                  <a:pt x="1255317" y="169297"/>
                </a:lnTo>
                <a:lnTo>
                  <a:pt x="1255748" y="171039"/>
                </a:lnTo>
                <a:lnTo>
                  <a:pt x="1256179" y="172781"/>
                </a:lnTo>
                <a:lnTo>
                  <a:pt x="1256585" y="174536"/>
                </a:lnTo>
                <a:lnTo>
                  <a:pt x="1257017" y="176303"/>
                </a:lnTo>
                <a:lnTo>
                  <a:pt x="1257435" y="178071"/>
                </a:lnTo>
                <a:lnTo>
                  <a:pt x="1257866" y="179851"/>
                </a:lnTo>
                <a:lnTo>
                  <a:pt x="1258285" y="181631"/>
                </a:lnTo>
                <a:lnTo>
                  <a:pt x="1258704" y="183437"/>
                </a:lnTo>
                <a:lnTo>
                  <a:pt x="1259135" y="185230"/>
                </a:lnTo>
                <a:lnTo>
                  <a:pt x="1259553" y="187048"/>
                </a:lnTo>
                <a:lnTo>
                  <a:pt x="1259972" y="188867"/>
                </a:lnTo>
                <a:lnTo>
                  <a:pt x="1260403" y="190698"/>
                </a:lnTo>
                <a:lnTo>
                  <a:pt x="1260822" y="192529"/>
                </a:lnTo>
                <a:lnTo>
                  <a:pt x="1261253" y="194372"/>
                </a:lnTo>
                <a:lnTo>
                  <a:pt x="1261672" y="196229"/>
                </a:lnTo>
                <a:lnTo>
                  <a:pt x="1262090" y="198085"/>
                </a:lnTo>
                <a:lnTo>
                  <a:pt x="1262509" y="199955"/>
                </a:lnTo>
                <a:lnTo>
                  <a:pt x="1262940" y="201824"/>
                </a:lnTo>
                <a:lnTo>
                  <a:pt x="1263359" y="203706"/>
                </a:lnTo>
                <a:lnTo>
                  <a:pt x="1263790" y="205600"/>
                </a:lnTo>
                <a:lnTo>
                  <a:pt x="1264208" y="207495"/>
                </a:lnTo>
                <a:lnTo>
                  <a:pt x="1264627" y="209415"/>
                </a:lnTo>
                <a:lnTo>
                  <a:pt x="1265046" y="211323"/>
                </a:lnTo>
                <a:lnTo>
                  <a:pt x="1265477" y="213243"/>
                </a:lnTo>
                <a:lnTo>
                  <a:pt x="1265895" y="215175"/>
                </a:lnTo>
                <a:lnTo>
                  <a:pt x="1266327" y="217121"/>
                </a:lnTo>
                <a:lnTo>
                  <a:pt x="1266745" y="219066"/>
                </a:lnTo>
                <a:lnTo>
                  <a:pt x="1267164" y="221012"/>
                </a:lnTo>
                <a:lnTo>
                  <a:pt x="1267595" y="222983"/>
                </a:lnTo>
                <a:lnTo>
                  <a:pt x="1268014" y="224954"/>
                </a:lnTo>
                <a:lnTo>
                  <a:pt x="1268432" y="226925"/>
                </a:lnTo>
                <a:lnTo>
                  <a:pt x="1268864" y="228908"/>
                </a:lnTo>
                <a:lnTo>
                  <a:pt x="1269282" y="230905"/>
                </a:lnTo>
                <a:lnTo>
                  <a:pt x="1269713" y="232901"/>
                </a:lnTo>
                <a:lnTo>
                  <a:pt x="1270119" y="234910"/>
                </a:lnTo>
                <a:lnTo>
                  <a:pt x="1270551" y="236932"/>
                </a:lnTo>
                <a:lnTo>
                  <a:pt x="1270969" y="238954"/>
                </a:lnTo>
                <a:lnTo>
                  <a:pt x="1271400" y="240988"/>
                </a:lnTo>
                <a:lnTo>
                  <a:pt x="1271819" y="243036"/>
                </a:lnTo>
                <a:lnTo>
                  <a:pt x="1272238" y="245070"/>
                </a:lnTo>
                <a:lnTo>
                  <a:pt x="1272669" y="247130"/>
                </a:lnTo>
                <a:lnTo>
                  <a:pt x="1273087" y="249190"/>
                </a:lnTo>
                <a:lnTo>
                  <a:pt x="1273506" y="251263"/>
                </a:lnTo>
                <a:lnTo>
                  <a:pt x="1273937" y="253335"/>
                </a:lnTo>
                <a:lnTo>
                  <a:pt x="1274356" y="255421"/>
                </a:lnTo>
                <a:lnTo>
                  <a:pt x="1274787" y="257519"/>
                </a:lnTo>
                <a:lnTo>
                  <a:pt x="1275193" y="259617"/>
                </a:lnTo>
                <a:lnTo>
                  <a:pt x="1275624" y="261728"/>
                </a:lnTo>
                <a:lnTo>
                  <a:pt x="1276043" y="263839"/>
                </a:lnTo>
                <a:lnTo>
                  <a:pt x="1276474" y="265962"/>
                </a:lnTo>
                <a:lnTo>
                  <a:pt x="1276893" y="268086"/>
                </a:lnTo>
                <a:lnTo>
                  <a:pt x="1277311" y="270222"/>
                </a:lnTo>
                <a:lnTo>
                  <a:pt x="1277743" y="272371"/>
                </a:lnTo>
                <a:lnTo>
                  <a:pt x="1278161" y="274520"/>
                </a:lnTo>
                <a:lnTo>
                  <a:pt x="1278580" y="276681"/>
                </a:lnTo>
                <a:lnTo>
                  <a:pt x="1279011" y="278843"/>
                </a:lnTo>
                <a:lnTo>
                  <a:pt x="1279430" y="281018"/>
                </a:lnTo>
                <a:lnTo>
                  <a:pt x="1279861" y="283205"/>
                </a:lnTo>
                <a:lnTo>
                  <a:pt x="1280279" y="285392"/>
                </a:lnTo>
                <a:lnTo>
                  <a:pt x="1280698" y="287579"/>
                </a:lnTo>
                <a:lnTo>
                  <a:pt x="1281117" y="289791"/>
                </a:lnTo>
                <a:lnTo>
                  <a:pt x="1281548" y="291991"/>
                </a:lnTo>
                <a:lnTo>
                  <a:pt x="1281966" y="294204"/>
                </a:lnTo>
                <a:lnTo>
                  <a:pt x="1282398" y="296442"/>
                </a:lnTo>
                <a:lnTo>
                  <a:pt x="1282816" y="298680"/>
                </a:lnTo>
                <a:lnTo>
                  <a:pt x="1283235" y="300905"/>
                </a:lnTo>
                <a:lnTo>
                  <a:pt x="1283653" y="303156"/>
                </a:lnTo>
                <a:lnTo>
                  <a:pt x="1284085" y="305406"/>
                </a:lnTo>
                <a:lnTo>
                  <a:pt x="1284503" y="307670"/>
                </a:lnTo>
                <a:lnTo>
                  <a:pt x="1284935" y="309946"/>
                </a:lnTo>
                <a:lnTo>
                  <a:pt x="1285353" y="312209"/>
                </a:lnTo>
                <a:lnTo>
                  <a:pt x="1285772" y="314498"/>
                </a:lnTo>
                <a:lnTo>
                  <a:pt x="1286203" y="316787"/>
                </a:lnTo>
                <a:lnTo>
                  <a:pt x="1286622" y="319076"/>
                </a:lnTo>
                <a:lnTo>
                  <a:pt x="1287040" y="321377"/>
                </a:lnTo>
                <a:lnTo>
                  <a:pt x="1287471" y="323692"/>
                </a:lnTo>
                <a:lnTo>
                  <a:pt x="1287890" y="326006"/>
                </a:lnTo>
                <a:lnTo>
                  <a:pt x="1288321" y="328320"/>
                </a:lnTo>
                <a:lnTo>
                  <a:pt x="1288727" y="330660"/>
                </a:lnTo>
                <a:lnTo>
                  <a:pt x="1289158" y="333000"/>
                </a:lnTo>
                <a:lnTo>
                  <a:pt x="1289577" y="335339"/>
                </a:lnTo>
                <a:lnTo>
                  <a:pt x="1290008" y="337692"/>
                </a:lnTo>
                <a:lnTo>
                  <a:pt x="1290427" y="340057"/>
                </a:lnTo>
                <a:lnTo>
                  <a:pt x="1290845" y="342409"/>
                </a:lnTo>
                <a:lnTo>
                  <a:pt x="1291277" y="344787"/>
                </a:lnTo>
                <a:lnTo>
                  <a:pt x="1291695" y="347165"/>
                </a:lnTo>
                <a:lnTo>
                  <a:pt x="1292114" y="349555"/>
                </a:lnTo>
                <a:lnTo>
                  <a:pt x="1292545" y="351946"/>
                </a:lnTo>
                <a:lnTo>
                  <a:pt x="1292964" y="354349"/>
                </a:lnTo>
                <a:lnTo>
                  <a:pt x="1293395" y="356753"/>
                </a:lnTo>
                <a:lnTo>
                  <a:pt x="1293814" y="359156"/>
                </a:lnTo>
                <a:lnTo>
                  <a:pt x="1294232" y="361585"/>
                </a:lnTo>
                <a:lnTo>
                  <a:pt x="1294651" y="364013"/>
                </a:lnTo>
                <a:lnTo>
                  <a:pt x="1295082" y="366429"/>
                </a:lnTo>
                <a:lnTo>
                  <a:pt x="1295501" y="368871"/>
                </a:lnTo>
                <a:lnTo>
                  <a:pt x="1295932" y="371312"/>
                </a:lnTo>
                <a:lnTo>
                  <a:pt x="1296350" y="373766"/>
                </a:lnTo>
                <a:lnTo>
                  <a:pt x="1296769" y="376233"/>
                </a:lnTo>
                <a:lnTo>
                  <a:pt x="1297200" y="378700"/>
                </a:lnTo>
                <a:lnTo>
                  <a:pt x="1297619" y="381179"/>
                </a:lnTo>
                <a:lnTo>
                  <a:pt x="1298050" y="383646"/>
                </a:lnTo>
                <a:lnTo>
                  <a:pt x="1298469" y="386126"/>
                </a:lnTo>
                <a:lnTo>
                  <a:pt x="1298887" y="388618"/>
                </a:lnTo>
                <a:lnTo>
                  <a:pt x="1299306" y="391110"/>
                </a:lnTo>
                <a:lnTo>
                  <a:pt x="1299737" y="393628"/>
                </a:lnTo>
                <a:lnTo>
                  <a:pt x="1300156" y="396133"/>
                </a:lnTo>
                <a:lnTo>
                  <a:pt x="1300574" y="398651"/>
                </a:lnTo>
                <a:lnTo>
                  <a:pt x="1301005" y="401181"/>
                </a:lnTo>
                <a:lnTo>
                  <a:pt x="1301424" y="403712"/>
                </a:lnTo>
                <a:lnTo>
                  <a:pt x="1301843" y="406242"/>
                </a:lnTo>
                <a:lnTo>
                  <a:pt x="1302274" y="408785"/>
                </a:lnTo>
                <a:lnTo>
                  <a:pt x="1302692" y="411329"/>
                </a:lnTo>
                <a:lnTo>
                  <a:pt x="1303124" y="413897"/>
                </a:lnTo>
                <a:lnTo>
                  <a:pt x="1303542" y="416440"/>
                </a:lnTo>
                <a:lnTo>
                  <a:pt x="1303961" y="419022"/>
                </a:lnTo>
                <a:lnTo>
                  <a:pt x="1304380" y="421590"/>
                </a:lnTo>
                <a:lnTo>
                  <a:pt x="1304811" y="424171"/>
                </a:lnTo>
                <a:lnTo>
                  <a:pt x="1305229" y="426753"/>
                </a:lnTo>
                <a:lnTo>
                  <a:pt x="1305661" y="429347"/>
                </a:lnTo>
                <a:lnTo>
                  <a:pt x="1306079" y="431953"/>
                </a:lnTo>
                <a:lnTo>
                  <a:pt x="1306498" y="434547"/>
                </a:lnTo>
                <a:lnTo>
                  <a:pt x="1306916" y="437154"/>
                </a:lnTo>
                <a:lnTo>
                  <a:pt x="1307348" y="439774"/>
                </a:lnTo>
                <a:lnTo>
                  <a:pt x="1307766" y="442393"/>
                </a:lnTo>
                <a:lnTo>
                  <a:pt x="1308197" y="445025"/>
                </a:lnTo>
                <a:lnTo>
                  <a:pt x="1308616" y="447657"/>
                </a:lnTo>
                <a:lnTo>
                  <a:pt x="1309035" y="450302"/>
                </a:lnTo>
                <a:lnTo>
                  <a:pt x="1309453" y="452947"/>
                </a:lnTo>
                <a:lnTo>
                  <a:pt x="1309884" y="455592"/>
                </a:lnTo>
                <a:lnTo>
                  <a:pt x="1310303" y="458262"/>
                </a:lnTo>
                <a:lnTo>
                  <a:pt x="1310734" y="460920"/>
                </a:lnTo>
                <a:lnTo>
                  <a:pt x="1311153" y="463590"/>
                </a:lnTo>
                <a:lnTo>
                  <a:pt x="1311584" y="466273"/>
                </a:lnTo>
                <a:lnTo>
                  <a:pt x="1311990" y="468956"/>
                </a:lnTo>
                <a:lnTo>
                  <a:pt x="1312421" y="471639"/>
                </a:lnTo>
                <a:lnTo>
                  <a:pt x="1312840" y="474335"/>
                </a:lnTo>
                <a:lnTo>
                  <a:pt x="1313271" y="477031"/>
                </a:lnTo>
                <a:lnTo>
                  <a:pt x="1313690" y="479739"/>
                </a:lnTo>
                <a:lnTo>
                  <a:pt x="1314108" y="482448"/>
                </a:lnTo>
                <a:lnTo>
                  <a:pt x="1314540" y="485156"/>
                </a:lnTo>
                <a:lnTo>
                  <a:pt x="1314958" y="487877"/>
                </a:lnTo>
                <a:lnTo>
                  <a:pt x="1315377" y="490611"/>
                </a:lnTo>
                <a:lnTo>
                  <a:pt x="1315808" y="493345"/>
                </a:lnTo>
                <a:lnTo>
                  <a:pt x="1316227" y="496079"/>
                </a:lnTo>
                <a:lnTo>
                  <a:pt x="1316658" y="498826"/>
                </a:lnTo>
                <a:lnTo>
                  <a:pt x="1317064" y="501572"/>
                </a:lnTo>
                <a:lnTo>
                  <a:pt x="1317495" y="504332"/>
                </a:lnTo>
                <a:lnTo>
                  <a:pt x="1317914" y="507091"/>
                </a:lnTo>
                <a:lnTo>
                  <a:pt x="1318345" y="509850"/>
                </a:lnTo>
                <a:lnTo>
                  <a:pt x="1318763" y="512635"/>
                </a:lnTo>
                <a:lnTo>
                  <a:pt x="1319182" y="515407"/>
                </a:lnTo>
                <a:lnTo>
                  <a:pt x="1319613" y="518192"/>
                </a:lnTo>
                <a:lnTo>
                  <a:pt x="1320032" y="520976"/>
                </a:lnTo>
                <a:lnTo>
                  <a:pt x="1320450" y="523774"/>
                </a:lnTo>
                <a:lnTo>
                  <a:pt x="1320882" y="526571"/>
                </a:lnTo>
                <a:lnTo>
                  <a:pt x="1321300" y="529382"/>
                </a:lnTo>
                <a:lnTo>
                  <a:pt x="1321732" y="532179"/>
                </a:lnTo>
                <a:lnTo>
                  <a:pt x="1322150" y="535002"/>
                </a:lnTo>
                <a:lnTo>
                  <a:pt x="1322569" y="537825"/>
                </a:lnTo>
                <a:lnTo>
                  <a:pt x="1322987" y="540648"/>
                </a:lnTo>
                <a:lnTo>
                  <a:pt x="1323419" y="543471"/>
                </a:lnTo>
                <a:lnTo>
                  <a:pt x="1323837" y="546319"/>
                </a:lnTo>
                <a:lnTo>
                  <a:pt x="1324268" y="549167"/>
                </a:lnTo>
                <a:lnTo>
                  <a:pt x="1324687" y="552003"/>
                </a:lnTo>
                <a:lnTo>
                  <a:pt x="1325106" y="554851"/>
                </a:lnTo>
                <a:lnTo>
                  <a:pt x="1325524" y="557712"/>
                </a:lnTo>
                <a:lnTo>
                  <a:pt x="1325955" y="560573"/>
                </a:lnTo>
                <a:lnTo>
                  <a:pt x="1326374" y="563447"/>
                </a:lnTo>
                <a:lnTo>
                  <a:pt x="1326805" y="566321"/>
                </a:lnTo>
                <a:lnTo>
                  <a:pt x="1327224" y="569195"/>
                </a:lnTo>
                <a:lnTo>
                  <a:pt x="1327642" y="572068"/>
                </a:lnTo>
                <a:lnTo>
                  <a:pt x="1328074" y="574955"/>
                </a:lnTo>
                <a:lnTo>
                  <a:pt x="1328492" y="577854"/>
                </a:lnTo>
                <a:lnTo>
                  <a:pt x="1328911" y="580753"/>
                </a:lnTo>
                <a:lnTo>
                  <a:pt x="1329342" y="583652"/>
                </a:lnTo>
                <a:lnTo>
                  <a:pt x="1329761" y="586552"/>
                </a:lnTo>
                <a:lnTo>
                  <a:pt x="1330192" y="589463"/>
                </a:lnTo>
                <a:lnTo>
                  <a:pt x="1330598" y="592375"/>
                </a:lnTo>
                <a:lnTo>
                  <a:pt x="1331029" y="595313"/>
                </a:lnTo>
                <a:lnTo>
                  <a:pt x="1331448" y="598225"/>
                </a:lnTo>
                <a:lnTo>
                  <a:pt x="1331879" y="601162"/>
                </a:lnTo>
                <a:lnTo>
                  <a:pt x="1332298" y="604099"/>
                </a:lnTo>
                <a:lnTo>
                  <a:pt x="1332716" y="607037"/>
                </a:lnTo>
                <a:lnTo>
                  <a:pt x="1333147" y="609987"/>
                </a:lnTo>
                <a:lnTo>
                  <a:pt x="1333566" y="612924"/>
                </a:lnTo>
                <a:lnTo>
                  <a:pt x="1333997" y="615887"/>
                </a:lnTo>
                <a:lnTo>
                  <a:pt x="1334416" y="618837"/>
                </a:lnTo>
                <a:lnTo>
                  <a:pt x="1334834" y="621800"/>
                </a:lnTo>
                <a:lnTo>
                  <a:pt x="1335266" y="624775"/>
                </a:lnTo>
                <a:lnTo>
                  <a:pt x="1335684" y="627751"/>
                </a:lnTo>
                <a:lnTo>
                  <a:pt x="1336103" y="630726"/>
                </a:lnTo>
                <a:lnTo>
                  <a:pt x="1336534" y="633702"/>
                </a:lnTo>
                <a:lnTo>
                  <a:pt x="1336953" y="636690"/>
                </a:lnTo>
                <a:lnTo>
                  <a:pt x="1337384" y="639691"/>
                </a:lnTo>
                <a:lnTo>
                  <a:pt x="1337803" y="642679"/>
                </a:lnTo>
                <a:lnTo>
                  <a:pt x="1338221" y="645680"/>
                </a:lnTo>
                <a:lnTo>
                  <a:pt x="1338640" y="648693"/>
                </a:lnTo>
                <a:lnTo>
                  <a:pt x="1339071" y="651694"/>
                </a:lnTo>
                <a:lnTo>
                  <a:pt x="1339490" y="654708"/>
                </a:lnTo>
                <a:lnTo>
                  <a:pt x="1339921" y="657722"/>
                </a:lnTo>
                <a:lnTo>
                  <a:pt x="1340339" y="660748"/>
                </a:lnTo>
                <a:lnTo>
                  <a:pt x="1340758" y="663774"/>
                </a:lnTo>
                <a:lnTo>
                  <a:pt x="1341177" y="666801"/>
                </a:lnTo>
                <a:lnTo>
                  <a:pt x="1341608" y="669827"/>
                </a:lnTo>
                <a:lnTo>
                  <a:pt x="1342026" y="672866"/>
                </a:lnTo>
                <a:lnTo>
                  <a:pt x="1342458" y="675918"/>
                </a:lnTo>
                <a:lnTo>
                  <a:pt x="1342876" y="678957"/>
                </a:lnTo>
                <a:lnTo>
                  <a:pt x="1343295" y="682021"/>
                </a:lnTo>
                <a:lnTo>
                  <a:pt x="1343726" y="685060"/>
                </a:lnTo>
                <a:lnTo>
                  <a:pt x="1344145" y="688125"/>
                </a:lnTo>
                <a:lnTo>
                  <a:pt x="1344563" y="691189"/>
                </a:lnTo>
                <a:lnTo>
                  <a:pt x="1344994" y="694254"/>
                </a:lnTo>
                <a:lnTo>
                  <a:pt x="1345413" y="697318"/>
                </a:lnTo>
                <a:lnTo>
                  <a:pt x="1345844" y="700396"/>
                </a:lnTo>
                <a:lnTo>
                  <a:pt x="1346250" y="703486"/>
                </a:lnTo>
                <a:lnTo>
                  <a:pt x="1346681" y="706563"/>
                </a:lnTo>
                <a:lnTo>
                  <a:pt x="1347100" y="709653"/>
                </a:lnTo>
                <a:lnTo>
                  <a:pt x="1347531" y="712743"/>
                </a:lnTo>
                <a:lnTo>
                  <a:pt x="1347950" y="715833"/>
                </a:lnTo>
                <a:lnTo>
                  <a:pt x="1348368" y="718935"/>
                </a:lnTo>
                <a:lnTo>
                  <a:pt x="1348800" y="722038"/>
                </a:lnTo>
                <a:lnTo>
                  <a:pt x="1349218" y="725140"/>
                </a:lnTo>
                <a:lnTo>
                  <a:pt x="1349637" y="728256"/>
                </a:lnTo>
                <a:lnTo>
                  <a:pt x="1350068" y="731358"/>
                </a:lnTo>
                <a:lnTo>
                  <a:pt x="1350487" y="734487"/>
                </a:lnTo>
                <a:lnTo>
                  <a:pt x="1350918" y="737602"/>
                </a:lnTo>
                <a:lnTo>
                  <a:pt x="1351324" y="740730"/>
                </a:lnTo>
                <a:lnTo>
                  <a:pt x="1351755" y="743858"/>
                </a:lnTo>
                <a:lnTo>
                  <a:pt x="1352174" y="746986"/>
                </a:lnTo>
                <a:lnTo>
                  <a:pt x="1352605" y="750127"/>
                </a:lnTo>
                <a:lnTo>
                  <a:pt x="1353024" y="753268"/>
                </a:lnTo>
                <a:lnTo>
                  <a:pt x="1353442" y="756408"/>
                </a:lnTo>
                <a:lnTo>
                  <a:pt x="1353873" y="759549"/>
                </a:lnTo>
                <a:lnTo>
                  <a:pt x="1354292" y="762703"/>
                </a:lnTo>
                <a:lnTo>
                  <a:pt x="1354711" y="765856"/>
                </a:lnTo>
                <a:lnTo>
                  <a:pt x="1355142" y="769010"/>
                </a:lnTo>
                <a:lnTo>
                  <a:pt x="1355560" y="772176"/>
                </a:lnTo>
                <a:lnTo>
                  <a:pt x="1355992" y="775330"/>
                </a:lnTo>
                <a:lnTo>
                  <a:pt x="1356410" y="778508"/>
                </a:lnTo>
                <a:lnTo>
                  <a:pt x="1356829" y="781662"/>
                </a:lnTo>
                <a:lnTo>
                  <a:pt x="1357247" y="784841"/>
                </a:lnTo>
                <a:lnTo>
                  <a:pt x="1357679" y="788020"/>
                </a:lnTo>
                <a:lnTo>
                  <a:pt x="1358097" y="791199"/>
                </a:lnTo>
                <a:lnTo>
                  <a:pt x="1358529" y="794390"/>
                </a:lnTo>
                <a:lnTo>
                  <a:pt x="1358947" y="797569"/>
                </a:lnTo>
                <a:lnTo>
                  <a:pt x="1359366" y="800761"/>
                </a:lnTo>
                <a:lnTo>
                  <a:pt x="1359784" y="803953"/>
                </a:lnTo>
                <a:lnTo>
                  <a:pt x="1360216" y="807144"/>
                </a:lnTo>
                <a:lnTo>
                  <a:pt x="1360634" y="810336"/>
                </a:lnTo>
                <a:lnTo>
                  <a:pt x="1361065" y="813540"/>
                </a:lnTo>
                <a:lnTo>
                  <a:pt x="1361484" y="816745"/>
                </a:lnTo>
                <a:lnTo>
                  <a:pt x="1361903" y="819962"/>
                </a:lnTo>
                <a:lnTo>
                  <a:pt x="1362334" y="823166"/>
                </a:lnTo>
                <a:lnTo>
                  <a:pt x="1362752" y="826383"/>
                </a:lnTo>
                <a:lnTo>
                  <a:pt x="1363171" y="829600"/>
                </a:lnTo>
                <a:lnTo>
                  <a:pt x="1363602" y="832817"/>
                </a:lnTo>
                <a:lnTo>
                  <a:pt x="1364021" y="836035"/>
                </a:lnTo>
                <a:lnTo>
                  <a:pt x="1364452" y="839277"/>
                </a:lnTo>
                <a:lnTo>
                  <a:pt x="1364858" y="842494"/>
                </a:lnTo>
                <a:lnTo>
                  <a:pt x="1365289" y="845724"/>
                </a:lnTo>
                <a:lnTo>
                  <a:pt x="1365708" y="848966"/>
                </a:lnTo>
                <a:lnTo>
                  <a:pt x="1366139" y="852196"/>
                </a:lnTo>
                <a:lnTo>
                  <a:pt x="1366558" y="855439"/>
                </a:lnTo>
                <a:lnTo>
                  <a:pt x="1366976" y="858681"/>
                </a:lnTo>
                <a:lnTo>
                  <a:pt x="1367408" y="861924"/>
                </a:lnTo>
                <a:lnTo>
                  <a:pt x="1367826" y="865179"/>
                </a:lnTo>
                <a:lnTo>
                  <a:pt x="1368245" y="868422"/>
                </a:lnTo>
                <a:lnTo>
                  <a:pt x="1368676" y="871677"/>
                </a:lnTo>
                <a:lnTo>
                  <a:pt x="1369095" y="874932"/>
                </a:lnTo>
                <a:lnTo>
                  <a:pt x="1369526" y="878187"/>
                </a:lnTo>
                <a:lnTo>
                  <a:pt x="1369944" y="881455"/>
                </a:lnTo>
                <a:lnTo>
                  <a:pt x="1370363" y="884710"/>
                </a:lnTo>
                <a:lnTo>
                  <a:pt x="1370782" y="887978"/>
                </a:lnTo>
                <a:lnTo>
                  <a:pt x="1371213" y="891246"/>
                </a:lnTo>
                <a:lnTo>
                  <a:pt x="1371631" y="894514"/>
                </a:lnTo>
                <a:lnTo>
                  <a:pt x="1372063" y="897795"/>
                </a:lnTo>
                <a:lnTo>
                  <a:pt x="1372481" y="901063"/>
                </a:lnTo>
                <a:lnTo>
                  <a:pt x="1372900" y="904344"/>
                </a:lnTo>
                <a:lnTo>
                  <a:pt x="1373331" y="907624"/>
                </a:lnTo>
                <a:lnTo>
                  <a:pt x="1373750" y="910905"/>
                </a:lnTo>
                <a:lnTo>
                  <a:pt x="1374181" y="914186"/>
                </a:lnTo>
                <a:lnTo>
                  <a:pt x="1374600" y="917479"/>
                </a:lnTo>
                <a:lnTo>
                  <a:pt x="1375018" y="920760"/>
                </a:lnTo>
                <a:lnTo>
                  <a:pt x="1375437" y="924053"/>
                </a:lnTo>
                <a:lnTo>
                  <a:pt x="1375868" y="927346"/>
                </a:lnTo>
                <a:lnTo>
                  <a:pt x="1376287" y="930652"/>
                </a:lnTo>
                <a:lnTo>
                  <a:pt x="1376718" y="933946"/>
                </a:lnTo>
                <a:lnTo>
                  <a:pt x="1377136" y="937239"/>
                </a:lnTo>
                <a:lnTo>
                  <a:pt x="1377555" y="940545"/>
                </a:lnTo>
                <a:lnTo>
                  <a:pt x="1377986" y="943851"/>
                </a:lnTo>
                <a:lnTo>
                  <a:pt x="1378405" y="947157"/>
                </a:lnTo>
                <a:lnTo>
                  <a:pt x="1378823" y="950464"/>
                </a:lnTo>
                <a:lnTo>
                  <a:pt x="1379255" y="953770"/>
                </a:lnTo>
                <a:lnTo>
                  <a:pt x="1379673" y="957076"/>
                </a:lnTo>
                <a:lnTo>
                  <a:pt x="1380104" y="960395"/>
                </a:lnTo>
                <a:lnTo>
                  <a:pt x="1380510" y="963701"/>
                </a:lnTo>
                <a:lnTo>
                  <a:pt x="1380942" y="967032"/>
                </a:lnTo>
                <a:lnTo>
                  <a:pt x="1381360" y="970351"/>
                </a:lnTo>
                <a:lnTo>
                  <a:pt x="1381791" y="973670"/>
                </a:lnTo>
                <a:lnTo>
                  <a:pt x="1382210" y="976989"/>
                </a:lnTo>
                <a:lnTo>
                  <a:pt x="1382629" y="980320"/>
                </a:lnTo>
                <a:lnTo>
                  <a:pt x="1383060" y="983639"/>
                </a:lnTo>
                <a:lnTo>
                  <a:pt x="1383478" y="986970"/>
                </a:lnTo>
                <a:lnTo>
                  <a:pt x="1383897" y="990302"/>
                </a:lnTo>
                <a:lnTo>
                  <a:pt x="1384328" y="993633"/>
                </a:lnTo>
                <a:lnTo>
                  <a:pt x="1384747" y="996965"/>
                </a:lnTo>
                <a:lnTo>
                  <a:pt x="1385178" y="1000297"/>
                </a:lnTo>
                <a:lnTo>
                  <a:pt x="1385584" y="1003628"/>
                </a:lnTo>
                <a:lnTo>
                  <a:pt x="1386015" y="1006972"/>
                </a:lnTo>
                <a:lnTo>
                  <a:pt x="1386434" y="1010304"/>
                </a:lnTo>
                <a:lnTo>
                  <a:pt x="1386865" y="1013648"/>
                </a:lnTo>
                <a:lnTo>
                  <a:pt x="1387284" y="1016992"/>
                </a:lnTo>
                <a:lnTo>
                  <a:pt x="1387702" y="1020337"/>
                </a:lnTo>
                <a:lnTo>
                  <a:pt x="1388134" y="1023681"/>
                </a:lnTo>
                <a:lnTo>
                  <a:pt x="1388552" y="1027025"/>
                </a:lnTo>
                <a:lnTo>
                  <a:pt x="1388971" y="1030369"/>
                </a:lnTo>
                <a:lnTo>
                  <a:pt x="1389402" y="1033726"/>
                </a:lnTo>
                <a:lnTo>
                  <a:pt x="1389821" y="1037070"/>
                </a:lnTo>
                <a:lnTo>
                  <a:pt x="1390252" y="1040427"/>
                </a:lnTo>
                <a:lnTo>
                  <a:pt x="1390670" y="1043784"/>
                </a:lnTo>
                <a:lnTo>
                  <a:pt x="1391089" y="1047141"/>
                </a:lnTo>
                <a:lnTo>
                  <a:pt x="1391508" y="1050486"/>
                </a:lnTo>
                <a:lnTo>
                  <a:pt x="1391939" y="1053843"/>
                </a:lnTo>
                <a:lnTo>
                  <a:pt x="1392357" y="1057200"/>
                </a:lnTo>
                <a:lnTo>
                  <a:pt x="1392789" y="1060556"/>
                </a:lnTo>
                <a:lnTo>
                  <a:pt x="1393207" y="1063913"/>
                </a:lnTo>
                <a:lnTo>
                  <a:pt x="1393626" y="1067270"/>
                </a:lnTo>
                <a:lnTo>
                  <a:pt x="1394044" y="1070640"/>
                </a:lnTo>
                <a:lnTo>
                  <a:pt x="1394476" y="1073997"/>
                </a:lnTo>
                <a:lnTo>
                  <a:pt x="1394894" y="1077367"/>
                </a:lnTo>
                <a:lnTo>
                  <a:pt x="1395326" y="1080736"/>
                </a:lnTo>
                <a:lnTo>
                  <a:pt x="1395744" y="1084093"/>
                </a:lnTo>
                <a:lnTo>
                  <a:pt x="1396163" y="1087463"/>
                </a:lnTo>
                <a:lnTo>
                  <a:pt x="1396594" y="1090820"/>
                </a:lnTo>
                <a:lnTo>
                  <a:pt x="1397013" y="1094190"/>
                </a:lnTo>
                <a:lnTo>
                  <a:pt x="1397431" y="1097559"/>
                </a:lnTo>
                <a:lnTo>
                  <a:pt x="1397862" y="1100942"/>
                </a:lnTo>
                <a:lnTo>
                  <a:pt x="1398281" y="1104299"/>
                </a:lnTo>
                <a:lnTo>
                  <a:pt x="1398712" y="1107668"/>
                </a:lnTo>
                <a:lnTo>
                  <a:pt x="1399118" y="1111051"/>
                </a:lnTo>
                <a:lnTo>
                  <a:pt x="1399549" y="1114420"/>
                </a:lnTo>
                <a:lnTo>
                  <a:pt x="1399968" y="1117790"/>
                </a:lnTo>
                <a:lnTo>
                  <a:pt x="1400399" y="1121160"/>
                </a:lnTo>
                <a:lnTo>
                  <a:pt x="1400818" y="1124542"/>
                </a:lnTo>
                <a:lnTo>
                  <a:pt x="1401236" y="1127912"/>
                </a:lnTo>
                <a:lnTo>
                  <a:pt x="1401668" y="1131294"/>
                </a:lnTo>
                <a:lnTo>
                  <a:pt x="1402086" y="1134664"/>
                </a:lnTo>
                <a:lnTo>
                  <a:pt x="1402505" y="1138046"/>
                </a:lnTo>
                <a:lnTo>
                  <a:pt x="1402936" y="1141429"/>
                </a:lnTo>
                <a:lnTo>
                  <a:pt x="1403355" y="1144798"/>
                </a:lnTo>
                <a:lnTo>
                  <a:pt x="1403786" y="1148181"/>
                </a:lnTo>
                <a:lnTo>
                  <a:pt x="1404205" y="1151550"/>
                </a:lnTo>
                <a:lnTo>
                  <a:pt x="1404623" y="1154933"/>
                </a:lnTo>
                <a:lnTo>
                  <a:pt x="1405042" y="1158315"/>
                </a:lnTo>
                <a:lnTo>
                  <a:pt x="1405473" y="1161685"/>
                </a:lnTo>
                <a:lnTo>
                  <a:pt x="1405892" y="1165067"/>
                </a:lnTo>
                <a:lnTo>
                  <a:pt x="1406323" y="1168450"/>
                </a:lnTo>
                <a:lnTo>
                  <a:pt x="1406741" y="1171819"/>
                </a:lnTo>
                <a:lnTo>
                  <a:pt x="1407160" y="1175202"/>
                </a:lnTo>
                <a:lnTo>
                  <a:pt x="1407579" y="1178584"/>
                </a:lnTo>
                <a:lnTo>
                  <a:pt x="1408010" y="1181966"/>
                </a:lnTo>
                <a:lnTo>
                  <a:pt x="1408428" y="1185349"/>
                </a:lnTo>
                <a:lnTo>
                  <a:pt x="1408860" y="1188731"/>
                </a:lnTo>
                <a:lnTo>
                  <a:pt x="1409278" y="1192101"/>
                </a:lnTo>
                <a:lnTo>
                  <a:pt x="1409697" y="1195483"/>
                </a:lnTo>
                <a:lnTo>
                  <a:pt x="1410128" y="1198878"/>
                </a:lnTo>
                <a:lnTo>
                  <a:pt x="1410547" y="1202248"/>
                </a:lnTo>
                <a:lnTo>
                  <a:pt x="1410978" y="1205630"/>
                </a:lnTo>
                <a:lnTo>
                  <a:pt x="1411397" y="1209013"/>
                </a:lnTo>
                <a:lnTo>
                  <a:pt x="1411815" y="1212395"/>
                </a:lnTo>
                <a:lnTo>
                  <a:pt x="1412246" y="1215778"/>
                </a:lnTo>
                <a:lnTo>
                  <a:pt x="1412665" y="1219160"/>
                </a:lnTo>
                <a:lnTo>
                  <a:pt x="1413084" y="1222530"/>
                </a:lnTo>
                <a:lnTo>
                  <a:pt x="1413515" y="1225912"/>
                </a:lnTo>
                <a:lnTo>
                  <a:pt x="1413921" y="1229294"/>
                </a:lnTo>
                <a:lnTo>
                  <a:pt x="1414365" y="1232664"/>
                </a:lnTo>
                <a:lnTo>
                  <a:pt x="1414771" y="1236047"/>
                </a:lnTo>
                <a:lnTo>
                  <a:pt x="1415202" y="1239429"/>
                </a:lnTo>
                <a:lnTo>
                  <a:pt x="1415620" y="1242799"/>
                </a:lnTo>
                <a:lnTo>
                  <a:pt x="1416052" y="1246181"/>
                </a:lnTo>
                <a:lnTo>
                  <a:pt x="1416470" y="1249551"/>
                </a:lnTo>
                <a:lnTo>
                  <a:pt x="1416889" y="1252933"/>
                </a:lnTo>
                <a:lnTo>
                  <a:pt x="1417307" y="1256303"/>
                </a:lnTo>
                <a:lnTo>
                  <a:pt x="1417739" y="1259685"/>
                </a:lnTo>
                <a:lnTo>
                  <a:pt x="1418157" y="1263067"/>
                </a:lnTo>
                <a:lnTo>
                  <a:pt x="1418589" y="1266437"/>
                </a:lnTo>
                <a:lnTo>
                  <a:pt x="1419007" y="1269820"/>
                </a:lnTo>
                <a:lnTo>
                  <a:pt x="1419438" y="1273189"/>
                </a:lnTo>
                <a:lnTo>
                  <a:pt x="1419844" y="1276559"/>
                </a:lnTo>
                <a:lnTo>
                  <a:pt x="1420276" y="1279929"/>
                </a:lnTo>
                <a:lnTo>
                  <a:pt x="1420694" y="1283311"/>
                </a:lnTo>
                <a:lnTo>
                  <a:pt x="1421125" y="1286668"/>
                </a:lnTo>
                <a:lnTo>
                  <a:pt x="1421544" y="1290038"/>
                </a:lnTo>
                <a:lnTo>
                  <a:pt x="1421963" y="1293407"/>
                </a:lnTo>
                <a:lnTo>
                  <a:pt x="1422381" y="1296777"/>
                </a:lnTo>
                <a:lnTo>
                  <a:pt x="1422812" y="1300147"/>
                </a:lnTo>
                <a:lnTo>
                  <a:pt x="1423231" y="1303516"/>
                </a:lnTo>
                <a:lnTo>
                  <a:pt x="1423662" y="1306886"/>
                </a:lnTo>
                <a:lnTo>
                  <a:pt x="1424081" y="1310243"/>
                </a:lnTo>
                <a:lnTo>
                  <a:pt x="1424499" y="1313613"/>
                </a:lnTo>
                <a:lnTo>
                  <a:pt x="1424931" y="1316982"/>
                </a:lnTo>
                <a:lnTo>
                  <a:pt x="1425349" y="1320339"/>
                </a:lnTo>
                <a:lnTo>
                  <a:pt x="1425768" y="1323696"/>
                </a:lnTo>
                <a:lnTo>
                  <a:pt x="1426199" y="1327066"/>
                </a:lnTo>
                <a:lnTo>
                  <a:pt x="1426618" y="1330423"/>
                </a:lnTo>
                <a:lnTo>
                  <a:pt x="1427049" y="1333780"/>
                </a:lnTo>
                <a:lnTo>
                  <a:pt x="1427455" y="1337137"/>
                </a:lnTo>
                <a:lnTo>
                  <a:pt x="1427886" y="1340494"/>
                </a:lnTo>
                <a:lnTo>
                  <a:pt x="1428305" y="1343838"/>
                </a:lnTo>
                <a:lnTo>
                  <a:pt x="1428736" y="1347195"/>
                </a:lnTo>
                <a:lnTo>
                  <a:pt x="1429154" y="1350552"/>
                </a:lnTo>
                <a:lnTo>
                  <a:pt x="1429573" y="1353909"/>
                </a:lnTo>
                <a:lnTo>
                  <a:pt x="1430004" y="1357253"/>
                </a:lnTo>
                <a:lnTo>
                  <a:pt x="1430423" y="1360597"/>
                </a:lnTo>
                <a:lnTo>
                  <a:pt x="1430841" y="1363954"/>
                </a:lnTo>
                <a:lnTo>
                  <a:pt x="1431273" y="1367298"/>
                </a:lnTo>
                <a:lnTo>
                  <a:pt x="1431691" y="1370643"/>
                </a:lnTo>
                <a:lnTo>
                  <a:pt x="1432123" y="1373987"/>
                </a:lnTo>
                <a:lnTo>
                  <a:pt x="1432541" y="1377331"/>
                </a:lnTo>
                <a:lnTo>
                  <a:pt x="1432960" y="1380675"/>
                </a:lnTo>
                <a:lnTo>
                  <a:pt x="1433378" y="1384007"/>
                </a:lnTo>
                <a:lnTo>
                  <a:pt x="1433810" y="1387351"/>
                </a:lnTo>
                <a:lnTo>
                  <a:pt x="1434228" y="1390683"/>
                </a:lnTo>
                <a:lnTo>
                  <a:pt x="1434659" y="1394014"/>
                </a:lnTo>
                <a:lnTo>
                  <a:pt x="1435078" y="1397346"/>
                </a:lnTo>
                <a:lnTo>
                  <a:pt x="1435497" y="1400677"/>
                </a:lnTo>
                <a:lnTo>
                  <a:pt x="1435915" y="1404009"/>
                </a:lnTo>
                <a:lnTo>
                  <a:pt x="1436346" y="1407340"/>
                </a:lnTo>
                <a:lnTo>
                  <a:pt x="1436765" y="1410659"/>
                </a:lnTo>
                <a:lnTo>
                  <a:pt x="1437196" y="1413991"/>
                </a:lnTo>
                <a:lnTo>
                  <a:pt x="1437615" y="1417310"/>
                </a:lnTo>
                <a:lnTo>
                  <a:pt x="1438033" y="1420628"/>
                </a:lnTo>
                <a:lnTo>
                  <a:pt x="1438465" y="1423947"/>
                </a:lnTo>
                <a:lnTo>
                  <a:pt x="1438883" y="1427266"/>
                </a:lnTo>
                <a:lnTo>
                  <a:pt x="1439302" y="1430585"/>
                </a:lnTo>
                <a:lnTo>
                  <a:pt x="1439733" y="1433904"/>
                </a:lnTo>
                <a:lnTo>
                  <a:pt x="1440152" y="1437210"/>
                </a:lnTo>
                <a:lnTo>
                  <a:pt x="1440583" y="1440516"/>
                </a:lnTo>
                <a:lnTo>
                  <a:pt x="1440989" y="1443822"/>
                </a:lnTo>
                <a:lnTo>
                  <a:pt x="1441420" y="1447128"/>
                </a:lnTo>
                <a:lnTo>
                  <a:pt x="1441839" y="1450434"/>
                </a:lnTo>
                <a:lnTo>
                  <a:pt x="1442270" y="1453740"/>
                </a:lnTo>
                <a:lnTo>
                  <a:pt x="1442689" y="1457034"/>
                </a:lnTo>
                <a:lnTo>
                  <a:pt x="1443107" y="1460327"/>
                </a:lnTo>
                <a:lnTo>
                  <a:pt x="1443538" y="1463633"/>
                </a:lnTo>
                <a:lnTo>
                  <a:pt x="1443957" y="1466926"/>
                </a:lnTo>
                <a:lnTo>
                  <a:pt x="1444376" y="1470220"/>
                </a:lnTo>
                <a:lnTo>
                  <a:pt x="1444807" y="1473500"/>
                </a:lnTo>
                <a:lnTo>
                  <a:pt x="1445225" y="1476794"/>
                </a:lnTo>
                <a:lnTo>
                  <a:pt x="1445657" y="1480074"/>
                </a:lnTo>
                <a:lnTo>
                  <a:pt x="1446063" y="1483355"/>
                </a:lnTo>
                <a:lnTo>
                  <a:pt x="1446494" y="1486636"/>
                </a:lnTo>
                <a:lnTo>
                  <a:pt x="1446912" y="1489916"/>
                </a:lnTo>
                <a:lnTo>
                  <a:pt x="1447344" y="1493184"/>
                </a:lnTo>
                <a:lnTo>
                  <a:pt x="1447775" y="1496465"/>
                </a:lnTo>
                <a:lnTo>
                  <a:pt x="1448181" y="1499733"/>
                </a:lnTo>
                <a:lnTo>
                  <a:pt x="1448612" y="1503001"/>
                </a:lnTo>
                <a:lnTo>
                  <a:pt x="1449031" y="1506269"/>
                </a:lnTo>
                <a:lnTo>
                  <a:pt x="1449462" y="1509524"/>
                </a:lnTo>
                <a:lnTo>
                  <a:pt x="1449881" y="1512792"/>
                </a:lnTo>
                <a:lnTo>
                  <a:pt x="1450312" y="1516047"/>
                </a:lnTo>
                <a:lnTo>
                  <a:pt x="1450730" y="1519303"/>
                </a:lnTo>
                <a:lnTo>
                  <a:pt x="1451149" y="1522558"/>
                </a:lnTo>
                <a:lnTo>
                  <a:pt x="1451568" y="1525800"/>
                </a:lnTo>
                <a:lnTo>
                  <a:pt x="1451999" y="1529056"/>
                </a:lnTo>
                <a:lnTo>
                  <a:pt x="1452417" y="1532298"/>
                </a:lnTo>
                <a:lnTo>
                  <a:pt x="1452849" y="1535541"/>
                </a:lnTo>
                <a:lnTo>
                  <a:pt x="1453267" y="1538783"/>
                </a:lnTo>
                <a:lnTo>
                  <a:pt x="1453686" y="1542013"/>
                </a:lnTo>
                <a:lnTo>
                  <a:pt x="1454104" y="1545255"/>
                </a:lnTo>
                <a:lnTo>
                  <a:pt x="1454536" y="1548485"/>
                </a:lnTo>
                <a:lnTo>
                  <a:pt x="1454954" y="1551702"/>
                </a:lnTo>
                <a:lnTo>
                  <a:pt x="1455386" y="1554932"/>
                </a:lnTo>
                <a:lnTo>
                  <a:pt x="1455804" y="1558162"/>
                </a:lnTo>
                <a:lnTo>
                  <a:pt x="1456223" y="1561379"/>
                </a:lnTo>
                <a:lnTo>
                  <a:pt x="1456641" y="1564596"/>
                </a:lnTo>
                <a:lnTo>
                  <a:pt x="1457073" y="1567813"/>
                </a:lnTo>
                <a:lnTo>
                  <a:pt x="1457491" y="1571020"/>
                </a:lnTo>
                <a:lnTo>
                  <a:pt x="1457922" y="1574224"/>
                </a:lnTo>
                <a:lnTo>
                  <a:pt x="1458341" y="1577434"/>
                </a:lnTo>
                <a:lnTo>
                  <a:pt x="1458760" y="1580634"/>
                </a:lnTo>
                <a:lnTo>
                  <a:pt x="1459191" y="1583829"/>
                </a:lnTo>
                <a:lnTo>
                  <a:pt x="1459609" y="1587029"/>
                </a:lnTo>
                <a:lnTo>
                  <a:pt x="1460028" y="1590223"/>
                </a:lnTo>
                <a:lnTo>
                  <a:pt x="1460459" y="1593409"/>
                </a:lnTo>
                <a:lnTo>
                  <a:pt x="1460878" y="1596594"/>
                </a:lnTo>
                <a:lnTo>
                  <a:pt x="1461309" y="1599778"/>
                </a:lnTo>
                <a:lnTo>
                  <a:pt x="1461715" y="1602958"/>
                </a:lnTo>
                <a:lnTo>
                  <a:pt x="1462146" y="1606133"/>
                </a:lnTo>
                <a:lnTo>
                  <a:pt x="1462565" y="1609313"/>
                </a:lnTo>
                <a:lnTo>
                  <a:pt x="1462996" y="1612473"/>
                </a:lnTo>
                <a:lnTo>
                  <a:pt x="1463415" y="1615643"/>
                </a:lnTo>
                <a:lnTo>
                  <a:pt x="1463833" y="1618808"/>
                </a:lnTo>
                <a:lnTo>
                  <a:pt x="1464264" y="1621968"/>
                </a:lnTo>
                <a:lnTo>
                  <a:pt x="1464683" y="1625124"/>
                </a:lnTo>
                <a:lnTo>
                  <a:pt x="1465102" y="1628279"/>
                </a:lnTo>
                <a:lnTo>
                  <a:pt x="1465533" y="1631429"/>
                </a:lnTo>
                <a:lnTo>
                  <a:pt x="1465952" y="1634575"/>
                </a:lnTo>
                <a:lnTo>
                  <a:pt x="1466383" y="1637714"/>
                </a:lnTo>
                <a:lnTo>
                  <a:pt x="1466801" y="1640855"/>
                </a:lnTo>
                <a:lnTo>
                  <a:pt x="1467220" y="1643996"/>
                </a:lnTo>
                <a:lnTo>
                  <a:pt x="1467639" y="1647125"/>
                </a:lnTo>
                <a:lnTo>
                  <a:pt x="1468070" y="1650251"/>
                </a:lnTo>
                <a:lnTo>
                  <a:pt x="1468488" y="1653371"/>
                </a:lnTo>
                <a:lnTo>
                  <a:pt x="1468920" y="1656497"/>
                </a:lnTo>
                <a:lnTo>
                  <a:pt x="1469338" y="1659612"/>
                </a:lnTo>
                <a:lnTo>
                  <a:pt x="1469757" y="1662723"/>
                </a:lnTo>
                <a:lnTo>
                  <a:pt x="1470175" y="1665834"/>
                </a:lnTo>
                <a:lnTo>
                  <a:pt x="1470607" y="1668944"/>
                </a:lnTo>
                <a:lnTo>
                  <a:pt x="1471025" y="1672044"/>
                </a:lnTo>
                <a:lnTo>
                  <a:pt x="1471456" y="1675145"/>
                </a:lnTo>
                <a:lnTo>
                  <a:pt x="1471875" y="1678235"/>
                </a:lnTo>
                <a:lnTo>
                  <a:pt x="1472294" y="1681327"/>
                </a:lnTo>
                <a:lnTo>
                  <a:pt x="1472725" y="1684411"/>
                </a:lnTo>
                <a:lnTo>
                  <a:pt x="1473143" y="1687498"/>
                </a:lnTo>
                <a:lnTo>
                  <a:pt x="1473562" y="1690573"/>
                </a:lnTo>
                <a:lnTo>
                  <a:pt x="1473993" y="1693655"/>
                </a:lnTo>
                <a:lnTo>
                  <a:pt x="1474412" y="1696725"/>
                </a:lnTo>
                <a:lnTo>
                  <a:pt x="1474843" y="1699786"/>
                </a:lnTo>
                <a:lnTo>
                  <a:pt x="1475249" y="1702852"/>
                </a:lnTo>
                <a:lnTo>
                  <a:pt x="1475680" y="1705912"/>
                </a:lnTo>
                <a:lnTo>
                  <a:pt x="1476099" y="1708968"/>
                </a:lnTo>
                <a:lnTo>
                  <a:pt x="1476530" y="1712020"/>
                </a:lnTo>
                <a:lnTo>
                  <a:pt x="1476949" y="1715065"/>
                </a:lnTo>
                <a:lnTo>
                  <a:pt x="1477367" y="1718107"/>
                </a:lnTo>
                <a:lnTo>
                  <a:pt x="1477799" y="1721147"/>
                </a:lnTo>
                <a:lnTo>
                  <a:pt x="1478217" y="1724179"/>
                </a:lnTo>
                <a:lnTo>
                  <a:pt x="1478636" y="1727210"/>
                </a:lnTo>
                <a:lnTo>
                  <a:pt x="1479067" y="1730236"/>
                </a:lnTo>
                <a:lnTo>
                  <a:pt x="1479486" y="1733253"/>
                </a:lnTo>
                <a:lnTo>
                  <a:pt x="1479917" y="1736269"/>
                </a:lnTo>
                <a:lnTo>
                  <a:pt x="1480323" y="1739280"/>
                </a:lnTo>
                <a:lnTo>
                  <a:pt x="1480754" y="1742291"/>
                </a:lnTo>
                <a:lnTo>
                  <a:pt x="1481173" y="1745302"/>
                </a:lnTo>
                <a:lnTo>
                  <a:pt x="1481604" y="1748294"/>
                </a:lnTo>
                <a:lnTo>
                  <a:pt x="1482022" y="1751290"/>
                </a:lnTo>
                <a:lnTo>
                  <a:pt x="1482454" y="1754282"/>
                </a:lnTo>
                <a:lnTo>
                  <a:pt x="1482872" y="1757269"/>
                </a:lnTo>
                <a:lnTo>
                  <a:pt x="1483291" y="1760249"/>
                </a:lnTo>
                <a:lnTo>
                  <a:pt x="1483709" y="1763226"/>
                </a:lnTo>
                <a:lnTo>
                  <a:pt x="1484141" y="1766198"/>
                </a:lnTo>
                <a:lnTo>
                  <a:pt x="1484559" y="1769170"/>
                </a:lnTo>
                <a:lnTo>
                  <a:pt x="1484991" y="1772136"/>
                </a:lnTo>
                <a:lnTo>
                  <a:pt x="1485409" y="1775093"/>
                </a:lnTo>
                <a:lnTo>
                  <a:pt x="1485828" y="1778050"/>
                </a:lnTo>
                <a:lnTo>
                  <a:pt x="1486259" y="1780996"/>
                </a:lnTo>
                <a:lnTo>
                  <a:pt x="1486678" y="1783939"/>
                </a:lnTo>
                <a:lnTo>
                  <a:pt x="1487109" y="1786880"/>
                </a:lnTo>
                <a:lnTo>
                  <a:pt x="1487527" y="1789812"/>
                </a:lnTo>
                <a:lnTo>
                  <a:pt x="1487946" y="1792745"/>
                </a:lnTo>
                <a:lnTo>
                  <a:pt x="1488365" y="1795670"/>
                </a:lnTo>
                <a:lnTo>
                  <a:pt x="1488796" y="1798598"/>
                </a:lnTo>
                <a:lnTo>
                  <a:pt x="1489214" y="1801504"/>
                </a:lnTo>
                <a:lnTo>
                  <a:pt x="1489646" y="1804426"/>
                </a:lnTo>
                <a:lnTo>
                  <a:pt x="1490064" y="1807329"/>
                </a:lnTo>
                <a:lnTo>
                  <a:pt x="1490483" y="1810231"/>
                </a:lnTo>
                <a:lnTo>
                  <a:pt x="1490901" y="1813129"/>
                </a:lnTo>
                <a:lnTo>
                  <a:pt x="1491333" y="1816021"/>
                </a:lnTo>
                <a:lnTo>
                  <a:pt x="1491751" y="1818908"/>
                </a:lnTo>
                <a:lnTo>
                  <a:pt x="1492183" y="1821790"/>
                </a:lnTo>
                <a:lnTo>
                  <a:pt x="1492601" y="1824667"/>
                </a:lnTo>
                <a:lnTo>
                  <a:pt x="1493020" y="1827535"/>
                </a:lnTo>
                <a:lnTo>
                  <a:pt x="1493451" y="1830407"/>
                </a:lnTo>
                <a:lnTo>
                  <a:pt x="1493870" y="1833259"/>
                </a:lnTo>
                <a:lnTo>
                  <a:pt x="1494288" y="1836118"/>
                </a:lnTo>
                <a:lnTo>
                  <a:pt x="1494719" y="1838975"/>
                </a:lnTo>
                <a:lnTo>
                  <a:pt x="1495138" y="1841817"/>
                </a:lnTo>
                <a:lnTo>
                  <a:pt x="1495569" y="1844660"/>
                </a:lnTo>
                <a:lnTo>
                  <a:pt x="1495975" y="1847493"/>
                </a:lnTo>
                <a:lnTo>
                  <a:pt x="1496406" y="1850325"/>
                </a:lnTo>
                <a:lnTo>
                  <a:pt x="1496825" y="1853153"/>
                </a:lnTo>
                <a:lnTo>
                  <a:pt x="1497256" y="1855971"/>
                </a:lnTo>
                <a:lnTo>
                  <a:pt x="1497675" y="1858794"/>
                </a:lnTo>
                <a:lnTo>
                  <a:pt x="1498093" y="1861602"/>
                </a:lnTo>
                <a:lnTo>
                  <a:pt x="1498525" y="1864404"/>
                </a:lnTo>
                <a:lnTo>
                  <a:pt x="1498943" y="1867203"/>
                </a:lnTo>
                <a:lnTo>
                  <a:pt x="1499362" y="1869995"/>
                </a:lnTo>
                <a:lnTo>
                  <a:pt x="1499793" y="1872784"/>
                </a:lnTo>
                <a:lnTo>
                  <a:pt x="1500212" y="1875567"/>
                </a:lnTo>
                <a:lnTo>
                  <a:pt x="1500643" y="1878344"/>
                </a:lnTo>
                <a:lnTo>
                  <a:pt x="1501062" y="1881118"/>
                </a:lnTo>
                <a:lnTo>
                  <a:pt x="1501480" y="1883886"/>
                </a:lnTo>
                <a:lnTo>
                  <a:pt x="1501899" y="1886645"/>
                </a:lnTo>
                <a:lnTo>
                  <a:pt x="1502330" y="1889403"/>
                </a:lnTo>
                <a:lnTo>
                  <a:pt x="1502749" y="1892151"/>
                </a:lnTo>
                <a:lnTo>
                  <a:pt x="1503180" y="1894895"/>
                </a:lnTo>
                <a:lnTo>
                  <a:pt x="1503598" y="1897633"/>
                </a:lnTo>
                <a:lnTo>
                  <a:pt x="1504017" y="1900372"/>
                </a:lnTo>
                <a:lnTo>
                  <a:pt x="1504436" y="1903096"/>
                </a:lnTo>
                <a:lnTo>
                  <a:pt x="1504867" y="1905818"/>
                </a:lnTo>
                <a:lnTo>
                  <a:pt x="1505285" y="1908537"/>
                </a:lnTo>
                <a:lnTo>
                  <a:pt x="1505717" y="1911241"/>
                </a:lnTo>
                <a:lnTo>
                  <a:pt x="1506135" y="1913945"/>
                </a:lnTo>
                <a:lnTo>
                  <a:pt x="1506554" y="1916648"/>
                </a:lnTo>
                <a:lnTo>
                  <a:pt x="1506985" y="1919337"/>
                </a:lnTo>
                <a:lnTo>
                  <a:pt x="1507404" y="1922026"/>
                </a:lnTo>
                <a:lnTo>
                  <a:pt x="1507822" y="1924710"/>
                </a:lnTo>
                <a:lnTo>
                  <a:pt x="1508253" y="1927389"/>
                </a:lnTo>
                <a:lnTo>
                  <a:pt x="1508672" y="1930053"/>
                </a:lnTo>
                <a:lnTo>
                  <a:pt x="1509103" y="1932722"/>
                </a:lnTo>
                <a:lnTo>
                  <a:pt x="1509509" y="1935381"/>
                </a:lnTo>
                <a:lnTo>
                  <a:pt x="1509940" y="1938030"/>
                </a:lnTo>
                <a:lnTo>
                  <a:pt x="1510359" y="1940674"/>
                </a:lnTo>
                <a:lnTo>
                  <a:pt x="1510790" y="1943318"/>
                </a:lnTo>
                <a:lnTo>
                  <a:pt x="1511209" y="1945953"/>
                </a:lnTo>
                <a:lnTo>
                  <a:pt x="1511627" y="1948582"/>
                </a:lnTo>
                <a:lnTo>
                  <a:pt x="1512059" y="1951202"/>
                </a:lnTo>
                <a:lnTo>
                  <a:pt x="1512477" y="1953821"/>
                </a:lnTo>
                <a:lnTo>
                  <a:pt x="1512896" y="1956431"/>
                </a:lnTo>
                <a:lnTo>
                  <a:pt x="1513327" y="1959030"/>
                </a:lnTo>
                <a:lnTo>
                  <a:pt x="1513746" y="1961634"/>
                </a:lnTo>
                <a:lnTo>
                  <a:pt x="1514177" y="1964224"/>
                </a:lnTo>
                <a:lnTo>
                  <a:pt x="1514596" y="1966808"/>
                </a:lnTo>
                <a:lnTo>
                  <a:pt x="1515014" y="1969388"/>
                </a:lnTo>
                <a:lnTo>
                  <a:pt x="1515433" y="1971963"/>
                </a:lnTo>
                <a:lnTo>
                  <a:pt x="1515864" y="1974528"/>
                </a:lnTo>
                <a:lnTo>
                  <a:pt x="1516283" y="1977087"/>
                </a:lnTo>
                <a:lnTo>
                  <a:pt x="1516714" y="1979647"/>
                </a:lnTo>
                <a:lnTo>
                  <a:pt x="1517132" y="1982193"/>
                </a:lnTo>
                <a:lnTo>
                  <a:pt x="1517551" y="1984732"/>
                </a:lnTo>
                <a:lnTo>
                  <a:pt x="1517970" y="1987273"/>
                </a:lnTo>
                <a:lnTo>
                  <a:pt x="1518401" y="1989798"/>
                </a:lnTo>
                <a:lnTo>
                  <a:pt x="1518819" y="1992327"/>
                </a:lnTo>
                <a:lnTo>
                  <a:pt x="1519251" y="1994842"/>
                </a:lnTo>
                <a:lnTo>
                  <a:pt x="1519669" y="1997352"/>
                </a:lnTo>
                <a:lnTo>
                  <a:pt x="1520088" y="1999859"/>
                </a:lnTo>
                <a:lnTo>
                  <a:pt x="1520506" y="2002359"/>
                </a:lnTo>
                <a:lnTo>
                  <a:pt x="1520938" y="2004848"/>
                </a:lnTo>
                <a:lnTo>
                  <a:pt x="1521356" y="2007329"/>
                </a:lnTo>
                <a:lnTo>
                  <a:pt x="1521788" y="2009805"/>
                </a:lnTo>
                <a:lnTo>
                  <a:pt x="1522206" y="2012281"/>
                </a:lnTo>
                <a:lnTo>
                  <a:pt x="1522625" y="2014746"/>
                </a:lnTo>
                <a:lnTo>
                  <a:pt x="1523043" y="2017207"/>
                </a:lnTo>
                <a:lnTo>
                  <a:pt x="1523475" y="2019657"/>
                </a:lnTo>
                <a:lnTo>
                  <a:pt x="1523893" y="2022104"/>
                </a:lnTo>
                <a:lnTo>
                  <a:pt x="1524324" y="2024539"/>
                </a:lnTo>
                <a:lnTo>
                  <a:pt x="1524743" y="2026970"/>
                </a:lnTo>
                <a:lnTo>
                  <a:pt x="1525162" y="2029401"/>
                </a:lnTo>
                <a:lnTo>
                  <a:pt x="1525593" y="2031821"/>
                </a:lnTo>
                <a:lnTo>
                  <a:pt x="1526011" y="2034228"/>
                </a:lnTo>
                <a:lnTo>
                  <a:pt x="1526443" y="2036634"/>
                </a:lnTo>
                <a:lnTo>
                  <a:pt x="1526861" y="2039029"/>
                </a:lnTo>
                <a:lnTo>
                  <a:pt x="1527280" y="2041421"/>
                </a:lnTo>
                <a:lnTo>
                  <a:pt x="1527711" y="2043812"/>
                </a:lnTo>
                <a:lnTo>
                  <a:pt x="1528130" y="2046188"/>
                </a:lnTo>
                <a:lnTo>
                  <a:pt x="1528548" y="2048565"/>
                </a:lnTo>
                <a:lnTo>
                  <a:pt x="1528980" y="2050926"/>
                </a:lnTo>
                <a:lnTo>
                  <a:pt x="1529398" y="2053288"/>
                </a:lnTo>
                <a:lnTo>
                  <a:pt x="1529829" y="2055639"/>
                </a:lnTo>
                <a:lnTo>
                  <a:pt x="1530235" y="2057976"/>
                </a:lnTo>
                <a:lnTo>
                  <a:pt x="1530667" y="2060312"/>
                </a:lnTo>
                <a:lnTo>
                  <a:pt x="1531085" y="2062654"/>
                </a:lnTo>
                <a:lnTo>
                  <a:pt x="1531516" y="2064976"/>
                </a:lnTo>
                <a:lnTo>
                  <a:pt x="1531935" y="2067288"/>
                </a:lnTo>
                <a:lnTo>
                  <a:pt x="1532354" y="2069594"/>
                </a:lnTo>
                <a:lnTo>
                  <a:pt x="1532785" y="2071901"/>
                </a:lnTo>
                <a:lnTo>
                  <a:pt x="1533203" y="2074192"/>
                </a:lnTo>
                <a:lnTo>
                  <a:pt x="1533622" y="2076485"/>
                </a:lnTo>
                <a:lnTo>
                  <a:pt x="1534053" y="2078771"/>
                </a:lnTo>
                <a:lnTo>
                  <a:pt x="1534472" y="2081039"/>
                </a:lnTo>
                <a:lnTo>
                  <a:pt x="1534890" y="2083306"/>
                </a:lnTo>
                <a:lnTo>
                  <a:pt x="1535322" y="2085568"/>
                </a:lnTo>
                <a:lnTo>
                  <a:pt x="1535740" y="2087821"/>
                </a:lnTo>
                <a:lnTo>
                  <a:pt x="1536159" y="2090068"/>
                </a:lnTo>
                <a:lnTo>
                  <a:pt x="1536590" y="2092305"/>
                </a:lnTo>
                <a:lnTo>
                  <a:pt x="1537009" y="2094538"/>
                </a:lnTo>
                <a:lnTo>
                  <a:pt x="1537440" y="2096765"/>
                </a:lnTo>
                <a:lnTo>
                  <a:pt x="1537846" y="2098983"/>
                </a:lnTo>
                <a:lnTo>
                  <a:pt x="1538277" y="2101190"/>
                </a:lnTo>
                <a:lnTo>
                  <a:pt x="1538696" y="2103398"/>
                </a:lnTo>
                <a:lnTo>
                  <a:pt x="1539127" y="2105590"/>
                </a:lnTo>
                <a:lnTo>
                  <a:pt x="1539546" y="2107773"/>
                </a:lnTo>
                <a:lnTo>
                  <a:pt x="1539964" y="2109962"/>
                </a:lnTo>
                <a:lnTo>
                  <a:pt x="1540395" y="2112129"/>
                </a:lnTo>
                <a:lnTo>
                  <a:pt x="1540814" y="2114297"/>
                </a:lnTo>
                <a:lnTo>
                  <a:pt x="1541233" y="2116459"/>
                </a:lnTo>
                <a:lnTo>
                  <a:pt x="1541664" y="2118608"/>
                </a:lnTo>
                <a:lnTo>
                  <a:pt x="1542082" y="2120751"/>
                </a:lnTo>
                <a:lnTo>
                  <a:pt x="1542514" y="2122895"/>
                </a:lnTo>
                <a:lnTo>
                  <a:pt x="1542932" y="2125022"/>
                </a:lnTo>
                <a:lnTo>
                  <a:pt x="1543351" y="2127141"/>
                </a:lnTo>
                <a:lnTo>
                  <a:pt x="1543769" y="2129254"/>
                </a:lnTo>
                <a:lnTo>
                  <a:pt x="1544201" y="2131362"/>
                </a:lnTo>
                <a:lnTo>
                  <a:pt x="1544619" y="2133466"/>
                </a:lnTo>
                <a:lnTo>
                  <a:pt x="1545051" y="2135560"/>
                </a:lnTo>
                <a:lnTo>
                  <a:pt x="1545469" y="2137643"/>
                </a:lnTo>
                <a:lnTo>
                  <a:pt x="1545888" y="2139722"/>
                </a:lnTo>
                <a:lnTo>
                  <a:pt x="1546306" y="2141791"/>
                </a:lnTo>
                <a:lnTo>
                  <a:pt x="1546738" y="2143854"/>
                </a:lnTo>
                <a:lnTo>
                  <a:pt x="1547156" y="2145908"/>
                </a:lnTo>
                <a:lnTo>
                  <a:pt x="1547587" y="2147947"/>
                </a:lnTo>
                <a:lnTo>
                  <a:pt x="1548006" y="2149986"/>
                </a:lnTo>
                <a:lnTo>
                  <a:pt x="1548425" y="2152020"/>
                </a:lnTo>
                <a:lnTo>
                  <a:pt x="1548856" y="2154045"/>
                </a:lnTo>
                <a:lnTo>
                  <a:pt x="1549274" y="2156058"/>
                </a:lnTo>
                <a:lnTo>
                  <a:pt x="1549693" y="2158068"/>
                </a:lnTo>
                <a:lnTo>
                  <a:pt x="1550124" y="2160072"/>
                </a:lnTo>
                <a:lnTo>
                  <a:pt x="1550543" y="2162066"/>
                </a:lnTo>
                <a:lnTo>
                  <a:pt x="1550974" y="2164051"/>
                </a:lnTo>
                <a:lnTo>
                  <a:pt x="1551380" y="2166029"/>
                </a:lnTo>
                <a:lnTo>
                  <a:pt x="1551811" y="2167999"/>
                </a:lnTo>
                <a:lnTo>
                  <a:pt x="1552230" y="2169964"/>
                </a:lnTo>
                <a:lnTo>
                  <a:pt x="1552661" y="2171913"/>
                </a:lnTo>
                <a:lnTo>
                  <a:pt x="1553080" y="2173858"/>
                </a:lnTo>
                <a:lnTo>
                  <a:pt x="1553498" y="2175798"/>
                </a:lnTo>
                <a:lnTo>
                  <a:pt x="1553929" y="2177733"/>
                </a:lnTo>
                <a:lnTo>
                  <a:pt x="1554348" y="2179658"/>
                </a:lnTo>
                <a:lnTo>
                  <a:pt x="1554767" y="2181568"/>
                </a:lnTo>
                <a:lnTo>
                  <a:pt x="1555198" y="2183478"/>
                </a:lnTo>
                <a:lnTo>
                  <a:pt x="1555616" y="2185378"/>
                </a:lnTo>
                <a:lnTo>
                  <a:pt x="1556048" y="2187267"/>
                </a:lnTo>
                <a:lnTo>
                  <a:pt x="1556454" y="2189153"/>
                </a:lnTo>
                <a:lnTo>
                  <a:pt x="1556885" y="2191023"/>
                </a:lnTo>
                <a:lnTo>
                  <a:pt x="1557303" y="2192893"/>
                </a:lnTo>
                <a:lnTo>
                  <a:pt x="1557735" y="2194754"/>
                </a:lnTo>
                <a:lnTo>
                  <a:pt x="1558153" y="2196609"/>
                </a:lnTo>
                <a:lnTo>
                  <a:pt x="1558572" y="2198449"/>
                </a:lnTo>
                <a:lnTo>
                  <a:pt x="1559003" y="2200280"/>
                </a:lnTo>
                <a:lnTo>
                  <a:pt x="1559422" y="2202115"/>
                </a:lnTo>
                <a:lnTo>
                  <a:pt x="1559840" y="2203931"/>
                </a:lnTo>
                <a:lnTo>
                  <a:pt x="1560272" y="2205742"/>
                </a:lnTo>
                <a:lnTo>
                  <a:pt x="1560690" y="2207547"/>
                </a:lnTo>
                <a:lnTo>
                  <a:pt x="1561121" y="2209344"/>
                </a:lnTo>
                <a:lnTo>
                  <a:pt x="1561540" y="2211130"/>
                </a:lnTo>
                <a:lnTo>
                  <a:pt x="1561959" y="2212911"/>
                </a:lnTo>
                <a:lnTo>
                  <a:pt x="1562390" y="2214681"/>
                </a:lnTo>
                <a:lnTo>
                  <a:pt x="1562808" y="2216447"/>
                </a:lnTo>
                <a:lnTo>
                  <a:pt x="1563227" y="2218194"/>
                </a:lnTo>
                <a:lnTo>
                  <a:pt x="1563658" y="2219945"/>
                </a:lnTo>
                <a:lnTo>
                  <a:pt x="1564077" y="2221676"/>
                </a:lnTo>
                <a:lnTo>
                  <a:pt x="1564495" y="2223413"/>
                </a:lnTo>
                <a:lnTo>
                  <a:pt x="1564927" y="2225130"/>
                </a:lnTo>
                <a:lnTo>
                  <a:pt x="1565345" y="2226851"/>
                </a:lnTo>
                <a:lnTo>
                  <a:pt x="1565777" y="2228553"/>
                </a:lnTo>
                <a:lnTo>
                  <a:pt x="1566195" y="2230249"/>
                </a:lnTo>
                <a:lnTo>
                  <a:pt x="1566614" y="2231936"/>
                </a:lnTo>
                <a:lnTo>
                  <a:pt x="1567032" y="2233617"/>
                </a:lnTo>
                <a:lnTo>
                  <a:pt x="1567464" y="2235289"/>
                </a:lnTo>
                <a:lnTo>
                  <a:pt x="1567882" y="2236956"/>
                </a:lnTo>
                <a:lnTo>
                  <a:pt x="1568313" y="2238613"/>
                </a:lnTo>
                <a:lnTo>
                  <a:pt x="1568732" y="2240255"/>
                </a:lnTo>
                <a:lnTo>
                  <a:pt x="1569151" y="2241898"/>
                </a:lnTo>
                <a:lnTo>
                  <a:pt x="1569582" y="2243524"/>
                </a:lnTo>
                <a:lnTo>
                  <a:pt x="1570000" y="2245152"/>
                </a:lnTo>
                <a:lnTo>
                  <a:pt x="1570419" y="2246764"/>
                </a:lnTo>
                <a:lnTo>
                  <a:pt x="1570850" y="2248371"/>
                </a:lnTo>
                <a:lnTo>
                  <a:pt x="1571269" y="2249963"/>
                </a:lnTo>
                <a:lnTo>
                  <a:pt x="1571700" y="2251557"/>
                </a:lnTo>
                <a:lnTo>
                  <a:pt x="1572106" y="2253133"/>
                </a:lnTo>
                <a:lnTo>
                  <a:pt x="1572537" y="2254711"/>
                </a:lnTo>
                <a:lnTo>
                  <a:pt x="1572956" y="2256269"/>
                </a:lnTo>
                <a:lnTo>
                  <a:pt x="1573387" y="2257827"/>
                </a:lnTo>
                <a:lnTo>
                  <a:pt x="1573806" y="2259369"/>
                </a:lnTo>
                <a:lnTo>
                  <a:pt x="1574224" y="2260913"/>
                </a:lnTo>
                <a:lnTo>
                  <a:pt x="1574656" y="2262440"/>
                </a:lnTo>
                <a:lnTo>
                  <a:pt x="1575074" y="2263958"/>
                </a:lnTo>
                <a:lnTo>
                  <a:pt x="1575493" y="2265472"/>
                </a:lnTo>
                <a:lnTo>
                  <a:pt x="1575924" y="2266980"/>
                </a:lnTo>
                <a:lnTo>
                  <a:pt x="1576343" y="2268469"/>
                </a:lnTo>
                <a:lnTo>
                  <a:pt x="1576774" y="2269956"/>
                </a:lnTo>
                <a:lnTo>
                  <a:pt x="1577192" y="2271430"/>
                </a:lnTo>
                <a:lnTo>
                  <a:pt x="1577611" y="2272903"/>
                </a:lnTo>
                <a:lnTo>
                  <a:pt x="1578030" y="2274366"/>
                </a:lnTo>
                <a:lnTo>
                  <a:pt x="1578461" y="2275816"/>
                </a:lnTo>
                <a:lnTo>
                  <a:pt x="1578879" y="2277259"/>
                </a:lnTo>
                <a:lnTo>
                  <a:pt x="1579311" y="2278697"/>
                </a:lnTo>
                <a:lnTo>
                  <a:pt x="1579729" y="2280116"/>
                </a:lnTo>
                <a:lnTo>
                  <a:pt x="1580148" y="2281535"/>
                </a:lnTo>
                <a:lnTo>
                  <a:pt x="1580566" y="2282944"/>
                </a:lnTo>
                <a:lnTo>
                  <a:pt x="1580998" y="2284348"/>
                </a:lnTo>
                <a:lnTo>
                  <a:pt x="1581416" y="2285737"/>
                </a:lnTo>
                <a:lnTo>
                  <a:pt x="1581848" y="2287121"/>
                </a:lnTo>
                <a:lnTo>
                  <a:pt x="1582266" y="2288496"/>
                </a:lnTo>
                <a:lnTo>
                  <a:pt x="1582685" y="2289855"/>
                </a:lnTo>
                <a:lnTo>
                  <a:pt x="1583116" y="2291215"/>
                </a:lnTo>
                <a:lnTo>
                  <a:pt x="1583535" y="2292559"/>
                </a:lnTo>
                <a:lnTo>
                  <a:pt x="1583953" y="2293903"/>
                </a:lnTo>
                <a:lnTo>
                  <a:pt x="1584384" y="2295233"/>
                </a:lnTo>
                <a:lnTo>
                  <a:pt x="1584803" y="2296556"/>
                </a:lnTo>
                <a:lnTo>
                  <a:pt x="1585234" y="2297861"/>
                </a:lnTo>
                <a:lnTo>
                  <a:pt x="1585640" y="2299167"/>
                </a:lnTo>
                <a:lnTo>
                  <a:pt x="1586071" y="2300467"/>
                </a:lnTo>
                <a:lnTo>
                  <a:pt x="1586490" y="2301751"/>
                </a:lnTo>
                <a:lnTo>
                  <a:pt x="1586921" y="2303026"/>
                </a:lnTo>
                <a:lnTo>
                  <a:pt x="1587340" y="2304297"/>
                </a:lnTo>
                <a:lnTo>
                  <a:pt x="1587758" y="2305557"/>
                </a:lnTo>
                <a:lnTo>
                  <a:pt x="1588190" y="2306807"/>
                </a:lnTo>
                <a:lnTo>
                  <a:pt x="1588608" y="2308046"/>
                </a:lnTo>
                <a:lnTo>
                  <a:pt x="1589027" y="2309281"/>
                </a:lnTo>
                <a:lnTo>
                  <a:pt x="1589458" y="2310502"/>
                </a:lnTo>
                <a:lnTo>
                  <a:pt x="1589877" y="2311717"/>
                </a:lnTo>
                <a:lnTo>
                  <a:pt x="1590308" y="2312928"/>
                </a:lnTo>
                <a:lnTo>
                  <a:pt x="1590714" y="2314118"/>
                </a:lnTo>
                <a:lnTo>
                  <a:pt x="1591145" y="2315310"/>
                </a:lnTo>
                <a:lnTo>
                  <a:pt x="1591564" y="2316485"/>
                </a:lnTo>
                <a:lnTo>
                  <a:pt x="1591995" y="2317656"/>
                </a:lnTo>
                <a:lnTo>
                  <a:pt x="1592413" y="2318817"/>
                </a:lnTo>
                <a:lnTo>
                  <a:pt x="1592832" y="2319967"/>
                </a:lnTo>
                <a:lnTo>
                  <a:pt x="1593263" y="2321113"/>
                </a:lnTo>
                <a:lnTo>
                  <a:pt x="1593682" y="2322245"/>
                </a:lnTo>
                <a:lnTo>
                  <a:pt x="1594101" y="2323375"/>
                </a:lnTo>
                <a:lnTo>
                  <a:pt x="1594532" y="2324492"/>
                </a:lnTo>
                <a:lnTo>
                  <a:pt x="1594950" y="2325598"/>
                </a:lnTo>
                <a:lnTo>
                  <a:pt x="1595382" y="2326699"/>
                </a:lnTo>
                <a:lnTo>
                  <a:pt x="1595800" y="2327781"/>
                </a:lnTo>
                <a:lnTo>
                  <a:pt x="1596219" y="2328862"/>
                </a:lnTo>
                <a:lnTo>
                  <a:pt x="1596637" y="2329939"/>
                </a:lnTo>
                <a:lnTo>
                  <a:pt x="1597069" y="2331001"/>
                </a:lnTo>
                <a:lnTo>
                  <a:pt x="1597487" y="2332052"/>
                </a:lnTo>
                <a:lnTo>
                  <a:pt x="1597918" y="2333094"/>
                </a:lnTo>
                <a:lnTo>
                  <a:pt x="1598337" y="2334131"/>
                </a:lnTo>
                <a:lnTo>
                  <a:pt x="1598756" y="2335153"/>
                </a:lnTo>
                <a:lnTo>
                  <a:pt x="1599174" y="2336170"/>
                </a:lnTo>
                <a:lnTo>
                  <a:pt x="1599605" y="2337177"/>
                </a:lnTo>
                <a:lnTo>
                  <a:pt x="1600037" y="2338174"/>
                </a:lnTo>
                <a:lnTo>
                  <a:pt x="1600455" y="2339167"/>
                </a:lnTo>
                <a:lnTo>
                  <a:pt x="1600874" y="2340143"/>
                </a:lnTo>
                <a:lnTo>
                  <a:pt x="1601292" y="2341111"/>
                </a:lnTo>
                <a:lnTo>
                  <a:pt x="1601724" y="2342074"/>
                </a:lnTo>
                <a:lnTo>
                  <a:pt x="1602142" y="2343031"/>
                </a:lnTo>
                <a:lnTo>
                  <a:pt x="1602574" y="2343968"/>
                </a:lnTo>
                <a:lnTo>
                  <a:pt x="1602992" y="2344911"/>
                </a:lnTo>
                <a:lnTo>
                  <a:pt x="1603411" y="2345834"/>
                </a:lnTo>
                <a:lnTo>
                  <a:pt x="1603842" y="2346752"/>
                </a:lnTo>
                <a:lnTo>
                  <a:pt x="1604261" y="2347655"/>
                </a:lnTo>
                <a:lnTo>
                  <a:pt x="1604679" y="2348552"/>
                </a:lnTo>
                <a:lnTo>
                  <a:pt x="1605110" y="2349440"/>
                </a:lnTo>
                <a:lnTo>
                  <a:pt x="1605529" y="2350319"/>
                </a:lnTo>
                <a:lnTo>
                  <a:pt x="1605960" y="2351187"/>
                </a:lnTo>
                <a:lnTo>
                  <a:pt x="1606366" y="2352045"/>
                </a:lnTo>
                <a:lnTo>
                  <a:pt x="1606797" y="2352899"/>
                </a:lnTo>
                <a:lnTo>
                  <a:pt x="1607216" y="2353742"/>
                </a:lnTo>
                <a:lnTo>
                  <a:pt x="1607647" y="2354575"/>
                </a:lnTo>
                <a:lnTo>
                  <a:pt x="1608066" y="2355399"/>
                </a:lnTo>
                <a:lnTo>
                  <a:pt x="1608484" y="2356207"/>
                </a:lnTo>
                <a:lnTo>
                  <a:pt x="1608916" y="2357016"/>
                </a:lnTo>
                <a:lnTo>
                  <a:pt x="1609334" y="2357809"/>
                </a:lnTo>
                <a:lnTo>
                  <a:pt x="1609753" y="2358598"/>
                </a:lnTo>
                <a:lnTo>
                  <a:pt x="1610184" y="2359372"/>
                </a:lnTo>
                <a:lnTo>
                  <a:pt x="1610603" y="2360142"/>
                </a:lnTo>
                <a:lnTo>
                  <a:pt x="1611034" y="2360901"/>
                </a:lnTo>
                <a:lnTo>
                  <a:pt x="1611453" y="2361645"/>
                </a:lnTo>
                <a:lnTo>
                  <a:pt x="1611871" y="2362388"/>
                </a:lnTo>
                <a:lnTo>
                  <a:pt x="1612290" y="2363123"/>
                </a:lnTo>
                <a:lnTo>
                  <a:pt x="1612721" y="2363837"/>
                </a:lnTo>
                <a:lnTo>
                  <a:pt x="1613140" y="2364551"/>
                </a:lnTo>
                <a:lnTo>
                  <a:pt x="1613571" y="2365251"/>
                </a:lnTo>
                <a:lnTo>
                  <a:pt x="1613989" y="2365945"/>
                </a:lnTo>
                <a:lnTo>
                  <a:pt x="1614408" y="2366625"/>
                </a:lnTo>
                <a:lnTo>
                  <a:pt x="1614827" y="2367301"/>
                </a:lnTo>
                <a:lnTo>
                  <a:pt x="1615258" y="2367964"/>
                </a:lnTo>
                <a:lnTo>
                  <a:pt x="1615676" y="2368619"/>
                </a:lnTo>
                <a:lnTo>
                  <a:pt x="1616108" y="2369269"/>
                </a:lnTo>
                <a:lnTo>
                  <a:pt x="1616526" y="2369905"/>
                </a:lnTo>
                <a:lnTo>
                  <a:pt x="1616945" y="2370529"/>
                </a:lnTo>
                <a:lnTo>
                  <a:pt x="1617376" y="2371150"/>
                </a:lnTo>
                <a:lnTo>
                  <a:pt x="1617795" y="2371760"/>
                </a:lnTo>
                <a:lnTo>
                  <a:pt x="1618213" y="2372355"/>
                </a:lnTo>
                <a:lnTo>
                  <a:pt x="1618645" y="2372945"/>
                </a:lnTo>
                <a:lnTo>
                  <a:pt x="1619063" y="2373526"/>
                </a:lnTo>
                <a:lnTo>
                  <a:pt x="1619494" y="2374096"/>
                </a:lnTo>
                <a:lnTo>
                  <a:pt x="1619900" y="2374662"/>
                </a:lnTo>
                <a:lnTo>
                  <a:pt x="1620332" y="2375212"/>
                </a:lnTo>
                <a:lnTo>
                  <a:pt x="1620750" y="2375754"/>
                </a:lnTo>
                <a:lnTo>
                  <a:pt x="1621181" y="2376289"/>
                </a:lnTo>
                <a:lnTo>
                  <a:pt x="1621600" y="2376811"/>
                </a:lnTo>
                <a:lnTo>
                  <a:pt x="1622019" y="2377331"/>
                </a:lnTo>
                <a:lnTo>
                  <a:pt x="1622450" y="2377832"/>
                </a:lnTo>
                <a:lnTo>
                  <a:pt x="1622868" y="2378323"/>
                </a:lnTo>
                <a:lnTo>
                  <a:pt x="1623287" y="2378810"/>
                </a:lnTo>
                <a:lnTo>
                  <a:pt x="1623718" y="2379285"/>
                </a:lnTo>
                <a:lnTo>
                  <a:pt x="1624137" y="2379757"/>
                </a:lnTo>
                <a:lnTo>
                  <a:pt x="1624568" y="2380208"/>
                </a:lnTo>
                <a:lnTo>
                  <a:pt x="1624974" y="2380660"/>
                </a:lnTo>
                <a:lnTo>
                  <a:pt x="1625405" y="2381096"/>
                </a:lnTo>
                <a:lnTo>
                  <a:pt x="1625824" y="2381533"/>
                </a:lnTo>
                <a:lnTo>
                  <a:pt x="1626255" y="2381949"/>
                </a:lnTo>
                <a:lnTo>
                  <a:pt x="1626674" y="2382356"/>
                </a:lnTo>
                <a:lnTo>
                  <a:pt x="1627092" y="2382763"/>
                </a:lnTo>
                <a:lnTo>
                  <a:pt x="1627524" y="2383151"/>
                </a:lnTo>
                <a:lnTo>
                  <a:pt x="1629642" y="2384961"/>
                </a:lnTo>
                <a:lnTo>
                  <a:pt x="1630060" y="2385298"/>
                </a:lnTo>
                <a:lnTo>
                  <a:pt x="1630479" y="2385616"/>
                </a:lnTo>
                <a:lnTo>
                  <a:pt x="1630898" y="2385938"/>
                </a:lnTo>
                <a:lnTo>
                  <a:pt x="1631329" y="2386246"/>
                </a:lnTo>
                <a:lnTo>
                  <a:pt x="1633866" y="2387873"/>
                </a:lnTo>
                <a:lnTo>
                  <a:pt x="1634284" y="2388116"/>
                </a:lnTo>
                <a:lnTo>
                  <a:pt x="1634715" y="2388344"/>
                </a:lnTo>
                <a:lnTo>
                  <a:pt x="1635134" y="2388557"/>
                </a:lnTo>
                <a:lnTo>
                  <a:pt x="1635553" y="2388771"/>
                </a:lnTo>
                <a:lnTo>
                  <a:pt x="1635984" y="2388969"/>
                </a:lnTo>
                <a:lnTo>
                  <a:pt x="1636402" y="2389163"/>
                </a:lnTo>
                <a:lnTo>
                  <a:pt x="1636821" y="2389346"/>
                </a:lnTo>
                <a:lnTo>
                  <a:pt x="1637252" y="2389515"/>
                </a:lnTo>
                <a:lnTo>
                  <a:pt x="1637671" y="2389684"/>
                </a:lnTo>
                <a:lnTo>
                  <a:pt x="1638102" y="2389833"/>
                </a:lnTo>
                <a:lnTo>
                  <a:pt x="1638521" y="2389971"/>
                </a:lnTo>
                <a:lnTo>
                  <a:pt x="1638939" y="2390110"/>
                </a:lnTo>
                <a:lnTo>
                  <a:pt x="1639358" y="2390230"/>
                </a:lnTo>
                <a:lnTo>
                  <a:pt x="1639789" y="2390348"/>
                </a:lnTo>
                <a:lnTo>
                  <a:pt x="1640220" y="2390452"/>
                </a:lnTo>
                <a:lnTo>
                  <a:pt x="1640626" y="2390551"/>
                </a:lnTo>
                <a:lnTo>
                  <a:pt x="1644444" y="2390979"/>
                </a:lnTo>
                <a:lnTo>
                  <a:pt x="1644863" y="2390979"/>
                </a:lnTo>
                <a:lnTo>
                  <a:pt x="1649937" y="2390230"/>
                </a:lnTo>
                <a:lnTo>
                  <a:pt x="1650368" y="2390110"/>
                </a:lnTo>
                <a:lnTo>
                  <a:pt x="1650786" y="2389971"/>
                </a:lnTo>
                <a:lnTo>
                  <a:pt x="1651205" y="2389833"/>
                </a:lnTo>
                <a:lnTo>
                  <a:pt x="1651624" y="2389684"/>
                </a:lnTo>
                <a:lnTo>
                  <a:pt x="1652055" y="2389515"/>
                </a:lnTo>
                <a:lnTo>
                  <a:pt x="1652473" y="2389346"/>
                </a:lnTo>
                <a:lnTo>
                  <a:pt x="1652905" y="2389163"/>
                </a:lnTo>
                <a:lnTo>
                  <a:pt x="1653323" y="2388969"/>
                </a:lnTo>
                <a:lnTo>
                  <a:pt x="1653755" y="2388771"/>
                </a:lnTo>
                <a:lnTo>
                  <a:pt x="1654160" y="2388557"/>
                </a:lnTo>
                <a:lnTo>
                  <a:pt x="1654592" y="2388344"/>
                </a:lnTo>
                <a:lnTo>
                  <a:pt x="1655010" y="2388116"/>
                </a:lnTo>
                <a:lnTo>
                  <a:pt x="1655442" y="2387873"/>
                </a:lnTo>
                <a:lnTo>
                  <a:pt x="1655860" y="2387625"/>
                </a:lnTo>
                <a:lnTo>
                  <a:pt x="1656279" y="2387367"/>
                </a:lnTo>
                <a:lnTo>
                  <a:pt x="1656697" y="2387099"/>
                </a:lnTo>
                <a:lnTo>
                  <a:pt x="1657129" y="2386826"/>
                </a:lnTo>
                <a:lnTo>
                  <a:pt x="1657547" y="2386533"/>
                </a:lnTo>
                <a:lnTo>
                  <a:pt x="1657978" y="2386246"/>
                </a:lnTo>
                <a:lnTo>
                  <a:pt x="1658397" y="2385938"/>
                </a:lnTo>
                <a:lnTo>
                  <a:pt x="1658816" y="2385616"/>
                </a:lnTo>
                <a:lnTo>
                  <a:pt x="1659234" y="2385298"/>
                </a:lnTo>
                <a:lnTo>
                  <a:pt x="1659665" y="2384961"/>
                </a:lnTo>
                <a:lnTo>
                  <a:pt x="1660084" y="2384618"/>
                </a:lnTo>
                <a:lnTo>
                  <a:pt x="1660515" y="2384266"/>
                </a:lnTo>
                <a:lnTo>
                  <a:pt x="1660934" y="2383900"/>
                </a:lnTo>
                <a:lnTo>
                  <a:pt x="1661352" y="2383532"/>
                </a:lnTo>
                <a:lnTo>
                  <a:pt x="1661771" y="2383151"/>
                </a:lnTo>
                <a:lnTo>
                  <a:pt x="1662202" y="2382763"/>
                </a:lnTo>
                <a:lnTo>
                  <a:pt x="1662621" y="2382356"/>
                </a:lnTo>
                <a:lnTo>
                  <a:pt x="1663052" y="2381949"/>
                </a:lnTo>
                <a:lnTo>
                  <a:pt x="1663471" y="2381533"/>
                </a:lnTo>
                <a:lnTo>
                  <a:pt x="1663889" y="2381096"/>
                </a:lnTo>
                <a:lnTo>
                  <a:pt x="1664321" y="2380660"/>
                </a:lnTo>
                <a:lnTo>
                  <a:pt x="1664739" y="2380208"/>
                </a:lnTo>
                <a:lnTo>
                  <a:pt x="1665158" y="2379757"/>
                </a:lnTo>
                <a:lnTo>
                  <a:pt x="1665589" y="2379285"/>
                </a:lnTo>
                <a:lnTo>
                  <a:pt x="1666008" y="2378810"/>
                </a:lnTo>
                <a:lnTo>
                  <a:pt x="1666439" y="2378323"/>
                </a:lnTo>
                <a:lnTo>
                  <a:pt x="1666845" y="2377832"/>
                </a:lnTo>
                <a:lnTo>
                  <a:pt x="1667276" y="2377331"/>
                </a:lnTo>
                <a:lnTo>
                  <a:pt x="1667695" y="2376811"/>
                </a:lnTo>
                <a:lnTo>
                  <a:pt x="1668126" y="2376289"/>
                </a:lnTo>
                <a:lnTo>
                  <a:pt x="1668544" y="2375754"/>
                </a:lnTo>
                <a:lnTo>
                  <a:pt x="1668963" y="2375212"/>
                </a:lnTo>
                <a:lnTo>
                  <a:pt x="1669394" y="2374662"/>
                </a:lnTo>
                <a:lnTo>
                  <a:pt x="1669813" y="2374096"/>
                </a:lnTo>
                <a:lnTo>
                  <a:pt x="1670231" y="2373526"/>
                </a:lnTo>
                <a:lnTo>
                  <a:pt x="1670663" y="2372945"/>
                </a:lnTo>
                <a:lnTo>
                  <a:pt x="1671081" y="2372355"/>
                </a:lnTo>
                <a:lnTo>
                  <a:pt x="1671512" y="2371760"/>
                </a:lnTo>
                <a:lnTo>
                  <a:pt x="1671931" y="2371150"/>
                </a:lnTo>
                <a:lnTo>
                  <a:pt x="1672350" y="2370529"/>
                </a:lnTo>
                <a:lnTo>
                  <a:pt x="1672768" y="2369905"/>
                </a:lnTo>
                <a:lnTo>
                  <a:pt x="1673200" y="2369269"/>
                </a:lnTo>
                <a:lnTo>
                  <a:pt x="1673618" y="2368619"/>
                </a:lnTo>
                <a:lnTo>
                  <a:pt x="1674049" y="2367964"/>
                </a:lnTo>
                <a:lnTo>
                  <a:pt x="1674468" y="2367301"/>
                </a:lnTo>
                <a:lnTo>
                  <a:pt x="1674887" y="2366625"/>
                </a:lnTo>
                <a:lnTo>
                  <a:pt x="1675305" y="2365945"/>
                </a:lnTo>
                <a:lnTo>
                  <a:pt x="1675736" y="2365251"/>
                </a:lnTo>
                <a:lnTo>
                  <a:pt x="1676168" y="2364551"/>
                </a:lnTo>
                <a:lnTo>
                  <a:pt x="1676586" y="2363837"/>
                </a:lnTo>
                <a:lnTo>
                  <a:pt x="1677005" y="2363123"/>
                </a:lnTo>
                <a:lnTo>
                  <a:pt x="1677423" y="2362388"/>
                </a:lnTo>
                <a:lnTo>
                  <a:pt x="1677855" y="2361645"/>
                </a:lnTo>
                <a:lnTo>
                  <a:pt x="1678273" y="2360901"/>
                </a:lnTo>
                <a:lnTo>
                  <a:pt x="1678704" y="2360142"/>
                </a:lnTo>
                <a:lnTo>
                  <a:pt x="1679123" y="2359372"/>
                </a:lnTo>
                <a:lnTo>
                  <a:pt x="1679542" y="2358598"/>
                </a:lnTo>
                <a:lnTo>
                  <a:pt x="1679973" y="2357809"/>
                </a:lnTo>
                <a:lnTo>
                  <a:pt x="1680391" y="2357016"/>
                </a:lnTo>
                <a:lnTo>
                  <a:pt x="1680810" y="2356207"/>
                </a:lnTo>
                <a:lnTo>
                  <a:pt x="1681241" y="2355399"/>
                </a:lnTo>
                <a:lnTo>
                  <a:pt x="1681660" y="2354575"/>
                </a:lnTo>
                <a:lnTo>
                  <a:pt x="1682091" y="2353742"/>
                </a:lnTo>
                <a:lnTo>
                  <a:pt x="1682497" y="2352899"/>
                </a:lnTo>
                <a:lnTo>
                  <a:pt x="1682928" y="2352045"/>
                </a:lnTo>
                <a:lnTo>
                  <a:pt x="1683347" y="2351187"/>
                </a:lnTo>
                <a:lnTo>
                  <a:pt x="1683778" y="2350319"/>
                </a:lnTo>
                <a:lnTo>
                  <a:pt x="1684197" y="2349440"/>
                </a:lnTo>
                <a:lnTo>
                  <a:pt x="1684615" y="2348552"/>
                </a:lnTo>
                <a:lnTo>
                  <a:pt x="1685047" y="2347655"/>
                </a:lnTo>
                <a:lnTo>
                  <a:pt x="1685465" y="2346752"/>
                </a:lnTo>
                <a:lnTo>
                  <a:pt x="1685884" y="2345834"/>
                </a:lnTo>
                <a:lnTo>
                  <a:pt x="1686315" y="2344911"/>
                </a:lnTo>
                <a:lnTo>
                  <a:pt x="1686734" y="2343968"/>
                </a:lnTo>
                <a:lnTo>
                  <a:pt x="1687165" y="2343031"/>
                </a:lnTo>
                <a:lnTo>
                  <a:pt x="1687583" y="2342074"/>
                </a:lnTo>
                <a:lnTo>
                  <a:pt x="1688002" y="2341111"/>
                </a:lnTo>
                <a:lnTo>
                  <a:pt x="1688421" y="2340143"/>
                </a:lnTo>
                <a:lnTo>
                  <a:pt x="1688852" y="2339167"/>
                </a:lnTo>
                <a:lnTo>
                  <a:pt x="1689270" y="2338174"/>
                </a:lnTo>
                <a:lnTo>
                  <a:pt x="1689702" y="2337177"/>
                </a:lnTo>
                <a:lnTo>
                  <a:pt x="1690120" y="2336170"/>
                </a:lnTo>
                <a:lnTo>
                  <a:pt x="1690539" y="2335153"/>
                </a:lnTo>
                <a:lnTo>
                  <a:pt x="1690957" y="2334131"/>
                </a:lnTo>
                <a:lnTo>
                  <a:pt x="1691389" y="2333094"/>
                </a:lnTo>
                <a:lnTo>
                  <a:pt x="1691807" y="2332052"/>
                </a:lnTo>
                <a:lnTo>
                  <a:pt x="1692239" y="2331001"/>
                </a:lnTo>
                <a:lnTo>
                  <a:pt x="1692657" y="2329939"/>
                </a:lnTo>
                <a:lnTo>
                  <a:pt x="1693076" y="2328862"/>
                </a:lnTo>
                <a:lnTo>
                  <a:pt x="1693494" y="2327781"/>
                </a:lnTo>
                <a:lnTo>
                  <a:pt x="1693926" y="2326699"/>
                </a:lnTo>
                <a:lnTo>
                  <a:pt x="1694344" y="2325598"/>
                </a:lnTo>
                <a:lnTo>
                  <a:pt x="1694775" y="2324492"/>
                </a:lnTo>
                <a:lnTo>
                  <a:pt x="1695194" y="2323375"/>
                </a:lnTo>
                <a:lnTo>
                  <a:pt x="1695625" y="2322245"/>
                </a:lnTo>
                <a:lnTo>
                  <a:pt x="1696031" y="2321113"/>
                </a:lnTo>
                <a:lnTo>
                  <a:pt x="1696462" y="2319967"/>
                </a:lnTo>
                <a:lnTo>
                  <a:pt x="1696881" y="2318817"/>
                </a:lnTo>
                <a:lnTo>
                  <a:pt x="1697312" y="2317656"/>
                </a:lnTo>
                <a:lnTo>
                  <a:pt x="1697731" y="2316485"/>
                </a:lnTo>
                <a:lnTo>
                  <a:pt x="1698149" y="2315310"/>
                </a:lnTo>
                <a:lnTo>
                  <a:pt x="1698581" y="2314118"/>
                </a:lnTo>
                <a:lnTo>
                  <a:pt x="1698999" y="2312928"/>
                </a:lnTo>
                <a:lnTo>
                  <a:pt x="1699418" y="2311717"/>
                </a:lnTo>
                <a:lnTo>
                  <a:pt x="1699849" y="2310502"/>
                </a:lnTo>
                <a:lnTo>
                  <a:pt x="1700268" y="2309281"/>
                </a:lnTo>
                <a:lnTo>
                  <a:pt x="1700699" y="2308046"/>
                </a:lnTo>
                <a:lnTo>
                  <a:pt x="1701105" y="2306807"/>
                </a:lnTo>
                <a:lnTo>
                  <a:pt x="1701536" y="2305557"/>
                </a:lnTo>
                <a:lnTo>
                  <a:pt x="1701955" y="2304297"/>
                </a:lnTo>
                <a:lnTo>
                  <a:pt x="1702386" y="2303026"/>
                </a:lnTo>
                <a:lnTo>
                  <a:pt x="1702805" y="2301751"/>
                </a:lnTo>
                <a:lnTo>
                  <a:pt x="1703223" y="2300467"/>
                </a:lnTo>
                <a:lnTo>
                  <a:pt x="1703654" y="2299167"/>
                </a:lnTo>
                <a:lnTo>
                  <a:pt x="1704073" y="2297861"/>
                </a:lnTo>
                <a:lnTo>
                  <a:pt x="1704492" y="2296556"/>
                </a:lnTo>
                <a:lnTo>
                  <a:pt x="1704923" y="2295233"/>
                </a:lnTo>
                <a:lnTo>
                  <a:pt x="1705341" y="2293903"/>
                </a:lnTo>
                <a:lnTo>
                  <a:pt x="1705773" y="2292559"/>
                </a:lnTo>
                <a:lnTo>
                  <a:pt x="1706191" y="2291215"/>
                </a:lnTo>
                <a:lnTo>
                  <a:pt x="1706610" y="2289855"/>
                </a:lnTo>
                <a:lnTo>
                  <a:pt x="1707028" y="2288496"/>
                </a:lnTo>
                <a:lnTo>
                  <a:pt x="1707460" y="2287121"/>
                </a:lnTo>
                <a:lnTo>
                  <a:pt x="1707878" y="2285737"/>
                </a:lnTo>
                <a:lnTo>
                  <a:pt x="1708310" y="2284348"/>
                </a:lnTo>
                <a:lnTo>
                  <a:pt x="1708728" y="2282944"/>
                </a:lnTo>
                <a:lnTo>
                  <a:pt x="1709147" y="2281535"/>
                </a:lnTo>
                <a:lnTo>
                  <a:pt x="1709565" y="2280116"/>
                </a:lnTo>
                <a:lnTo>
                  <a:pt x="1709997" y="2278697"/>
                </a:lnTo>
                <a:lnTo>
                  <a:pt x="1710415" y="2277259"/>
                </a:lnTo>
                <a:lnTo>
                  <a:pt x="1710846" y="2275816"/>
                </a:lnTo>
                <a:lnTo>
                  <a:pt x="1711265" y="2274366"/>
                </a:lnTo>
                <a:lnTo>
                  <a:pt x="1711684" y="2272903"/>
                </a:lnTo>
                <a:lnTo>
                  <a:pt x="1712115" y="2271430"/>
                </a:lnTo>
                <a:lnTo>
                  <a:pt x="1712533" y="2269956"/>
                </a:lnTo>
                <a:lnTo>
                  <a:pt x="1712952" y="2268469"/>
                </a:lnTo>
                <a:lnTo>
                  <a:pt x="1713383" y="2266980"/>
                </a:lnTo>
                <a:lnTo>
                  <a:pt x="1713802" y="2265472"/>
                </a:lnTo>
                <a:lnTo>
                  <a:pt x="1714233" y="2263958"/>
                </a:lnTo>
                <a:lnTo>
                  <a:pt x="1714652" y="2262440"/>
                </a:lnTo>
                <a:lnTo>
                  <a:pt x="1715070" y="2260913"/>
                </a:lnTo>
                <a:lnTo>
                  <a:pt x="1715501" y="2259369"/>
                </a:lnTo>
                <a:lnTo>
                  <a:pt x="1715920" y="2257827"/>
                </a:lnTo>
                <a:lnTo>
                  <a:pt x="1716351" y="2256269"/>
                </a:lnTo>
                <a:lnTo>
                  <a:pt x="1716757" y="2254711"/>
                </a:lnTo>
                <a:lnTo>
                  <a:pt x="1717188" y="2253133"/>
                </a:lnTo>
                <a:lnTo>
                  <a:pt x="1717607" y="2251557"/>
                </a:lnTo>
                <a:lnTo>
                  <a:pt x="1718038" y="2249963"/>
                </a:lnTo>
                <a:lnTo>
                  <a:pt x="1718457" y="2248371"/>
                </a:lnTo>
                <a:lnTo>
                  <a:pt x="1718875" y="2246764"/>
                </a:lnTo>
                <a:lnTo>
                  <a:pt x="1719307" y="2245152"/>
                </a:lnTo>
                <a:lnTo>
                  <a:pt x="1719725" y="2243524"/>
                </a:lnTo>
                <a:lnTo>
                  <a:pt x="1720144" y="2241898"/>
                </a:lnTo>
                <a:lnTo>
                  <a:pt x="1720575" y="2240255"/>
                </a:lnTo>
                <a:lnTo>
                  <a:pt x="1720994" y="2238613"/>
                </a:lnTo>
                <a:lnTo>
                  <a:pt x="1721425" y="2236956"/>
                </a:lnTo>
                <a:lnTo>
                  <a:pt x="1721844" y="2235289"/>
                </a:lnTo>
                <a:lnTo>
                  <a:pt x="1722262" y="2233617"/>
                </a:lnTo>
                <a:lnTo>
                  <a:pt x="1722681" y="2231936"/>
                </a:lnTo>
                <a:lnTo>
                  <a:pt x="1723112" y="2230249"/>
                </a:lnTo>
                <a:lnTo>
                  <a:pt x="1723531" y="2228553"/>
                </a:lnTo>
                <a:lnTo>
                  <a:pt x="1723962" y="2226851"/>
                </a:lnTo>
                <a:lnTo>
                  <a:pt x="1724380" y="2225130"/>
                </a:lnTo>
                <a:lnTo>
                  <a:pt x="1724799" y="2223413"/>
                </a:lnTo>
                <a:lnTo>
                  <a:pt x="1725218" y="2221676"/>
                </a:lnTo>
                <a:lnTo>
                  <a:pt x="1725649" y="2219945"/>
                </a:lnTo>
                <a:lnTo>
                  <a:pt x="1726067" y="2218194"/>
                </a:lnTo>
                <a:lnTo>
                  <a:pt x="1726499" y="2216447"/>
                </a:lnTo>
                <a:lnTo>
                  <a:pt x="1726917" y="2214681"/>
                </a:lnTo>
                <a:lnTo>
                  <a:pt x="1727336" y="2212911"/>
                </a:lnTo>
                <a:lnTo>
                  <a:pt x="1727767" y="2211130"/>
                </a:lnTo>
                <a:lnTo>
                  <a:pt x="1728186" y="2209344"/>
                </a:lnTo>
                <a:lnTo>
                  <a:pt x="1728604" y="2207547"/>
                </a:lnTo>
                <a:lnTo>
                  <a:pt x="1729036" y="2205742"/>
                </a:lnTo>
                <a:lnTo>
                  <a:pt x="1729454" y="2203931"/>
                </a:lnTo>
                <a:lnTo>
                  <a:pt x="1729885" y="2202115"/>
                </a:lnTo>
                <a:lnTo>
                  <a:pt x="1730291" y="2200280"/>
                </a:lnTo>
                <a:lnTo>
                  <a:pt x="1730723" y="2198449"/>
                </a:lnTo>
                <a:lnTo>
                  <a:pt x="1731141" y="2196609"/>
                </a:lnTo>
                <a:lnTo>
                  <a:pt x="1731572" y="2194754"/>
                </a:lnTo>
                <a:lnTo>
                  <a:pt x="1731991" y="2192893"/>
                </a:lnTo>
                <a:lnTo>
                  <a:pt x="1732410" y="2191023"/>
                </a:lnTo>
                <a:lnTo>
                  <a:pt x="1732841" y="2189153"/>
                </a:lnTo>
                <a:lnTo>
                  <a:pt x="1733259" y="2187267"/>
                </a:lnTo>
                <a:lnTo>
                  <a:pt x="1733678" y="2185378"/>
                </a:lnTo>
                <a:lnTo>
                  <a:pt x="1734109" y="2183478"/>
                </a:lnTo>
                <a:lnTo>
                  <a:pt x="1734528" y="2181568"/>
                </a:lnTo>
                <a:lnTo>
                  <a:pt x="1734959" y="2179658"/>
                </a:lnTo>
                <a:lnTo>
                  <a:pt x="1735365" y="2177733"/>
                </a:lnTo>
                <a:lnTo>
                  <a:pt x="1735796" y="2175798"/>
                </a:lnTo>
                <a:lnTo>
                  <a:pt x="1736215" y="2173858"/>
                </a:lnTo>
                <a:lnTo>
                  <a:pt x="1736646" y="2171913"/>
                </a:lnTo>
                <a:lnTo>
                  <a:pt x="1737065" y="2169964"/>
                </a:lnTo>
                <a:lnTo>
                  <a:pt x="1737483" y="2167999"/>
                </a:lnTo>
                <a:lnTo>
                  <a:pt x="1737915" y="2166029"/>
                </a:lnTo>
                <a:lnTo>
                  <a:pt x="1738333" y="2164051"/>
                </a:lnTo>
                <a:lnTo>
                  <a:pt x="1738752" y="2162066"/>
                </a:lnTo>
                <a:lnTo>
                  <a:pt x="1739183" y="2160072"/>
                </a:lnTo>
                <a:lnTo>
                  <a:pt x="1739602" y="2158068"/>
                </a:lnTo>
                <a:lnTo>
                  <a:pt x="1740033" y="2156058"/>
                </a:lnTo>
                <a:lnTo>
                  <a:pt x="1740451" y="2154045"/>
                </a:lnTo>
                <a:lnTo>
                  <a:pt x="1740870" y="2152020"/>
                </a:lnTo>
                <a:lnTo>
                  <a:pt x="1741289" y="2149986"/>
                </a:lnTo>
                <a:lnTo>
                  <a:pt x="1741720" y="2147947"/>
                </a:lnTo>
                <a:lnTo>
                  <a:pt x="1742138" y="2145908"/>
                </a:lnTo>
                <a:lnTo>
                  <a:pt x="1742570" y="2143854"/>
                </a:lnTo>
                <a:lnTo>
                  <a:pt x="1742988" y="2141791"/>
                </a:lnTo>
                <a:lnTo>
                  <a:pt x="1743407" y="2139722"/>
                </a:lnTo>
                <a:lnTo>
                  <a:pt x="1743825" y="2137643"/>
                </a:lnTo>
                <a:lnTo>
                  <a:pt x="1744257" y="2135560"/>
                </a:lnTo>
                <a:lnTo>
                  <a:pt x="1744675" y="2133466"/>
                </a:lnTo>
                <a:lnTo>
                  <a:pt x="1745107" y="2131362"/>
                </a:lnTo>
                <a:lnTo>
                  <a:pt x="1745525" y="2129254"/>
                </a:lnTo>
                <a:lnTo>
                  <a:pt x="1745944" y="2127141"/>
                </a:lnTo>
                <a:lnTo>
                  <a:pt x="1746375" y="2125022"/>
                </a:lnTo>
                <a:lnTo>
                  <a:pt x="1746794" y="2122895"/>
                </a:lnTo>
                <a:lnTo>
                  <a:pt x="1747212" y="2120751"/>
                </a:lnTo>
                <a:lnTo>
                  <a:pt x="1747643" y="2118608"/>
                </a:lnTo>
                <a:lnTo>
                  <a:pt x="1748062" y="2116459"/>
                </a:lnTo>
                <a:lnTo>
                  <a:pt x="1748493" y="2114297"/>
                </a:lnTo>
                <a:lnTo>
                  <a:pt x="1748899" y="2112129"/>
                </a:lnTo>
                <a:lnTo>
                  <a:pt x="1749330" y="2109962"/>
                </a:lnTo>
                <a:lnTo>
                  <a:pt x="1749749" y="2107773"/>
                </a:lnTo>
                <a:lnTo>
                  <a:pt x="1750180" y="2105590"/>
                </a:lnTo>
                <a:lnTo>
                  <a:pt x="1750599" y="2103398"/>
                </a:lnTo>
                <a:lnTo>
                  <a:pt x="1751017" y="2101190"/>
                </a:lnTo>
                <a:lnTo>
                  <a:pt x="1751449" y="2098983"/>
                </a:lnTo>
                <a:lnTo>
                  <a:pt x="1751867" y="2096765"/>
                </a:lnTo>
                <a:lnTo>
                  <a:pt x="1752298" y="2094538"/>
                </a:lnTo>
                <a:lnTo>
                  <a:pt x="1752717" y="2092305"/>
                </a:lnTo>
                <a:lnTo>
                  <a:pt x="1753136" y="2090068"/>
                </a:lnTo>
                <a:lnTo>
                  <a:pt x="1753567" y="2087821"/>
                </a:lnTo>
                <a:lnTo>
                  <a:pt x="1753986" y="2085568"/>
                </a:lnTo>
                <a:lnTo>
                  <a:pt x="1754404" y="2083306"/>
                </a:lnTo>
                <a:lnTo>
                  <a:pt x="1754835" y="2081039"/>
                </a:lnTo>
                <a:lnTo>
                  <a:pt x="1755254" y="2078771"/>
                </a:lnTo>
                <a:lnTo>
                  <a:pt x="1755685" y="2076485"/>
                </a:lnTo>
                <a:lnTo>
                  <a:pt x="1756104" y="2074192"/>
                </a:lnTo>
                <a:lnTo>
                  <a:pt x="1756522" y="2071901"/>
                </a:lnTo>
                <a:lnTo>
                  <a:pt x="1756941" y="2069594"/>
                </a:lnTo>
                <a:lnTo>
                  <a:pt x="1757372" y="2067288"/>
                </a:lnTo>
                <a:lnTo>
                  <a:pt x="1757791" y="2064976"/>
                </a:lnTo>
                <a:lnTo>
                  <a:pt x="1758222" y="2062654"/>
                </a:lnTo>
                <a:lnTo>
                  <a:pt x="1758641" y="2060312"/>
                </a:lnTo>
                <a:lnTo>
                  <a:pt x="1759059" y="2057976"/>
                </a:lnTo>
                <a:lnTo>
                  <a:pt x="1759478" y="2055639"/>
                </a:lnTo>
                <a:lnTo>
                  <a:pt x="1759909" y="2053288"/>
                </a:lnTo>
                <a:lnTo>
                  <a:pt x="1760328" y="2050926"/>
                </a:lnTo>
                <a:lnTo>
                  <a:pt x="1760759" y="2048565"/>
                </a:lnTo>
                <a:lnTo>
                  <a:pt x="1761177" y="2046188"/>
                </a:lnTo>
                <a:lnTo>
                  <a:pt x="1761596" y="2043812"/>
                </a:lnTo>
                <a:lnTo>
                  <a:pt x="1762027" y="2041421"/>
                </a:lnTo>
                <a:lnTo>
                  <a:pt x="1762446" y="2039029"/>
                </a:lnTo>
                <a:lnTo>
                  <a:pt x="1762864" y="2036634"/>
                </a:lnTo>
                <a:lnTo>
                  <a:pt x="1763296" y="2034228"/>
                </a:lnTo>
                <a:lnTo>
                  <a:pt x="1763714" y="2031821"/>
                </a:lnTo>
                <a:lnTo>
                  <a:pt x="1764146" y="2029401"/>
                </a:lnTo>
                <a:lnTo>
                  <a:pt x="1764551" y="2026970"/>
                </a:lnTo>
                <a:lnTo>
                  <a:pt x="1764983" y="2024539"/>
                </a:lnTo>
                <a:lnTo>
                  <a:pt x="1765401" y="2022104"/>
                </a:lnTo>
                <a:lnTo>
                  <a:pt x="1765833" y="2019657"/>
                </a:lnTo>
                <a:lnTo>
                  <a:pt x="1766251" y="2017207"/>
                </a:lnTo>
                <a:lnTo>
                  <a:pt x="1766670" y="2014746"/>
                </a:lnTo>
                <a:lnTo>
                  <a:pt x="1767101" y="2012281"/>
                </a:lnTo>
                <a:lnTo>
                  <a:pt x="1767520" y="2009805"/>
                </a:lnTo>
                <a:lnTo>
                  <a:pt x="1767938" y="2007329"/>
                </a:lnTo>
                <a:lnTo>
                  <a:pt x="1768369" y="2004848"/>
                </a:lnTo>
                <a:lnTo>
                  <a:pt x="1768788" y="2002359"/>
                </a:lnTo>
                <a:lnTo>
                  <a:pt x="1769219" y="1999859"/>
                </a:lnTo>
                <a:lnTo>
                  <a:pt x="1769625" y="1997352"/>
                </a:lnTo>
                <a:lnTo>
                  <a:pt x="1770056" y="1994842"/>
                </a:lnTo>
                <a:lnTo>
                  <a:pt x="1770475" y="1992327"/>
                </a:lnTo>
                <a:lnTo>
                  <a:pt x="1770906" y="1989798"/>
                </a:lnTo>
                <a:lnTo>
                  <a:pt x="1771325" y="1987273"/>
                </a:lnTo>
                <a:lnTo>
                  <a:pt x="1771743" y="1984732"/>
                </a:lnTo>
                <a:lnTo>
                  <a:pt x="1772162" y="1982193"/>
                </a:lnTo>
                <a:lnTo>
                  <a:pt x="1772593" y="1979647"/>
                </a:lnTo>
                <a:lnTo>
                  <a:pt x="1773012" y="1977087"/>
                </a:lnTo>
                <a:lnTo>
                  <a:pt x="1773443" y="1974528"/>
                </a:lnTo>
                <a:lnTo>
                  <a:pt x="1773862" y="1971963"/>
                </a:lnTo>
                <a:lnTo>
                  <a:pt x="1774293" y="1969388"/>
                </a:lnTo>
                <a:lnTo>
                  <a:pt x="1774712" y="1966808"/>
                </a:lnTo>
                <a:lnTo>
                  <a:pt x="1775130" y="1964224"/>
                </a:lnTo>
                <a:lnTo>
                  <a:pt x="1775549" y="1961634"/>
                </a:lnTo>
                <a:lnTo>
                  <a:pt x="1775980" y="1959030"/>
                </a:lnTo>
                <a:lnTo>
                  <a:pt x="1776399" y="1956431"/>
                </a:lnTo>
                <a:lnTo>
                  <a:pt x="1776830" y="1953821"/>
                </a:lnTo>
                <a:lnTo>
                  <a:pt x="1777236" y="1951202"/>
                </a:lnTo>
                <a:lnTo>
                  <a:pt x="1777667" y="1948582"/>
                </a:lnTo>
                <a:lnTo>
                  <a:pt x="1778086" y="1945953"/>
                </a:lnTo>
                <a:lnTo>
                  <a:pt x="1778517" y="1943318"/>
                </a:lnTo>
                <a:lnTo>
                  <a:pt x="1778935" y="1940674"/>
                </a:lnTo>
                <a:lnTo>
                  <a:pt x="1779354" y="1938030"/>
                </a:lnTo>
                <a:lnTo>
                  <a:pt x="1779785" y="1935381"/>
                </a:lnTo>
                <a:lnTo>
                  <a:pt x="1780204" y="1932722"/>
                </a:lnTo>
                <a:lnTo>
                  <a:pt x="1780622" y="1930053"/>
                </a:lnTo>
                <a:lnTo>
                  <a:pt x="1781054" y="1927389"/>
                </a:lnTo>
                <a:lnTo>
                  <a:pt x="1781472" y="1924710"/>
                </a:lnTo>
                <a:lnTo>
                  <a:pt x="1781904" y="1922026"/>
                </a:lnTo>
                <a:lnTo>
                  <a:pt x="1782322" y="1919337"/>
                </a:lnTo>
                <a:lnTo>
                  <a:pt x="1782741" y="1916648"/>
                </a:lnTo>
                <a:lnTo>
                  <a:pt x="1783159" y="1913945"/>
                </a:lnTo>
                <a:lnTo>
                  <a:pt x="1783591" y="1911241"/>
                </a:lnTo>
                <a:lnTo>
                  <a:pt x="1784009" y="1908537"/>
                </a:lnTo>
                <a:lnTo>
                  <a:pt x="1784440" y="1905818"/>
                </a:lnTo>
                <a:lnTo>
                  <a:pt x="1784859" y="1903096"/>
                </a:lnTo>
                <a:lnTo>
                  <a:pt x="1785278" y="1900372"/>
                </a:lnTo>
                <a:lnTo>
                  <a:pt x="1785696" y="1897633"/>
                </a:lnTo>
                <a:lnTo>
                  <a:pt x="1786127" y="1894895"/>
                </a:lnTo>
                <a:lnTo>
                  <a:pt x="1786546" y="1892151"/>
                </a:lnTo>
                <a:lnTo>
                  <a:pt x="1786977" y="1889403"/>
                </a:lnTo>
                <a:lnTo>
                  <a:pt x="1787396" y="1886645"/>
                </a:lnTo>
                <a:lnTo>
                  <a:pt x="1787814" y="1883886"/>
                </a:lnTo>
                <a:lnTo>
                  <a:pt x="1788246" y="1881118"/>
                </a:lnTo>
                <a:lnTo>
                  <a:pt x="1788664" y="1878344"/>
                </a:lnTo>
                <a:lnTo>
                  <a:pt x="1789083" y="1875567"/>
                </a:lnTo>
                <a:lnTo>
                  <a:pt x="1789514" y="1872784"/>
                </a:lnTo>
                <a:lnTo>
                  <a:pt x="1789933" y="1869995"/>
                </a:lnTo>
                <a:lnTo>
                  <a:pt x="1790364" y="1867203"/>
                </a:lnTo>
                <a:lnTo>
                  <a:pt x="1790770" y="1864404"/>
                </a:lnTo>
                <a:lnTo>
                  <a:pt x="1791201" y="1861602"/>
                </a:lnTo>
                <a:lnTo>
                  <a:pt x="1791632" y="1858794"/>
                </a:lnTo>
                <a:lnTo>
                  <a:pt x="1792051" y="1855971"/>
                </a:lnTo>
                <a:lnTo>
                  <a:pt x="1792482" y="1853153"/>
                </a:lnTo>
                <a:lnTo>
                  <a:pt x="1792888" y="1850325"/>
                </a:lnTo>
                <a:lnTo>
                  <a:pt x="1793319" y="1847493"/>
                </a:lnTo>
                <a:lnTo>
                  <a:pt x="1793738" y="1844660"/>
                </a:lnTo>
                <a:lnTo>
                  <a:pt x="1794169" y="1841817"/>
                </a:lnTo>
                <a:lnTo>
                  <a:pt x="1794588" y="1838975"/>
                </a:lnTo>
                <a:lnTo>
                  <a:pt x="1795006" y="1836118"/>
                </a:lnTo>
                <a:lnTo>
                  <a:pt x="1795438" y="1833259"/>
                </a:lnTo>
                <a:lnTo>
                  <a:pt x="1795856" y="1830407"/>
                </a:lnTo>
                <a:lnTo>
                  <a:pt x="1796275" y="1827535"/>
                </a:lnTo>
                <a:lnTo>
                  <a:pt x="1796706" y="1824667"/>
                </a:lnTo>
                <a:lnTo>
                  <a:pt x="1797125" y="1821790"/>
                </a:lnTo>
                <a:lnTo>
                  <a:pt x="1797556" y="1818908"/>
                </a:lnTo>
                <a:lnTo>
                  <a:pt x="1797962" y="1816021"/>
                </a:lnTo>
                <a:lnTo>
                  <a:pt x="1798393" y="1813129"/>
                </a:lnTo>
                <a:lnTo>
                  <a:pt x="1798812" y="1810231"/>
                </a:lnTo>
                <a:lnTo>
                  <a:pt x="1799243" y="1807329"/>
                </a:lnTo>
                <a:lnTo>
                  <a:pt x="1799661" y="1804426"/>
                </a:lnTo>
                <a:lnTo>
                  <a:pt x="1800080" y="1801504"/>
                </a:lnTo>
                <a:lnTo>
                  <a:pt x="1800511" y="1798598"/>
                </a:lnTo>
                <a:lnTo>
                  <a:pt x="1800930" y="1795670"/>
                </a:lnTo>
                <a:lnTo>
                  <a:pt x="1801349" y="1792745"/>
                </a:lnTo>
                <a:lnTo>
                  <a:pt x="1801780" y="1789812"/>
                </a:lnTo>
                <a:lnTo>
                  <a:pt x="1802198" y="1786880"/>
                </a:lnTo>
                <a:lnTo>
                  <a:pt x="1802630" y="1783939"/>
                </a:lnTo>
                <a:lnTo>
                  <a:pt x="1803048" y="1780996"/>
                </a:lnTo>
                <a:lnTo>
                  <a:pt x="1803467" y="1778050"/>
                </a:lnTo>
                <a:lnTo>
                  <a:pt x="1803885" y="1775093"/>
                </a:lnTo>
                <a:lnTo>
                  <a:pt x="1804317" y="1772136"/>
                </a:lnTo>
                <a:lnTo>
                  <a:pt x="1804735" y="1769170"/>
                </a:lnTo>
                <a:lnTo>
                  <a:pt x="1805166" y="1766198"/>
                </a:lnTo>
                <a:lnTo>
                  <a:pt x="1805585" y="1763226"/>
                </a:lnTo>
                <a:lnTo>
                  <a:pt x="1806004" y="1760249"/>
                </a:lnTo>
                <a:lnTo>
                  <a:pt x="1806422" y="1757269"/>
                </a:lnTo>
                <a:lnTo>
                  <a:pt x="1806853" y="1754282"/>
                </a:lnTo>
                <a:lnTo>
                  <a:pt x="1807272" y="1751290"/>
                </a:lnTo>
                <a:lnTo>
                  <a:pt x="1807703" y="1748294"/>
                </a:lnTo>
                <a:lnTo>
                  <a:pt x="1808122" y="1745302"/>
                </a:lnTo>
                <a:lnTo>
                  <a:pt x="1808540" y="1742291"/>
                </a:lnTo>
                <a:lnTo>
                  <a:pt x="1808972" y="1739280"/>
                </a:lnTo>
                <a:lnTo>
                  <a:pt x="1809390" y="1736269"/>
                </a:lnTo>
                <a:lnTo>
                  <a:pt x="1809809" y="1733253"/>
                </a:lnTo>
                <a:lnTo>
                  <a:pt x="1810240" y="1730236"/>
                </a:lnTo>
                <a:lnTo>
                  <a:pt x="1810659" y="1727210"/>
                </a:lnTo>
                <a:lnTo>
                  <a:pt x="1811090" y="1724179"/>
                </a:lnTo>
                <a:lnTo>
                  <a:pt x="1811496" y="1721147"/>
                </a:lnTo>
                <a:lnTo>
                  <a:pt x="1811927" y="1718107"/>
                </a:lnTo>
                <a:lnTo>
                  <a:pt x="1812346" y="1715065"/>
                </a:lnTo>
                <a:lnTo>
                  <a:pt x="1812777" y="1712020"/>
                </a:lnTo>
                <a:lnTo>
                  <a:pt x="1813196" y="1708968"/>
                </a:lnTo>
                <a:lnTo>
                  <a:pt x="1813614" y="1705912"/>
                </a:lnTo>
                <a:lnTo>
                  <a:pt x="1814045" y="1702852"/>
                </a:lnTo>
                <a:lnTo>
                  <a:pt x="1814464" y="1699786"/>
                </a:lnTo>
                <a:lnTo>
                  <a:pt x="1814883" y="1696725"/>
                </a:lnTo>
                <a:lnTo>
                  <a:pt x="1815314" y="1693655"/>
                </a:lnTo>
                <a:lnTo>
                  <a:pt x="1815732" y="1690573"/>
                </a:lnTo>
                <a:lnTo>
                  <a:pt x="1816164" y="1687498"/>
                </a:lnTo>
                <a:lnTo>
                  <a:pt x="1816582" y="1684411"/>
                </a:lnTo>
                <a:lnTo>
                  <a:pt x="1817001" y="1681327"/>
                </a:lnTo>
                <a:lnTo>
                  <a:pt x="1817419" y="1678235"/>
                </a:lnTo>
                <a:lnTo>
                  <a:pt x="1817851" y="1675145"/>
                </a:lnTo>
                <a:lnTo>
                  <a:pt x="1818269" y="1672044"/>
                </a:lnTo>
                <a:lnTo>
                  <a:pt x="1818701" y="1668944"/>
                </a:lnTo>
                <a:lnTo>
                  <a:pt x="1819119" y="1665834"/>
                </a:lnTo>
                <a:lnTo>
                  <a:pt x="1819538" y="1662723"/>
                </a:lnTo>
                <a:lnTo>
                  <a:pt x="1819956" y="1659612"/>
                </a:lnTo>
                <a:lnTo>
                  <a:pt x="1820388" y="1656497"/>
                </a:lnTo>
                <a:lnTo>
                  <a:pt x="1820806" y="1653371"/>
                </a:lnTo>
                <a:lnTo>
                  <a:pt x="1821237" y="1650251"/>
                </a:lnTo>
                <a:lnTo>
                  <a:pt x="1821656" y="1647125"/>
                </a:lnTo>
                <a:lnTo>
                  <a:pt x="1822075" y="1643996"/>
                </a:lnTo>
                <a:lnTo>
                  <a:pt x="1822506" y="1640855"/>
                </a:lnTo>
                <a:lnTo>
                  <a:pt x="1822924" y="1637714"/>
                </a:lnTo>
                <a:lnTo>
                  <a:pt x="1823343" y="1634575"/>
                </a:lnTo>
                <a:lnTo>
                  <a:pt x="1823774" y="1631429"/>
                </a:lnTo>
                <a:lnTo>
                  <a:pt x="1824193" y="1628279"/>
                </a:lnTo>
                <a:lnTo>
                  <a:pt x="1824624" y="1625124"/>
                </a:lnTo>
                <a:lnTo>
                  <a:pt x="1825030" y="1621968"/>
                </a:lnTo>
                <a:lnTo>
                  <a:pt x="1825461" y="1618808"/>
                </a:lnTo>
                <a:lnTo>
                  <a:pt x="1825880" y="1615643"/>
                </a:lnTo>
                <a:lnTo>
                  <a:pt x="1826311" y="1612473"/>
                </a:lnTo>
                <a:lnTo>
                  <a:pt x="1826730" y="1609313"/>
                </a:lnTo>
                <a:lnTo>
                  <a:pt x="1827148" y="1606133"/>
                </a:lnTo>
                <a:lnTo>
                  <a:pt x="1827580" y="1602958"/>
                </a:lnTo>
                <a:lnTo>
                  <a:pt x="1827998" y="1599778"/>
                </a:lnTo>
                <a:lnTo>
                  <a:pt x="1828429" y="1596594"/>
                </a:lnTo>
                <a:lnTo>
                  <a:pt x="1828848" y="1593409"/>
                </a:lnTo>
                <a:lnTo>
                  <a:pt x="1829267" y="1590223"/>
                </a:lnTo>
                <a:lnTo>
                  <a:pt x="1829698" y="1587029"/>
                </a:lnTo>
                <a:lnTo>
                  <a:pt x="1830116" y="1583829"/>
                </a:lnTo>
                <a:lnTo>
                  <a:pt x="1830535" y="1580634"/>
                </a:lnTo>
                <a:lnTo>
                  <a:pt x="1830966" y="1577434"/>
                </a:lnTo>
                <a:lnTo>
                  <a:pt x="1831385" y="1574224"/>
                </a:lnTo>
                <a:lnTo>
                  <a:pt x="1831816" y="1571020"/>
                </a:lnTo>
                <a:lnTo>
                  <a:pt x="1832222" y="1567813"/>
                </a:lnTo>
                <a:lnTo>
                  <a:pt x="1832653" y="1564596"/>
                </a:lnTo>
                <a:lnTo>
                  <a:pt x="1833072" y="1561379"/>
                </a:lnTo>
                <a:lnTo>
                  <a:pt x="1833503" y="1558162"/>
                </a:lnTo>
                <a:lnTo>
                  <a:pt x="1833922" y="1554932"/>
                </a:lnTo>
                <a:lnTo>
                  <a:pt x="1834353" y="1551702"/>
                </a:lnTo>
                <a:lnTo>
                  <a:pt x="1834772" y="1548485"/>
                </a:lnTo>
                <a:lnTo>
                  <a:pt x="1835190" y="1545255"/>
                </a:lnTo>
                <a:lnTo>
                  <a:pt x="1835609" y="1542013"/>
                </a:lnTo>
                <a:lnTo>
                  <a:pt x="1836040" y="1538783"/>
                </a:lnTo>
                <a:lnTo>
                  <a:pt x="1836459" y="1535541"/>
                </a:lnTo>
                <a:lnTo>
                  <a:pt x="1836890" y="1532298"/>
                </a:lnTo>
                <a:lnTo>
                  <a:pt x="1837308" y="1529056"/>
                </a:lnTo>
                <a:lnTo>
                  <a:pt x="1837727" y="1525800"/>
                </a:lnTo>
                <a:lnTo>
                  <a:pt x="1838146" y="1522558"/>
                </a:lnTo>
                <a:lnTo>
                  <a:pt x="1838577" y="1519303"/>
                </a:lnTo>
                <a:lnTo>
                  <a:pt x="1838995" y="1516047"/>
                </a:lnTo>
                <a:lnTo>
                  <a:pt x="1839427" y="1512792"/>
                </a:lnTo>
                <a:lnTo>
                  <a:pt x="1839845" y="1509524"/>
                </a:lnTo>
                <a:lnTo>
                  <a:pt x="1840264" y="1506269"/>
                </a:lnTo>
                <a:lnTo>
                  <a:pt x="1840682" y="1503001"/>
                </a:lnTo>
                <a:lnTo>
                  <a:pt x="1841114" y="1499733"/>
                </a:lnTo>
                <a:lnTo>
                  <a:pt x="1841532" y="1496465"/>
                </a:lnTo>
                <a:lnTo>
                  <a:pt x="1841963" y="1493184"/>
                </a:lnTo>
                <a:lnTo>
                  <a:pt x="1842382" y="1489916"/>
                </a:lnTo>
                <a:lnTo>
                  <a:pt x="1842801" y="1486636"/>
                </a:lnTo>
                <a:lnTo>
                  <a:pt x="1843232" y="1483355"/>
                </a:lnTo>
                <a:lnTo>
                  <a:pt x="1843650" y="1480074"/>
                </a:lnTo>
                <a:lnTo>
                  <a:pt x="1844069" y="1476794"/>
                </a:lnTo>
                <a:lnTo>
                  <a:pt x="1844500" y="1473500"/>
                </a:lnTo>
                <a:lnTo>
                  <a:pt x="1844919" y="1470220"/>
                </a:lnTo>
                <a:lnTo>
                  <a:pt x="1845350" y="1466926"/>
                </a:lnTo>
                <a:lnTo>
                  <a:pt x="1845756" y="1463633"/>
                </a:lnTo>
                <a:lnTo>
                  <a:pt x="1846187" y="1460327"/>
                </a:lnTo>
                <a:lnTo>
                  <a:pt x="1846606" y="1457034"/>
                </a:lnTo>
                <a:lnTo>
                  <a:pt x="1847037" y="1453740"/>
                </a:lnTo>
                <a:lnTo>
                  <a:pt x="1847456" y="1450434"/>
                </a:lnTo>
                <a:lnTo>
                  <a:pt x="1847874" y="1447128"/>
                </a:lnTo>
                <a:lnTo>
                  <a:pt x="1848306" y="1443822"/>
                </a:lnTo>
                <a:lnTo>
                  <a:pt x="1848724" y="1440516"/>
                </a:lnTo>
                <a:lnTo>
                  <a:pt x="1849143" y="1437210"/>
                </a:lnTo>
                <a:lnTo>
                  <a:pt x="1849574" y="1433904"/>
                </a:lnTo>
                <a:lnTo>
                  <a:pt x="1849993" y="1430585"/>
                </a:lnTo>
                <a:lnTo>
                  <a:pt x="1850424" y="1427266"/>
                </a:lnTo>
                <a:lnTo>
                  <a:pt x="1850842" y="1423947"/>
                </a:lnTo>
                <a:lnTo>
                  <a:pt x="1851261" y="1420628"/>
                </a:lnTo>
                <a:lnTo>
                  <a:pt x="1851680" y="1417310"/>
                </a:lnTo>
                <a:lnTo>
                  <a:pt x="1852111" y="1413991"/>
                </a:lnTo>
                <a:lnTo>
                  <a:pt x="1852529" y="1410659"/>
                </a:lnTo>
                <a:lnTo>
                  <a:pt x="1852961" y="1407340"/>
                </a:lnTo>
                <a:lnTo>
                  <a:pt x="1853379" y="1404009"/>
                </a:lnTo>
                <a:lnTo>
                  <a:pt x="1853798" y="1400677"/>
                </a:lnTo>
                <a:lnTo>
                  <a:pt x="1854216" y="1397346"/>
                </a:lnTo>
                <a:lnTo>
                  <a:pt x="1854648" y="1394014"/>
                </a:lnTo>
                <a:lnTo>
                  <a:pt x="1855066" y="1390683"/>
                </a:lnTo>
                <a:lnTo>
                  <a:pt x="1855498" y="1387351"/>
                </a:lnTo>
                <a:lnTo>
                  <a:pt x="1855916" y="1384007"/>
                </a:lnTo>
                <a:lnTo>
                  <a:pt x="1856335" y="1380675"/>
                </a:lnTo>
                <a:lnTo>
                  <a:pt x="1856766" y="1377331"/>
                </a:lnTo>
                <a:lnTo>
                  <a:pt x="1857185" y="1373987"/>
                </a:lnTo>
                <a:lnTo>
                  <a:pt x="1857603" y="1370643"/>
                </a:lnTo>
                <a:lnTo>
                  <a:pt x="1858034" y="1367298"/>
                </a:lnTo>
                <a:lnTo>
                  <a:pt x="1858453" y="1363954"/>
                </a:lnTo>
                <a:lnTo>
                  <a:pt x="1858884" y="1360597"/>
                </a:lnTo>
                <a:lnTo>
                  <a:pt x="1859290" y="1357253"/>
                </a:lnTo>
                <a:lnTo>
                  <a:pt x="1859721" y="1353909"/>
                </a:lnTo>
                <a:lnTo>
                  <a:pt x="1860140" y="1350552"/>
                </a:lnTo>
                <a:lnTo>
                  <a:pt x="1860571" y="1347195"/>
                </a:lnTo>
                <a:lnTo>
                  <a:pt x="1860990" y="1343838"/>
                </a:lnTo>
                <a:lnTo>
                  <a:pt x="1861408" y="1340494"/>
                </a:lnTo>
                <a:lnTo>
                  <a:pt x="1861840" y="1337137"/>
                </a:lnTo>
                <a:lnTo>
                  <a:pt x="1862258" y="1333780"/>
                </a:lnTo>
                <a:lnTo>
                  <a:pt x="1862677" y="1330423"/>
                </a:lnTo>
                <a:lnTo>
                  <a:pt x="1863108" y="1327066"/>
                </a:lnTo>
                <a:lnTo>
                  <a:pt x="1863527" y="1323696"/>
                </a:lnTo>
                <a:lnTo>
                  <a:pt x="1863958" y="1320339"/>
                </a:lnTo>
                <a:lnTo>
                  <a:pt x="1864377" y="1316982"/>
                </a:lnTo>
                <a:lnTo>
                  <a:pt x="1864795" y="1313613"/>
                </a:lnTo>
                <a:lnTo>
                  <a:pt x="1865214" y="1310243"/>
                </a:lnTo>
                <a:lnTo>
                  <a:pt x="1865645" y="1306886"/>
                </a:lnTo>
                <a:lnTo>
                  <a:pt x="1866064" y="1303516"/>
                </a:lnTo>
                <a:lnTo>
                  <a:pt x="1866495" y="1300147"/>
                </a:lnTo>
                <a:lnTo>
                  <a:pt x="1866913" y="1296777"/>
                </a:lnTo>
                <a:lnTo>
                  <a:pt x="1867332" y="1293407"/>
                </a:lnTo>
                <a:lnTo>
                  <a:pt x="1867763" y="1290038"/>
                </a:lnTo>
                <a:lnTo>
                  <a:pt x="1868182" y="1286668"/>
                </a:lnTo>
                <a:lnTo>
                  <a:pt x="1868613" y="1283311"/>
                </a:lnTo>
                <a:lnTo>
                  <a:pt x="1869032" y="1279929"/>
                </a:lnTo>
                <a:lnTo>
                  <a:pt x="1869450" y="1276559"/>
                </a:lnTo>
                <a:lnTo>
                  <a:pt x="1869869" y="1273189"/>
                </a:lnTo>
                <a:lnTo>
                  <a:pt x="1870300" y="1269820"/>
                </a:lnTo>
                <a:lnTo>
                  <a:pt x="1870719" y="1266437"/>
                </a:lnTo>
                <a:lnTo>
                  <a:pt x="1871150" y="1263067"/>
                </a:lnTo>
                <a:lnTo>
                  <a:pt x="1871569" y="1259685"/>
                </a:lnTo>
                <a:lnTo>
                  <a:pt x="1871987" y="1256303"/>
                </a:lnTo>
                <a:lnTo>
                  <a:pt x="1872406" y="1252933"/>
                </a:lnTo>
                <a:lnTo>
                  <a:pt x="1872837" y="1249551"/>
                </a:lnTo>
                <a:lnTo>
                  <a:pt x="1873256" y="1246181"/>
                </a:lnTo>
                <a:lnTo>
                  <a:pt x="1873687" y="1242799"/>
                </a:lnTo>
                <a:lnTo>
                  <a:pt x="1874105" y="1239429"/>
                </a:lnTo>
                <a:lnTo>
                  <a:pt x="1874524" y="1236047"/>
                </a:lnTo>
                <a:lnTo>
                  <a:pt x="1874943" y="1232664"/>
                </a:lnTo>
                <a:lnTo>
                  <a:pt x="1875374" y="1229294"/>
                </a:lnTo>
                <a:lnTo>
                  <a:pt x="1875792" y="1225912"/>
                </a:lnTo>
                <a:lnTo>
                  <a:pt x="1876224" y="1222530"/>
                </a:lnTo>
                <a:lnTo>
                  <a:pt x="1876642" y="1219160"/>
                </a:lnTo>
                <a:lnTo>
                  <a:pt x="1877061" y="1215778"/>
                </a:lnTo>
                <a:lnTo>
                  <a:pt x="1877492" y="1212395"/>
                </a:lnTo>
                <a:lnTo>
                  <a:pt x="1877911" y="1209013"/>
                </a:lnTo>
                <a:lnTo>
                  <a:pt x="1878329" y="1205630"/>
                </a:lnTo>
                <a:lnTo>
                  <a:pt x="1878760" y="1202248"/>
                </a:lnTo>
                <a:lnTo>
                  <a:pt x="1879179" y="1198878"/>
                </a:lnTo>
                <a:lnTo>
                  <a:pt x="1879610" y="1195483"/>
                </a:lnTo>
                <a:lnTo>
                  <a:pt x="1880016" y="1192101"/>
                </a:lnTo>
                <a:lnTo>
                  <a:pt x="1880447" y="1188731"/>
                </a:lnTo>
                <a:lnTo>
                  <a:pt x="1880866" y="1185349"/>
                </a:lnTo>
                <a:lnTo>
                  <a:pt x="1881297" y="1181966"/>
                </a:lnTo>
                <a:lnTo>
                  <a:pt x="1881716" y="1178584"/>
                </a:lnTo>
                <a:lnTo>
                  <a:pt x="1882135" y="1175202"/>
                </a:lnTo>
                <a:lnTo>
                  <a:pt x="1882566" y="1171819"/>
                </a:lnTo>
                <a:lnTo>
                  <a:pt x="1882984" y="1168450"/>
                </a:lnTo>
                <a:lnTo>
                  <a:pt x="1883403" y="1165067"/>
                </a:lnTo>
                <a:lnTo>
                  <a:pt x="1883834" y="1161685"/>
                </a:lnTo>
                <a:lnTo>
                  <a:pt x="1884253" y="1158315"/>
                </a:lnTo>
                <a:lnTo>
                  <a:pt x="1884684" y="1154933"/>
                </a:lnTo>
                <a:lnTo>
                  <a:pt x="1885103" y="1151550"/>
                </a:lnTo>
                <a:lnTo>
                  <a:pt x="1885521" y="1148181"/>
                </a:lnTo>
                <a:lnTo>
                  <a:pt x="1885940" y="1144798"/>
                </a:lnTo>
                <a:lnTo>
                  <a:pt x="1886371" y="1141429"/>
                </a:lnTo>
                <a:lnTo>
                  <a:pt x="1886790" y="1138046"/>
                </a:lnTo>
                <a:lnTo>
                  <a:pt x="1887221" y="1134664"/>
                </a:lnTo>
                <a:lnTo>
                  <a:pt x="1887639" y="1131294"/>
                </a:lnTo>
                <a:lnTo>
                  <a:pt x="1888058" y="1127912"/>
                </a:lnTo>
                <a:lnTo>
                  <a:pt x="1888477" y="1124542"/>
                </a:lnTo>
                <a:lnTo>
                  <a:pt x="1888908" y="1121160"/>
                </a:lnTo>
                <a:lnTo>
                  <a:pt x="1889326" y="1117790"/>
                </a:lnTo>
                <a:lnTo>
                  <a:pt x="1889745" y="1114420"/>
                </a:lnTo>
                <a:lnTo>
                  <a:pt x="1890176" y="1111051"/>
                </a:lnTo>
                <a:lnTo>
                  <a:pt x="1890595" y="1107668"/>
                </a:lnTo>
                <a:lnTo>
                  <a:pt x="1891013" y="1104299"/>
                </a:lnTo>
                <a:lnTo>
                  <a:pt x="1891445" y="1100942"/>
                </a:lnTo>
                <a:lnTo>
                  <a:pt x="1891863" y="1097559"/>
                </a:lnTo>
                <a:lnTo>
                  <a:pt x="1892295" y="1094190"/>
                </a:lnTo>
                <a:lnTo>
                  <a:pt x="1892713" y="1090820"/>
                </a:lnTo>
                <a:lnTo>
                  <a:pt x="1893132" y="1087463"/>
                </a:lnTo>
                <a:lnTo>
                  <a:pt x="1893550" y="1084093"/>
                </a:lnTo>
                <a:lnTo>
                  <a:pt x="1893982" y="1080736"/>
                </a:lnTo>
                <a:lnTo>
                  <a:pt x="1894400" y="1077367"/>
                </a:lnTo>
                <a:lnTo>
                  <a:pt x="1894831" y="1073997"/>
                </a:lnTo>
                <a:lnTo>
                  <a:pt x="1895250" y="1070640"/>
                </a:lnTo>
                <a:lnTo>
                  <a:pt x="1895669" y="1067270"/>
                </a:lnTo>
                <a:lnTo>
                  <a:pt x="1896087" y="1063913"/>
                </a:lnTo>
                <a:lnTo>
                  <a:pt x="1896518" y="1060556"/>
                </a:lnTo>
                <a:lnTo>
                  <a:pt x="1896937" y="1057200"/>
                </a:lnTo>
                <a:lnTo>
                  <a:pt x="1897368" y="1053843"/>
                </a:lnTo>
                <a:lnTo>
                  <a:pt x="1897787" y="1050486"/>
                </a:lnTo>
                <a:lnTo>
                  <a:pt x="1898205" y="1047141"/>
                </a:lnTo>
                <a:lnTo>
                  <a:pt x="1898637" y="1043784"/>
                </a:lnTo>
                <a:lnTo>
                  <a:pt x="1899055" y="1040427"/>
                </a:lnTo>
                <a:lnTo>
                  <a:pt x="1899474" y="1037070"/>
                </a:lnTo>
                <a:lnTo>
                  <a:pt x="1899905" y="1033726"/>
                </a:lnTo>
                <a:lnTo>
                  <a:pt x="1900324" y="1030369"/>
                </a:lnTo>
                <a:lnTo>
                  <a:pt x="1900755" y="1027025"/>
                </a:lnTo>
                <a:lnTo>
                  <a:pt x="1901161" y="1023681"/>
                </a:lnTo>
                <a:lnTo>
                  <a:pt x="1901592" y="1020337"/>
                </a:lnTo>
                <a:lnTo>
                  <a:pt x="1902011" y="1016992"/>
                </a:lnTo>
                <a:lnTo>
                  <a:pt x="1902442" y="1013648"/>
                </a:lnTo>
                <a:lnTo>
                  <a:pt x="1902861" y="1010304"/>
                </a:lnTo>
                <a:lnTo>
                  <a:pt x="1903279" y="1006972"/>
                </a:lnTo>
                <a:lnTo>
                  <a:pt x="1903710" y="1003628"/>
                </a:lnTo>
                <a:lnTo>
                  <a:pt x="1904129" y="1000297"/>
                </a:lnTo>
                <a:lnTo>
                  <a:pt x="1904548" y="996965"/>
                </a:lnTo>
                <a:lnTo>
                  <a:pt x="1904979" y="993633"/>
                </a:lnTo>
                <a:lnTo>
                  <a:pt x="1905397" y="990302"/>
                </a:lnTo>
                <a:lnTo>
                  <a:pt x="1905829" y="986970"/>
                </a:lnTo>
                <a:lnTo>
                  <a:pt x="1906247" y="983639"/>
                </a:lnTo>
                <a:lnTo>
                  <a:pt x="1906666" y="980320"/>
                </a:lnTo>
                <a:lnTo>
                  <a:pt x="1907097" y="976989"/>
                </a:lnTo>
                <a:lnTo>
                  <a:pt x="1907516" y="973670"/>
                </a:lnTo>
                <a:lnTo>
                  <a:pt x="1907947" y="970351"/>
                </a:lnTo>
                <a:lnTo>
                  <a:pt x="1908353" y="967032"/>
                </a:lnTo>
                <a:lnTo>
                  <a:pt x="1908784" y="963701"/>
                </a:lnTo>
                <a:lnTo>
                  <a:pt x="1909203" y="960395"/>
                </a:lnTo>
                <a:lnTo>
                  <a:pt x="1909634" y="957076"/>
                </a:lnTo>
                <a:lnTo>
                  <a:pt x="1910053" y="953770"/>
                </a:lnTo>
                <a:lnTo>
                  <a:pt x="1910471" y="950464"/>
                </a:lnTo>
                <a:lnTo>
                  <a:pt x="1910902" y="947157"/>
                </a:lnTo>
                <a:lnTo>
                  <a:pt x="1911321" y="943851"/>
                </a:lnTo>
                <a:lnTo>
                  <a:pt x="1911740" y="940545"/>
                </a:lnTo>
                <a:lnTo>
                  <a:pt x="1912171" y="937239"/>
                </a:lnTo>
                <a:lnTo>
                  <a:pt x="1912589" y="933946"/>
                </a:lnTo>
                <a:lnTo>
                  <a:pt x="1913021" y="930652"/>
                </a:lnTo>
                <a:lnTo>
                  <a:pt x="1913439" y="927346"/>
                </a:lnTo>
                <a:lnTo>
                  <a:pt x="1913858" y="924053"/>
                </a:lnTo>
                <a:lnTo>
                  <a:pt x="1914276" y="920760"/>
                </a:lnTo>
                <a:lnTo>
                  <a:pt x="1914708" y="917479"/>
                </a:lnTo>
                <a:lnTo>
                  <a:pt x="1915126" y="914186"/>
                </a:lnTo>
                <a:lnTo>
                  <a:pt x="1915558" y="910905"/>
                </a:lnTo>
                <a:lnTo>
                  <a:pt x="1915976" y="907624"/>
                </a:lnTo>
                <a:lnTo>
                  <a:pt x="1916395" y="904344"/>
                </a:lnTo>
                <a:lnTo>
                  <a:pt x="1916813" y="901063"/>
                </a:lnTo>
                <a:lnTo>
                  <a:pt x="1917245" y="897795"/>
                </a:lnTo>
                <a:lnTo>
                  <a:pt x="1917663" y="894514"/>
                </a:lnTo>
                <a:lnTo>
                  <a:pt x="1918094" y="891246"/>
                </a:lnTo>
                <a:lnTo>
                  <a:pt x="1918513" y="887978"/>
                </a:lnTo>
                <a:lnTo>
                  <a:pt x="1918932" y="884710"/>
                </a:lnTo>
                <a:lnTo>
                  <a:pt x="1919363" y="881455"/>
                </a:lnTo>
                <a:lnTo>
                  <a:pt x="1919781" y="878187"/>
                </a:lnTo>
                <a:lnTo>
                  <a:pt x="1920200" y="874932"/>
                </a:lnTo>
                <a:lnTo>
                  <a:pt x="1920631" y="871677"/>
                </a:lnTo>
                <a:lnTo>
                  <a:pt x="1921050" y="868422"/>
                </a:lnTo>
                <a:lnTo>
                  <a:pt x="1921481" y="865179"/>
                </a:lnTo>
                <a:lnTo>
                  <a:pt x="1921887" y="861924"/>
                </a:lnTo>
                <a:lnTo>
                  <a:pt x="1922318" y="858681"/>
                </a:lnTo>
                <a:lnTo>
                  <a:pt x="1922737" y="855439"/>
                </a:lnTo>
                <a:lnTo>
                  <a:pt x="1923168" y="852196"/>
                </a:lnTo>
                <a:lnTo>
                  <a:pt x="1923587" y="848966"/>
                </a:lnTo>
                <a:lnTo>
                  <a:pt x="1924005" y="845724"/>
                </a:lnTo>
                <a:lnTo>
                  <a:pt x="1924436" y="842494"/>
                </a:lnTo>
                <a:lnTo>
                  <a:pt x="1924855" y="839277"/>
                </a:lnTo>
                <a:lnTo>
                  <a:pt x="1925274" y="836035"/>
                </a:lnTo>
                <a:lnTo>
                  <a:pt x="1925705" y="832817"/>
                </a:lnTo>
                <a:lnTo>
                  <a:pt x="1926123" y="829600"/>
                </a:lnTo>
                <a:lnTo>
                  <a:pt x="1926555" y="826383"/>
                </a:lnTo>
                <a:lnTo>
                  <a:pt x="1926973" y="823166"/>
                </a:lnTo>
                <a:lnTo>
                  <a:pt x="1927392" y="819962"/>
                </a:lnTo>
                <a:lnTo>
                  <a:pt x="1927810" y="816745"/>
                </a:lnTo>
                <a:lnTo>
                  <a:pt x="1928242" y="813540"/>
                </a:lnTo>
                <a:lnTo>
                  <a:pt x="1928660" y="810336"/>
                </a:lnTo>
                <a:lnTo>
                  <a:pt x="1929092" y="807144"/>
                </a:lnTo>
                <a:lnTo>
                  <a:pt x="1929510" y="803953"/>
                </a:lnTo>
                <a:lnTo>
                  <a:pt x="1929929" y="800761"/>
                </a:lnTo>
                <a:lnTo>
                  <a:pt x="1930347" y="797569"/>
                </a:lnTo>
                <a:lnTo>
                  <a:pt x="1930779" y="794390"/>
                </a:lnTo>
                <a:lnTo>
                  <a:pt x="1931197" y="791199"/>
                </a:lnTo>
                <a:lnTo>
                  <a:pt x="1931628" y="788020"/>
                </a:lnTo>
                <a:lnTo>
                  <a:pt x="1932047" y="784841"/>
                </a:lnTo>
                <a:lnTo>
                  <a:pt x="1932466" y="781662"/>
                </a:lnTo>
                <a:lnTo>
                  <a:pt x="1932897" y="778508"/>
                </a:lnTo>
                <a:lnTo>
                  <a:pt x="1933315" y="775330"/>
                </a:lnTo>
                <a:lnTo>
                  <a:pt x="1933734" y="772176"/>
                </a:lnTo>
                <a:lnTo>
                  <a:pt x="1934165" y="769010"/>
                </a:lnTo>
                <a:lnTo>
                  <a:pt x="1934584" y="765856"/>
                </a:lnTo>
                <a:lnTo>
                  <a:pt x="1935015" y="762703"/>
                </a:lnTo>
                <a:lnTo>
                  <a:pt x="1935421" y="759549"/>
                </a:lnTo>
                <a:lnTo>
                  <a:pt x="1935852" y="756408"/>
                </a:lnTo>
                <a:lnTo>
                  <a:pt x="1936271" y="753268"/>
                </a:lnTo>
                <a:lnTo>
                  <a:pt x="1936702" y="750127"/>
                </a:lnTo>
                <a:lnTo>
                  <a:pt x="1937121" y="746986"/>
                </a:lnTo>
                <a:lnTo>
                  <a:pt x="1937539" y="743858"/>
                </a:lnTo>
                <a:lnTo>
                  <a:pt x="1937971" y="740730"/>
                </a:lnTo>
                <a:lnTo>
                  <a:pt x="1938389" y="737602"/>
                </a:lnTo>
                <a:lnTo>
                  <a:pt x="1938808" y="734487"/>
                </a:lnTo>
                <a:lnTo>
                  <a:pt x="1939239" y="731358"/>
                </a:lnTo>
                <a:lnTo>
                  <a:pt x="1939658" y="728256"/>
                </a:lnTo>
                <a:lnTo>
                  <a:pt x="1940089" y="725140"/>
                </a:lnTo>
                <a:lnTo>
                  <a:pt x="1940495" y="722038"/>
                </a:lnTo>
                <a:lnTo>
                  <a:pt x="1940926" y="718935"/>
                </a:lnTo>
                <a:lnTo>
                  <a:pt x="1941345" y="715833"/>
                </a:lnTo>
                <a:lnTo>
                  <a:pt x="1941776" y="712743"/>
                </a:lnTo>
                <a:lnTo>
                  <a:pt x="1942207" y="709653"/>
                </a:lnTo>
                <a:lnTo>
                  <a:pt x="1942613" y="706563"/>
                </a:lnTo>
                <a:lnTo>
                  <a:pt x="1943044" y="703486"/>
                </a:lnTo>
                <a:lnTo>
                  <a:pt x="1943463" y="700396"/>
                </a:lnTo>
                <a:lnTo>
                  <a:pt x="1943894" y="697318"/>
                </a:lnTo>
                <a:lnTo>
                  <a:pt x="1944313" y="694254"/>
                </a:lnTo>
                <a:lnTo>
                  <a:pt x="1944731" y="691189"/>
                </a:lnTo>
                <a:lnTo>
                  <a:pt x="1945163" y="688125"/>
                </a:lnTo>
                <a:lnTo>
                  <a:pt x="1945581" y="685060"/>
                </a:lnTo>
                <a:lnTo>
                  <a:pt x="1946000" y="682021"/>
                </a:lnTo>
                <a:lnTo>
                  <a:pt x="1946431" y="678957"/>
                </a:lnTo>
                <a:lnTo>
                  <a:pt x="1946850" y="675918"/>
                </a:lnTo>
                <a:lnTo>
                  <a:pt x="1947281" y="672866"/>
                </a:lnTo>
                <a:lnTo>
                  <a:pt x="1947699" y="669827"/>
                </a:lnTo>
                <a:lnTo>
                  <a:pt x="1948118" y="666801"/>
                </a:lnTo>
                <a:lnTo>
                  <a:pt x="1948537" y="663774"/>
                </a:lnTo>
                <a:lnTo>
                  <a:pt x="1948968" y="660748"/>
                </a:lnTo>
                <a:lnTo>
                  <a:pt x="1949386" y="657722"/>
                </a:lnTo>
                <a:lnTo>
                  <a:pt x="1949818" y="654708"/>
                </a:lnTo>
                <a:lnTo>
                  <a:pt x="1950236" y="651694"/>
                </a:lnTo>
                <a:lnTo>
                  <a:pt x="1950655" y="648693"/>
                </a:lnTo>
                <a:lnTo>
                  <a:pt x="1951073" y="645680"/>
                </a:lnTo>
                <a:lnTo>
                  <a:pt x="1951505" y="642679"/>
                </a:lnTo>
                <a:lnTo>
                  <a:pt x="1951923" y="639691"/>
                </a:lnTo>
                <a:lnTo>
                  <a:pt x="1952355" y="636690"/>
                </a:lnTo>
                <a:lnTo>
                  <a:pt x="1952773" y="633702"/>
                </a:lnTo>
                <a:lnTo>
                  <a:pt x="1953192" y="630726"/>
                </a:lnTo>
                <a:lnTo>
                  <a:pt x="1953623" y="627751"/>
                </a:lnTo>
                <a:lnTo>
                  <a:pt x="1954042" y="624775"/>
                </a:lnTo>
                <a:lnTo>
                  <a:pt x="1954460" y="621800"/>
                </a:lnTo>
                <a:lnTo>
                  <a:pt x="1954891" y="618837"/>
                </a:lnTo>
                <a:lnTo>
                  <a:pt x="1955310" y="615887"/>
                </a:lnTo>
                <a:lnTo>
                  <a:pt x="1955741" y="612924"/>
                </a:lnTo>
                <a:lnTo>
                  <a:pt x="1956147" y="609987"/>
                </a:lnTo>
                <a:lnTo>
                  <a:pt x="1956578" y="607037"/>
                </a:lnTo>
                <a:lnTo>
                  <a:pt x="1956997" y="604099"/>
                </a:lnTo>
                <a:lnTo>
                  <a:pt x="1957428" y="601162"/>
                </a:lnTo>
                <a:lnTo>
                  <a:pt x="1957847" y="598225"/>
                </a:lnTo>
                <a:lnTo>
                  <a:pt x="1958265" y="595313"/>
                </a:lnTo>
                <a:lnTo>
                  <a:pt x="1958697" y="592375"/>
                </a:lnTo>
                <a:lnTo>
                  <a:pt x="1959115" y="589463"/>
                </a:lnTo>
                <a:lnTo>
                  <a:pt x="1959534" y="586552"/>
                </a:lnTo>
                <a:lnTo>
                  <a:pt x="1959965" y="583652"/>
                </a:lnTo>
                <a:lnTo>
                  <a:pt x="1960384" y="580753"/>
                </a:lnTo>
                <a:lnTo>
                  <a:pt x="1960815" y="577854"/>
                </a:lnTo>
                <a:lnTo>
                  <a:pt x="1961233" y="574955"/>
                </a:lnTo>
                <a:lnTo>
                  <a:pt x="1961652" y="572068"/>
                </a:lnTo>
                <a:lnTo>
                  <a:pt x="1962071" y="569195"/>
                </a:lnTo>
                <a:lnTo>
                  <a:pt x="1962502" y="566321"/>
                </a:lnTo>
                <a:lnTo>
                  <a:pt x="1962921" y="563447"/>
                </a:lnTo>
                <a:lnTo>
                  <a:pt x="1963352" y="560573"/>
                </a:lnTo>
                <a:lnTo>
                  <a:pt x="1963770" y="557712"/>
                </a:lnTo>
                <a:lnTo>
                  <a:pt x="1964189" y="554851"/>
                </a:lnTo>
                <a:lnTo>
                  <a:pt x="1964608" y="552003"/>
                </a:lnTo>
                <a:lnTo>
                  <a:pt x="1965039" y="549167"/>
                </a:lnTo>
                <a:lnTo>
                  <a:pt x="1965457" y="546319"/>
                </a:lnTo>
                <a:lnTo>
                  <a:pt x="1965889" y="543471"/>
                </a:lnTo>
                <a:lnTo>
                  <a:pt x="1966307" y="540648"/>
                </a:lnTo>
                <a:lnTo>
                  <a:pt x="1966726" y="537825"/>
                </a:lnTo>
                <a:lnTo>
                  <a:pt x="1967157" y="535002"/>
                </a:lnTo>
                <a:lnTo>
                  <a:pt x="1967576" y="532179"/>
                </a:lnTo>
                <a:lnTo>
                  <a:pt x="1967994" y="529382"/>
                </a:lnTo>
                <a:lnTo>
                  <a:pt x="1968425" y="526571"/>
                </a:lnTo>
                <a:lnTo>
                  <a:pt x="1968844" y="523774"/>
                </a:lnTo>
                <a:lnTo>
                  <a:pt x="1969275" y="520976"/>
                </a:lnTo>
                <a:lnTo>
                  <a:pt x="1969681" y="518192"/>
                </a:lnTo>
                <a:lnTo>
                  <a:pt x="1970112" y="515407"/>
                </a:lnTo>
                <a:lnTo>
                  <a:pt x="1970531" y="512635"/>
                </a:lnTo>
                <a:lnTo>
                  <a:pt x="1970962" y="509850"/>
                </a:lnTo>
                <a:lnTo>
                  <a:pt x="1971381" y="507091"/>
                </a:lnTo>
                <a:lnTo>
                  <a:pt x="1971799" y="504332"/>
                </a:lnTo>
                <a:lnTo>
                  <a:pt x="1972231" y="501572"/>
                </a:lnTo>
                <a:lnTo>
                  <a:pt x="1972649" y="498826"/>
                </a:lnTo>
                <a:lnTo>
                  <a:pt x="1973068" y="496079"/>
                </a:lnTo>
                <a:lnTo>
                  <a:pt x="1973499" y="493345"/>
                </a:lnTo>
                <a:lnTo>
                  <a:pt x="1973918" y="490611"/>
                </a:lnTo>
                <a:lnTo>
                  <a:pt x="1974349" y="487877"/>
                </a:lnTo>
                <a:lnTo>
                  <a:pt x="1974755" y="485156"/>
                </a:lnTo>
                <a:lnTo>
                  <a:pt x="1975186" y="482448"/>
                </a:lnTo>
                <a:lnTo>
                  <a:pt x="1975605" y="479739"/>
                </a:lnTo>
                <a:lnTo>
                  <a:pt x="1976036" y="477031"/>
                </a:lnTo>
                <a:lnTo>
                  <a:pt x="1976455" y="474335"/>
                </a:lnTo>
                <a:lnTo>
                  <a:pt x="1976873" y="471639"/>
                </a:lnTo>
                <a:lnTo>
                  <a:pt x="1977304" y="468956"/>
                </a:lnTo>
                <a:lnTo>
                  <a:pt x="1977723" y="466273"/>
                </a:lnTo>
                <a:lnTo>
                  <a:pt x="1978142" y="463590"/>
                </a:lnTo>
                <a:lnTo>
                  <a:pt x="1978573" y="460920"/>
                </a:lnTo>
                <a:lnTo>
                  <a:pt x="1978991" y="458262"/>
                </a:lnTo>
                <a:lnTo>
                  <a:pt x="1979423" y="455592"/>
                </a:lnTo>
                <a:lnTo>
                  <a:pt x="1979841" y="452947"/>
                </a:lnTo>
                <a:lnTo>
                  <a:pt x="1980260" y="450302"/>
                </a:lnTo>
                <a:lnTo>
                  <a:pt x="1980678" y="447657"/>
                </a:lnTo>
                <a:lnTo>
                  <a:pt x="1981110" y="445025"/>
                </a:lnTo>
                <a:lnTo>
                  <a:pt x="1981541" y="442393"/>
                </a:lnTo>
                <a:lnTo>
                  <a:pt x="1981960" y="439774"/>
                </a:lnTo>
                <a:lnTo>
                  <a:pt x="1982378" y="437154"/>
                </a:lnTo>
                <a:lnTo>
                  <a:pt x="1982797" y="434547"/>
                </a:lnTo>
                <a:lnTo>
                  <a:pt x="1983228" y="431953"/>
                </a:lnTo>
                <a:lnTo>
                  <a:pt x="1983647" y="429347"/>
                </a:lnTo>
                <a:lnTo>
                  <a:pt x="1984078" y="426753"/>
                </a:lnTo>
                <a:lnTo>
                  <a:pt x="1984496" y="424171"/>
                </a:lnTo>
                <a:lnTo>
                  <a:pt x="1984915" y="421590"/>
                </a:lnTo>
                <a:lnTo>
                  <a:pt x="1985334" y="419022"/>
                </a:lnTo>
                <a:lnTo>
                  <a:pt x="1985765" y="416440"/>
                </a:lnTo>
                <a:lnTo>
                  <a:pt x="1986183" y="413897"/>
                </a:lnTo>
                <a:lnTo>
                  <a:pt x="1986615" y="411329"/>
                </a:lnTo>
                <a:lnTo>
                  <a:pt x="1987033" y="408785"/>
                </a:lnTo>
                <a:lnTo>
                  <a:pt x="1987452" y="406242"/>
                </a:lnTo>
                <a:lnTo>
                  <a:pt x="1987883" y="403712"/>
                </a:lnTo>
                <a:lnTo>
                  <a:pt x="1988302" y="401181"/>
                </a:lnTo>
                <a:lnTo>
                  <a:pt x="1988720" y="398651"/>
                </a:lnTo>
                <a:lnTo>
                  <a:pt x="1989152" y="396133"/>
                </a:lnTo>
                <a:lnTo>
                  <a:pt x="1989570" y="393628"/>
                </a:lnTo>
                <a:lnTo>
                  <a:pt x="1990001" y="391110"/>
                </a:lnTo>
                <a:lnTo>
                  <a:pt x="1990407" y="388618"/>
                </a:lnTo>
                <a:lnTo>
                  <a:pt x="1990839" y="386126"/>
                </a:lnTo>
                <a:lnTo>
                  <a:pt x="1991257" y="383646"/>
                </a:lnTo>
                <a:lnTo>
                  <a:pt x="1991688" y="381179"/>
                </a:lnTo>
                <a:lnTo>
                  <a:pt x="1992107" y="378700"/>
                </a:lnTo>
                <a:lnTo>
                  <a:pt x="1992526" y="376233"/>
                </a:lnTo>
                <a:lnTo>
                  <a:pt x="1992957" y="373766"/>
                </a:lnTo>
                <a:lnTo>
                  <a:pt x="1993375" y="371312"/>
                </a:lnTo>
                <a:lnTo>
                  <a:pt x="1993794" y="368871"/>
                </a:lnTo>
                <a:lnTo>
                  <a:pt x="1994225" y="366429"/>
                </a:lnTo>
                <a:lnTo>
                  <a:pt x="1994644" y="364013"/>
                </a:lnTo>
                <a:lnTo>
                  <a:pt x="1995075" y="361585"/>
                </a:lnTo>
                <a:lnTo>
                  <a:pt x="1995494" y="359156"/>
                </a:lnTo>
                <a:lnTo>
                  <a:pt x="1995912" y="356753"/>
                </a:lnTo>
                <a:lnTo>
                  <a:pt x="1996331" y="354349"/>
                </a:lnTo>
                <a:lnTo>
                  <a:pt x="1996762" y="351946"/>
                </a:lnTo>
                <a:lnTo>
                  <a:pt x="1997181" y="349555"/>
                </a:lnTo>
                <a:lnTo>
                  <a:pt x="1997612" y="347165"/>
                </a:lnTo>
                <a:lnTo>
                  <a:pt x="1998031" y="344787"/>
                </a:lnTo>
                <a:lnTo>
                  <a:pt x="1998449" y="342409"/>
                </a:lnTo>
                <a:lnTo>
                  <a:pt x="1998868" y="340057"/>
                </a:lnTo>
                <a:lnTo>
                  <a:pt x="1999299" y="337692"/>
                </a:lnTo>
                <a:lnTo>
                  <a:pt x="1999718" y="335339"/>
                </a:lnTo>
                <a:lnTo>
                  <a:pt x="2000149" y="333000"/>
                </a:lnTo>
                <a:lnTo>
                  <a:pt x="2000567" y="330660"/>
                </a:lnTo>
                <a:lnTo>
                  <a:pt x="2000986" y="328320"/>
                </a:lnTo>
                <a:lnTo>
                  <a:pt x="2001417" y="326006"/>
                </a:lnTo>
                <a:lnTo>
                  <a:pt x="2001836" y="323692"/>
                </a:lnTo>
                <a:lnTo>
                  <a:pt x="2002254" y="321377"/>
                </a:lnTo>
                <a:lnTo>
                  <a:pt x="2002686" y="319076"/>
                </a:lnTo>
                <a:lnTo>
                  <a:pt x="2003104" y="316787"/>
                </a:lnTo>
                <a:lnTo>
                  <a:pt x="2003535" y="314498"/>
                </a:lnTo>
                <a:lnTo>
                  <a:pt x="2003941" y="312209"/>
                </a:lnTo>
                <a:lnTo>
                  <a:pt x="2004373" y="309946"/>
                </a:lnTo>
                <a:lnTo>
                  <a:pt x="2004791" y="307670"/>
                </a:lnTo>
                <a:lnTo>
                  <a:pt x="2005222" y="305406"/>
                </a:lnTo>
                <a:lnTo>
                  <a:pt x="2005641" y="303156"/>
                </a:lnTo>
                <a:lnTo>
                  <a:pt x="2006060" y="300905"/>
                </a:lnTo>
                <a:lnTo>
                  <a:pt x="2006478" y="298680"/>
                </a:lnTo>
                <a:lnTo>
                  <a:pt x="2006909" y="296442"/>
                </a:lnTo>
                <a:lnTo>
                  <a:pt x="2007328" y="294204"/>
                </a:lnTo>
                <a:lnTo>
                  <a:pt x="2007759" y="291991"/>
                </a:lnTo>
                <a:lnTo>
                  <a:pt x="2008178" y="289791"/>
                </a:lnTo>
                <a:lnTo>
                  <a:pt x="2008609" y="287579"/>
                </a:lnTo>
                <a:lnTo>
                  <a:pt x="2009015" y="285392"/>
                </a:lnTo>
                <a:lnTo>
                  <a:pt x="2009446" y="283205"/>
                </a:lnTo>
                <a:lnTo>
                  <a:pt x="2009865" y="281018"/>
                </a:lnTo>
                <a:lnTo>
                  <a:pt x="2010296" y="278843"/>
                </a:lnTo>
                <a:lnTo>
                  <a:pt x="2010715" y="276681"/>
                </a:lnTo>
                <a:lnTo>
                  <a:pt x="2011133" y="274520"/>
                </a:lnTo>
                <a:lnTo>
                  <a:pt x="2011552" y="272371"/>
                </a:lnTo>
                <a:lnTo>
                  <a:pt x="2011983" y="270222"/>
                </a:lnTo>
                <a:lnTo>
                  <a:pt x="2012402" y="268086"/>
                </a:lnTo>
                <a:lnTo>
                  <a:pt x="2012833" y="265962"/>
                </a:lnTo>
                <a:lnTo>
                  <a:pt x="2013252" y="263839"/>
                </a:lnTo>
                <a:lnTo>
                  <a:pt x="2013670" y="261728"/>
                </a:lnTo>
                <a:lnTo>
                  <a:pt x="2014101" y="259617"/>
                </a:lnTo>
                <a:lnTo>
                  <a:pt x="2014520" y="257519"/>
                </a:lnTo>
                <a:lnTo>
                  <a:pt x="2014939" y="255421"/>
                </a:lnTo>
                <a:lnTo>
                  <a:pt x="2015370" y="253335"/>
                </a:lnTo>
                <a:lnTo>
                  <a:pt x="2015788" y="251263"/>
                </a:lnTo>
                <a:lnTo>
                  <a:pt x="2016220" y="249190"/>
                </a:lnTo>
                <a:lnTo>
                  <a:pt x="2016626" y="247130"/>
                </a:lnTo>
                <a:lnTo>
                  <a:pt x="2017057" y="245070"/>
                </a:lnTo>
                <a:lnTo>
                  <a:pt x="2017475" y="243036"/>
                </a:lnTo>
                <a:lnTo>
                  <a:pt x="2017907" y="240988"/>
                </a:lnTo>
                <a:lnTo>
                  <a:pt x="2018325" y="238954"/>
                </a:lnTo>
                <a:lnTo>
                  <a:pt x="2018744" y="236932"/>
                </a:lnTo>
                <a:lnTo>
                  <a:pt x="2019175" y="234910"/>
                </a:lnTo>
                <a:lnTo>
                  <a:pt x="2019594" y="232901"/>
                </a:lnTo>
                <a:lnTo>
                  <a:pt x="2020025" y="230905"/>
                </a:lnTo>
                <a:lnTo>
                  <a:pt x="2020444" y="228908"/>
                </a:lnTo>
                <a:lnTo>
                  <a:pt x="2020862" y="226925"/>
                </a:lnTo>
                <a:lnTo>
                  <a:pt x="2021293" y="224954"/>
                </a:lnTo>
                <a:lnTo>
                  <a:pt x="2021712" y="222983"/>
                </a:lnTo>
                <a:lnTo>
                  <a:pt x="2022131" y="221012"/>
                </a:lnTo>
                <a:lnTo>
                  <a:pt x="2022562" y="219066"/>
                </a:lnTo>
                <a:lnTo>
                  <a:pt x="2022980" y="217121"/>
                </a:lnTo>
                <a:lnTo>
                  <a:pt x="2023412" y="215175"/>
                </a:lnTo>
                <a:lnTo>
                  <a:pt x="2023830" y="213243"/>
                </a:lnTo>
                <a:lnTo>
                  <a:pt x="2024249" y="211323"/>
                </a:lnTo>
                <a:lnTo>
                  <a:pt x="2024667" y="209415"/>
                </a:lnTo>
                <a:lnTo>
                  <a:pt x="2025099" y="207495"/>
                </a:lnTo>
                <a:lnTo>
                  <a:pt x="2025517" y="205600"/>
                </a:lnTo>
                <a:lnTo>
                  <a:pt x="2025949" y="203706"/>
                </a:lnTo>
                <a:lnTo>
                  <a:pt x="2026367" y="201824"/>
                </a:lnTo>
                <a:lnTo>
                  <a:pt x="2026786" y="199955"/>
                </a:lnTo>
                <a:lnTo>
                  <a:pt x="2027204" y="198085"/>
                </a:lnTo>
                <a:lnTo>
                  <a:pt x="2027636" y="196229"/>
                </a:lnTo>
                <a:lnTo>
                  <a:pt x="2028054" y="194372"/>
                </a:lnTo>
                <a:lnTo>
                  <a:pt x="2028485" y="192529"/>
                </a:lnTo>
                <a:lnTo>
                  <a:pt x="2028904" y="190698"/>
                </a:lnTo>
                <a:lnTo>
                  <a:pt x="2029323" y="188867"/>
                </a:lnTo>
                <a:lnTo>
                  <a:pt x="2029754" y="187048"/>
                </a:lnTo>
                <a:lnTo>
                  <a:pt x="2030172" y="185230"/>
                </a:lnTo>
                <a:lnTo>
                  <a:pt x="2030591" y="183437"/>
                </a:lnTo>
                <a:lnTo>
                  <a:pt x="2031022" y="181631"/>
                </a:lnTo>
                <a:lnTo>
                  <a:pt x="2031441" y="179851"/>
                </a:lnTo>
                <a:lnTo>
                  <a:pt x="2031872" y="178071"/>
                </a:lnTo>
                <a:lnTo>
                  <a:pt x="2032278" y="176303"/>
                </a:lnTo>
                <a:lnTo>
                  <a:pt x="2032709" y="174536"/>
                </a:lnTo>
                <a:lnTo>
                  <a:pt x="2033128" y="172781"/>
                </a:lnTo>
                <a:lnTo>
                  <a:pt x="2033559" y="171039"/>
                </a:lnTo>
                <a:lnTo>
                  <a:pt x="2033978" y="169297"/>
                </a:lnTo>
                <a:lnTo>
                  <a:pt x="2034396" y="167568"/>
                </a:lnTo>
                <a:lnTo>
                  <a:pt x="2034828" y="165838"/>
                </a:lnTo>
                <a:lnTo>
                  <a:pt x="2035246" y="164122"/>
                </a:lnTo>
                <a:lnTo>
                  <a:pt x="2035665" y="162418"/>
                </a:lnTo>
                <a:lnTo>
                  <a:pt x="2036096" y="160727"/>
                </a:lnTo>
                <a:lnTo>
                  <a:pt x="2036515" y="159035"/>
                </a:lnTo>
                <a:lnTo>
                  <a:pt x="2036946" y="157357"/>
                </a:lnTo>
                <a:lnTo>
                  <a:pt x="2037364" y="155678"/>
                </a:lnTo>
                <a:lnTo>
                  <a:pt x="2037783" y="154025"/>
                </a:lnTo>
                <a:lnTo>
                  <a:pt x="2038202" y="152360"/>
                </a:lnTo>
                <a:lnTo>
                  <a:pt x="2038633" y="150719"/>
                </a:lnTo>
                <a:lnTo>
                  <a:pt x="2039051" y="149079"/>
                </a:lnTo>
                <a:lnTo>
                  <a:pt x="2039483" y="147451"/>
                </a:lnTo>
                <a:lnTo>
                  <a:pt x="2039901" y="145824"/>
                </a:lnTo>
                <a:lnTo>
                  <a:pt x="2040320" y="144209"/>
                </a:lnTo>
                <a:lnTo>
                  <a:pt x="2040738" y="142607"/>
                </a:lnTo>
                <a:lnTo>
                  <a:pt x="2041170" y="141004"/>
                </a:lnTo>
                <a:lnTo>
                  <a:pt x="2041588" y="139428"/>
                </a:lnTo>
                <a:lnTo>
                  <a:pt x="2042020" y="137838"/>
                </a:lnTo>
                <a:lnTo>
                  <a:pt x="2042438" y="136261"/>
                </a:lnTo>
                <a:lnTo>
                  <a:pt x="2042857" y="134710"/>
                </a:lnTo>
                <a:lnTo>
                  <a:pt x="2043275" y="133146"/>
                </a:lnTo>
                <a:lnTo>
                  <a:pt x="2043707" y="131607"/>
                </a:lnTo>
                <a:lnTo>
                  <a:pt x="2044125" y="130069"/>
                </a:lnTo>
                <a:lnTo>
                  <a:pt x="2044556" y="128543"/>
                </a:lnTo>
                <a:lnTo>
                  <a:pt x="2044975" y="127017"/>
                </a:lnTo>
                <a:lnTo>
                  <a:pt x="2045394" y="125504"/>
                </a:lnTo>
                <a:lnTo>
                  <a:pt x="2045812" y="124003"/>
                </a:lnTo>
                <a:lnTo>
                  <a:pt x="2046243" y="122516"/>
                </a:lnTo>
                <a:lnTo>
                  <a:pt x="2046662" y="121028"/>
                </a:lnTo>
                <a:lnTo>
                  <a:pt x="2047093" y="119540"/>
                </a:lnTo>
                <a:lnTo>
                  <a:pt x="2047512" y="118065"/>
                </a:lnTo>
                <a:lnTo>
                  <a:pt x="2047930" y="116616"/>
                </a:lnTo>
                <a:lnTo>
                  <a:pt x="2048362" y="115166"/>
                </a:lnTo>
                <a:lnTo>
                  <a:pt x="2048780" y="113716"/>
                </a:lnTo>
                <a:lnTo>
                  <a:pt x="2049199" y="112280"/>
                </a:lnTo>
                <a:lnTo>
                  <a:pt x="2049630" y="110868"/>
                </a:lnTo>
                <a:lnTo>
                  <a:pt x="2050049" y="109444"/>
                </a:lnTo>
                <a:lnTo>
                  <a:pt x="2050480" y="108032"/>
                </a:lnTo>
                <a:lnTo>
                  <a:pt x="2050886" y="106634"/>
                </a:lnTo>
                <a:lnTo>
                  <a:pt x="2051317" y="105235"/>
                </a:lnTo>
                <a:lnTo>
                  <a:pt x="2051736" y="103862"/>
                </a:lnTo>
                <a:lnTo>
                  <a:pt x="2052167" y="102488"/>
                </a:lnTo>
                <a:lnTo>
                  <a:pt x="2052585" y="101115"/>
                </a:lnTo>
                <a:lnTo>
                  <a:pt x="2053004" y="99755"/>
                </a:lnTo>
                <a:lnTo>
                  <a:pt x="2053435" y="98419"/>
                </a:lnTo>
                <a:lnTo>
                  <a:pt x="2053854" y="97072"/>
                </a:lnTo>
                <a:lnTo>
                  <a:pt x="2054272" y="95736"/>
                </a:lnTo>
                <a:lnTo>
                  <a:pt x="2054704" y="94427"/>
                </a:lnTo>
                <a:lnTo>
                  <a:pt x="2055122" y="93117"/>
                </a:lnTo>
                <a:lnTo>
                  <a:pt x="2055554" y="91807"/>
                </a:lnTo>
                <a:lnTo>
                  <a:pt x="2057672" y="85424"/>
                </a:lnTo>
                <a:lnTo>
                  <a:pt x="2058090" y="84178"/>
                </a:lnTo>
                <a:lnTo>
                  <a:pt x="2058509" y="82932"/>
                </a:lnTo>
                <a:lnTo>
                  <a:pt x="2058928" y="81698"/>
                </a:lnTo>
                <a:lnTo>
                  <a:pt x="2059359" y="80477"/>
                </a:lnTo>
                <a:lnTo>
                  <a:pt x="2059777" y="79257"/>
                </a:lnTo>
                <a:lnTo>
                  <a:pt x="2060209" y="78049"/>
                </a:lnTo>
                <a:lnTo>
                  <a:pt x="2060627" y="76866"/>
                </a:lnTo>
                <a:lnTo>
                  <a:pt x="2061046" y="75671"/>
                </a:lnTo>
                <a:lnTo>
                  <a:pt x="2061464" y="74488"/>
                </a:lnTo>
                <a:lnTo>
                  <a:pt x="2061896" y="73319"/>
                </a:lnTo>
                <a:lnTo>
                  <a:pt x="2062314" y="72161"/>
                </a:lnTo>
                <a:lnTo>
                  <a:pt x="2062746" y="71017"/>
                </a:lnTo>
                <a:lnTo>
                  <a:pt x="2063164" y="69860"/>
                </a:lnTo>
                <a:lnTo>
                  <a:pt x="2063583" y="68728"/>
                </a:lnTo>
                <a:lnTo>
                  <a:pt x="2064014" y="67609"/>
                </a:lnTo>
                <a:lnTo>
                  <a:pt x="2064433" y="66490"/>
                </a:lnTo>
                <a:lnTo>
                  <a:pt x="2064851" y="65384"/>
                </a:lnTo>
                <a:lnTo>
                  <a:pt x="2065282" y="64278"/>
                </a:lnTo>
                <a:lnTo>
                  <a:pt x="2065701" y="63197"/>
                </a:lnTo>
                <a:lnTo>
                  <a:pt x="2066132" y="62116"/>
                </a:lnTo>
                <a:lnTo>
                  <a:pt x="2066538" y="61035"/>
                </a:lnTo>
                <a:lnTo>
                  <a:pt x="2066969" y="59980"/>
                </a:lnTo>
                <a:lnTo>
                  <a:pt x="2067388" y="58924"/>
                </a:lnTo>
                <a:lnTo>
                  <a:pt x="2067819" y="57882"/>
                </a:lnTo>
                <a:lnTo>
                  <a:pt x="2068238" y="56852"/>
                </a:lnTo>
                <a:lnTo>
                  <a:pt x="2068656" y="55822"/>
                </a:lnTo>
                <a:lnTo>
                  <a:pt x="2069088" y="54804"/>
                </a:lnTo>
                <a:lnTo>
                  <a:pt x="2069506" y="53800"/>
                </a:lnTo>
                <a:lnTo>
                  <a:pt x="2069925" y="52808"/>
                </a:lnTo>
                <a:lnTo>
                  <a:pt x="2070356" y="51816"/>
                </a:lnTo>
                <a:lnTo>
                  <a:pt x="2070775" y="50837"/>
                </a:lnTo>
                <a:lnTo>
                  <a:pt x="2071206" y="49858"/>
                </a:lnTo>
                <a:lnTo>
                  <a:pt x="2071625" y="48904"/>
                </a:lnTo>
                <a:lnTo>
                  <a:pt x="2072043" y="47951"/>
                </a:lnTo>
                <a:lnTo>
                  <a:pt x="2072462" y="47010"/>
                </a:lnTo>
                <a:lnTo>
                  <a:pt x="2072893" y="46069"/>
                </a:lnTo>
                <a:lnTo>
                  <a:pt x="2073312" y="45140"/>
                </a:lnTo>
                <a:lnTo>
                  <a:pt x="2073743" y="44225"/>
                </a:lnTo>
                <a:lnTo>
                  <a:pt x="2074161" y="43322"/>
                </a:lnTo>
                <a:lnTo>
                  <a:pt x="2074580" y="42432"/>
                </a:lnTo>
                <a:lnTo>
                  <a:pt x="2074999" y="41542"/>
                </a:lnTo>
                <a:lnTo>
                  <a:pt x="2075430" y="40664"/>
                </a:lnTo>
                <a:lnTo>
                  <a:pt x="2075848" y="39787"/>
                </a:lnTo>
                <a:lnTo>
                  <a:pt x="2076280" y="38935"/>
                </a:lnTo>
                <a:lnTo>
                  <a:pt x="2076698" y="38070"/>
                </a:lnTo>
                <a:lnTo>
                  <a:pt x="2077117" y="37231"/>
                </a:lnTo>
                <a:lnTo>
                  <a:pt x="2077535" y="36405"/>
                </a:lnTo>
                <a:lnTo>
                  <a:pt x="2077967" y="35578"/>
                </a:lnTo>
                <a:lnTo>
                  <a:pt x="2078385" y="34777"/>
                </a:lnTo>
                <a:lnTo>
                  <a:pt x="2078817" y="33963"/>
                </a:lnTo>
                <a:lnTo>
                  <a:pt x="2079235" y="33162"/>
                </a:lnTo>
                <a:lnTo>
                  <a:pt x="2079666" y="32387"/>
                </a:lnTo>
                <a:lnTo>
                  <a:pt x="2080072" y="31611"/>
                </a:lnTo>
                <a:lnTo>
                  <a:pt x="2080504" y="30835"/>
                </a:lnTo>
                <a:lnTo>
                  <a:pt x="2080922" y="30072"/>
                </a:lnTo>
                <a:lnTo>
                  <a:pt x="2081353" y="29335"/>
                </a:lnTo>
                <a:lnTo>
                  <a:pt x="2081772" y="28585"/>
                </a:lnTo>
                <a:lnTo>
                  <a:pt x="2082191" y="27860"/>
                </a:lnTo>
                <a:lnTo>
                  <a:pt x="2082622" y="27135"/>
                </a:lnTo>
                <a:lnTo>
                  <a:pt x="2083040" y="26423"/>
                </a:lnTo>
                <a:lnTo>
                  <a:pt x="2083459" y="25723"/>
                </a:lnTo>
                <a:lnTo>
                  <a:pt x="2083890" y="25024"/>
                </a:lnTo>
                <a:lnTo>
                  <a:pt x="2084309" y="24350"/>
                </a:lnTo>
                <a:lnTo>
                  <a:pt x="2084740" y="23676"/>
                </a:lnTo>
                <a:lnTo>
                  <a:pt x="2085146" y="23015"/>
                </a:lnTo>
                <a:lnTo>
                  <a:pt x="2085577" y="22354"/>
                </a:lnTo>
                <a:lnTo>
                  <a:pt x="2085996" y="21705"/>
                </a:lnTo>
                <a:lnTo>
                  <a:pt x="2086427" y="21069"/>
                </a:lnTo>
                <a:lnTo>
                  <a:pt x="2086846" y="20446"/>
                </a:lnTo>
                <a:lnTo>
                  <a:pt x="2087264" y="19823"/>
                </a:lnTo>
                <a:lnTo>
                  <a:pt x="2087695" y="19213"/>
                </a:lnTo>
                <a:lnTo>
                  <a:pt x="2088114" y="18615"/>
                </a:lnTo>
                <a:lnTo>
                  <a:pt x="2088533" y="18030"/>
                </a:lnTo>
                <a:lnTo>
                  <a:pt x="2088964" y="17458"/>
                </a:lnTo>
                <a:lnTo>
                  <a:pt x="2089382" y="16873"/>
                </a:lnTo>
                <a:lnTo>
                  <a:pt x="2089814" y="16314"/>
                </a:lnTo>
                <a:lnTo>
                  <a:pt x="2090232" y="15767"/>
                </a:lnTo>
                <a:lnTo>
                  <a:pt x="2090651" y="15220"/>
                </a:lnTo>
                <a:lnTo>
                  <a:pt x="2091070" y="14686"/>
                </a:lnTo>
                <a:lnTo>
                  <a:pt x="2091501" y="14165"/>
                </a:lnTo>
                <a:lnTo>
                  <a:pt x="2091919" y="13643"/>
                </a:lnTo>
                <a:lnTo>
                  <a:pt x="2092351" y="13148"/>
                </a:lnTo>
                <a:lnTo>
                  <a:pt x="2094887" y="10325"/>
                </a:lnTo>
                <a:lnTo>
                  <a:pt x="2095306" y="9880"/>
                </a:lnTo>
                <a:lnTo>
                  <a:pt x="2097424" y="7832"/>
                </a:lnTo>
                <a:lnTo>
                  <a:pt x="2097843" y="7451"/>
                </a:lnTo>
                <a:lnTo>
                  <a:pt x="2098274" y="7082"/>
                </a:lnTo>
                <a:lnTo>
                  <a:pt x="2098693" y="6713"/>
                </a:lnTo>
                <a:lnTo>
                  <a:pt x="2099111" y="6357"/>
                </a:lnTo>
                <a:lnTo>
                  <a:pt x="2099543" y="6014"/>
                </a:lnTo>
                <a:lnTo>
                  <a:pt x="2099961" y="5683"/>
                </a:lnTo>
                <a:lnTo>
                  <a:pt x="2100392" y="5353"/>
                </a:lnTo>
                <a:lnTo>
                  <a:pt x="2100798" y="5035"/>
                </a:lnTo>
                <a:lnTo>
                  <a:pt x="2101230" y="4730"/>
                </a:lnTo>
                <a:lnTo>
                  <a:pt x="2101648" y="4450"/>
                </a:lnTo>
                <a:lnTo>
                  <a:pt x="2102079" y="4158"/>
                </a:lnTo>
                <a:lnTo>
                  <a:pt x="2102498" y="3878"/>
                </a:lnTo>
                <a:lnTo>
                  <a:pt x="2102917" y="3611"/>
                </a:lnTo>
                <a:lnTo>
                  <a:pt x="2103348" y="3344"/>
                </a:lnTo>
                <a:lnTo>
                  <a:pt x="2103766" y="3102"/>
                </a:lnTo>
                <a:lnTo>
                  <a:pt x="2104185" y="2861"/>
                </a:lnTo>
                <a:lnTo>
                  <a:pt x="2104616" y="2632"/>
                </a:lnTo>
                <a:lnTo>
                  <a:pt x="2105035" y="2415"/>
                </a:lnTo>
                <a:lnTo>
                  <a:pt x="2105466" y="2199"/>
                </a:lnTo>
                <a:lnTo>
                  <a:pt x="2105885" y="2009"/>
                </a:lnTo>
                <a:lnTo>
                  <a:pt x="2106303" y="1818"/>
                </a:lnTo>
                <a:lnTo>
                  <a:pt x="2106722" y="1627"/>
                </a:lnTo>
                <a:lnTo>
                  <a:pt x="2107153" y="1462"/>
                </a:lnTo>
                <a:lnTo>
                  <a:pt x="2107572" y="1297"/>
                </a:lnTo>
                <a:lnTo>
                  <a:pt x="2108003" y="1144"/>
                </a:lnTo>
                <a:lnTo>
                  <a:pt x="2108422" y="1004"/>
                </a:lnTo>
                <a:lnTo>
                  <a:pt x="2108840" y="864"/>
                </a:lnTo>
                <a:lnTo>
                  <a:pt x="2109259" y="750"/>
                </a:lnTo>
                <a:lnTo>
                  <a:pt x="2109690" y="635"/>
                </a:lnTo>
                <a:lnTo>
                  <a:pt x="2110109" y="521"/>
                </a:lnTo>
                <a:lnTo>
                  <a:pt x="2110540" y="432"/>
                </a:lnTo>
                <a:lnTo>
                  <a:pt x="2110958" y="343"/>
                </a:lnTo>
                <a:lnTo>
                  <a:pt x="2111377" y="267"/>
                </a:lnTo>
                <a:lnTo>
                  <a:pt x="2111808" y="190"/>
                </a:lnTo>
                <a:lnTo>
                  <a:pt x="2112227" y="139"/>
                </a:lnTo>
                <a:lnTo>
                  <a:pt x="2112645" y="89"/>
                </a:lnTo>
                <a:lnTo>
                  <a:pt x="2113077" y="63"/>
                </a:lnTo>
                <a:lnTo>
                  <a:pt x="2113495" y="25"/>
                </a:lnTo>
                <a:lnTo>
                  <a:pt x="2113927" y="0"/>
                </a:lnTo>
                <a:lnTo>
                  <a:pt x="2114332" y="0"/>
                </a:lnTo>
                <a:lnTo>
                  <a:pt x="2114764" y="0"/>
                </a:lnTo>
                <a:lnTo>
                  <a:pt x="2115182" y="0"/>
                </a:lnTo>
                <a:lnTo>
                  <a:pt x="2115614" y="25"/>
                </a:lnTo>
                <a:lnTo>
                  <a:pt x="2116032" y="63"/>
                </a:lnTo>
                <a:lnTo>
                  <a:pt x="2116451" y="89"/>
                </a:lnTo>
                <a:lnTo>
                  <a:pt x="2116882" y="139"/>
                </a:lnTo>
                <a:lnTo>
                  <a:pt x="2117301" y="190"/>
                </a:lnTo>
                <a:lnTo>
                  <a:pt x="2117719" y="267"/>
                </a:lnTo>
                <a:lnTo>
                  <a:pt x="2118150" y="343"/>
                </a:lnTo>
                <a:lnTo>
                  <a:pt x="2118569" y="432"/>
                </a:lnTo>
                <a:lnTo>
                  <a:pt x="2119000" y="521"/>
                </a:lnTo>
                <a:lnTo>
                  <a:pt x="2119406" y="635"/>
                </a:lnTo>
                <a:lnTo>
                  <a:pt x="2122793" y="1818"/>
                </a:lnTo>
                <a:lnTo>
                  <a:pt x="2123224" y="2009"/>
                </a:lnTo>
                <a:lnTo>
                  <a:pt x="2123643" y="2199"/>
                </a:lnTo>
                <a:lnTo>
                  <a:pt x="2124061" y="2415"/>
                </a:lnTo>
                <a:lnTo>
                  <a:pt x="2124493" y="2632"/>
                </a:lnTo>
                <a:lnTo>
                  <a:pt x="2124911" y="2861"/>
                </a:lnTo>
                <a:lnTo>
                  <a:pt x="2125330" y="3102"/>
                </a:lnTo>
                <a:lnTo>
                  <a:pt x="2125761" y="3344"/>
                </a:lnTo>
                <a:lnTo>
                  <a:pt x="2126180" y="3611"/>
                </a:lnTo>
                <a:lnTo>
                  <a:pt x="2126611" y="3878"/>
                </a:lnTo>
                <a:lnTo>
                  <a:pt x="2127017" y="4158"/>
                </a:lnTo>
                <a:lnTo>
                  <a:pt x="2127448" y="4450"/>
                </a:lnTo>
                <a:lnTo>
                  <a:pt x="2127867" y="4730"/>
                </a:lnTo>
                <a:lnTo>
                  <a:pt x="2128298" y="5035"/>
                </a:lnTo>
                <a:lnTo>
                  <a:pt x="2128716" y="5353"/>
                </a:lnTo>
                <a:lnTo>
                  <a:pt x="2129135" y="5683"/>
                </a:lnTo>
                <a:lnTo>
                  <a:pt x="2129566" y="6014"/>
                </a:lnTo>
                <a:lnTo>
                  <a:pt x="2132522" y="8621"/>
                </a:lnTo>
                <a:lnTo>
                  <a:pt x="2132940" y="9028"/>
                </a:lnTo>
                <a:lnTo>
                  <a:pt x="2133371" y="9447"/>
                </a:lnTo>
                <a:lnTo>
                  <a:pt x="2133790" y="9880"/>
                </a:lnTo>
                <a:lnTo>
                  <a:pt x="2134221" y="10325"/>
                </a:lnTo>
                <a:lnTo>
                  <a:pt x="2134640" y="10770"/>
                </a:lnTo>
                <a:lnTo>
                  <a:pt x="2135058" y="11215"/>
                </a:lnTo>
                <a:lnTo>
                  <a:pt x="2135490" y="11698"/>
                </a:lnTo>
                <a:lnTo>
                  <a:pt x="2135908" y="12168"/>
                </a:lnTo>
                <a:lnTo>
                  <a:pt x="2136340" y="12652"/>
                </a:lnTo>
                <a:lnTo>
                  <a:pt x="2136758" y="13148"/>
                </a:lnTo>
                <a:lnTo>
                  <a:pt x="2137177" y="13643"/>
                </a:lnTo>
                <a:lnTo>
                  <a:pt x="2137595" y="14165"/>
                </a:lnTo>
                <a:lnTo>
                  <a:pt x="2138027" y="14686"/>
                </a:lnTo>
                <a:lnTo>
                  <a:pt x="2138445" y="15220"/>
                </a:lnTo>
                <a:lnTo>
                  <a:pt x="2138876" y="15767"/>
                </a:lnTo>
                <a:lnTo>
                  <a:pt x="2139295" y="16314"/>
                </a:lnTo>
                <a:lnTo>
                  <a:pt x="2139714" y="16873"/>
                </a:lnTo>
                <a:lnTo>
                  <a:pt x="2140145" y="17458"/>
                </a:lnTo>
                <a:lnTo>
                  <a:pt x="2140563" y="18030"/>
                </a:lnTo>
                <a:lnTo>
                  <a:pt x="2140982" y="18615"/>
                </a:lnTo>
                <a:lnTo>
                  <a:pt x="2141413" y="19213"/>
                </a:lnTo>
                <a:lnTo>
                  <a:pt x="2141832" y="19823"/>
                </a:lnTo>
                <a:lnTo>
                  <a:pt x="2142263" y="20446"/>
                </a:lnTo>
                <a:lnTo>
                  <a:pt x="2142669" y="21069"/>
                </a:lnTo>
                <a:lnTo>
                  <a:pt x="2143100" y="21705"/>
                </a:lnTo>
                <a:lnTo>
                  <a:pt x="2143519" y="22354"/>
                </a:lnTo>
                <a:lnTo>
                  <a:pt x="2143950" y="23015"/>
                </a:lnTo>
                <a:lnTo>
                  <a:pt x="2144369" y="23676"/>
                </a:lnTo>
                <a:lnTo>
                  <a:pt x="2144787" y="24350"/>
                </a:lnTo>
                <a:lnTo>
                  <a:pt x="2145219" y="25024"/>
                </a:lnTo>
                <a:lnTo>
                  <a:pt x="2145637" y="25723"/>
                </a:lnTo>
                <a:lnTo>
                  <a:pt x="2146056" y="26423"/>
                </a:lnTo>
                <a:lnTo>
                  <a:pt x="2146487" y="27135"/>
                </a:lnTo>
                <a:lnTo>
                  <a:pt x="2146906" y="27860"/>
                </a:lnTo>
                <a:lnTo>
                  <a:pt x="2147337" y="28585"/>
                </a:lnTo>
                <a:lnTo>
                  <a:pt x="2147743" y="29335"/>
                </a:lnTo>
                <a:lnTo>
                  <a:pt x="2148174" y="30072"/>
                </a:lnTo>
                <a:lnTo>
                  <a:pt x="2148593" y="30835"/>
                </a:lnTo>
                <a:lnTo>
                  <a:pt x="2149024" y="31611"/>
                </a:lnTo>
                <a:lnTo>
                  <a:pt x="2149442" y="32387"/>
                </a:lnTo>
                <a:lnTo>
                  <a:pt x="2149861" y="33162"/>
                </a:lnTo>
                <a:lnTo>
                  <a:pt x="2150292" y="33963"/>
                </a:lnTo>
                <a:lnTo>
                  <a:pt x="2150711" y="34777"/>
                </a:lnTo>
                <a:lnTo>
                  <a:pt x="2151129" y="35578"/>
                </a:lnTo>
                <a:lnTo>
                  <a:pt x="2151561" y="36405"/>
                </a:lnTo>
                <a:lnTo>
                  <a:pt x="2151979" y="37231"/>
                </a:lnTo>
                <a:lnTo>
                  <a:pt x="2152411" y="38070"/>
                </a:lnTo>
                <a:lnTo>
                  <a:pt x="2152829" y="38935"/>
                </a:lnTo>
                <a:lnTo>
                  <a:pt x="2153248" y="39787"/>
                </a:lnTo>
                <a:lnTo>
                  <a:pt x="2153666" y="40664"/>
                </a:lnTo>
                <a:lnTo>
                  <a:pt x="2154098" y="41542"/>
                </a:lnTo>
                <a:lnTo>
                  <a:pt x="2154516" y="42432"/>
                </a:lnTo>
                <a:lnTo>
                  <a:pt x="2154947" y="43322"/>
                </a:lnTo>
                <a:lnTo>
                  <a:pt x="2155366" y="44225"/>
                </a:lnTo>
                <a:lnTo>
                  <a:pt x="2155785" y="45140"/>
                </a:lnTo>
                <a:lnTo>
                  <a:pt x="2156203" y="46069"/>
                </a:lnTo>
                <a:lnTo>
                  <a:pt x="2156634" y="47010"/>
                </a:lnTo>
                <a:lnTo>
                  <a:pt x="2157053" y="47951"/>
                </a:lnTo>
                <a:lnTo>
                  <a:pt x="2157484" y="48904"/>
                </a:lnTo>
                <a:lnTo>
                  <a:pt x="2157903" y="49858"/>
                </a:lnTo>
                <a:lnTo>
                  <a:pt x="2158321" y="50837"/>
                </a:lnTo>
                <a:lnTo>
                  <a:pt x="2158753" y="51816"/>
                </a:lnTo>
                <a:lnTo>
                  <a:pt x="2159171" y="52808"/>
                </a:lnTo>
                <a:lnTo>
                  <a:pt x="2159590" y="53800"/>
                </a:lnTo>
                <a:lnTo>
                  <a:pt x="2160021" y="54804"/>
                </a:lnTo>
                <a:lnTo>
                  <a:pt x="2160440" y="55822"/>
                </a:lnTo>
                <a:lnTo>
                  <a:pt x="2160871" y="56852"/>
                </a:lnTo>
                <a:lnTo>
                  <a:pt x="2161277" y="57882"/>
                </a:lnTo>
                <a:lnTo>
                  <a:pt x="2161708" y="58924"/>
                </a:lnTo>
                <a:lnTo>
                  <a:pt x="2162127" y="59980"/>
                </a:lnTo>
                <a:lnTo>
                  <a:pt x="2162558" y="61035"/>
                </a:lnTo>
                <a:lnTo>
                  <a:pt x="2162977" y="62116"/>
                </a:lnTo>
                <a:lnTo>
                  <a:pt x="2163395" y="63197"/>
                </a:lnTo>
                <a:lnTo>
                  <a:pt x="2163826" y="64278"/>
                </a:lnTo>
                <a:lnTo>
                  <a:pt x="2164245" y="65384"/>
                </a:lnTo>
                <a:lnTo>
                  <a:pt x="2164664" y="66490"/>
                </a:lnTo>
                <a:lnTo>
                  <a:pt x="2165095" y="67609"/>
                </a:lnTo>
                <a:lnTo>
                  <a:pt x="2165513" y="68728"/>
                </a:lnTo>
                <a:lnTo>
                  <a:pt x="2165945" y="69860"/>
                </a:lnTo>
                <a:lnTo>
                  <a:pt x="2166363" y="71017"/>
                </a:lnTo>
                <a:lnTo>
                  <a:pt x="2166782" y="72161"/>
                </a:lnTo>
                <a:lnTo>
                  <a:pt x="2167200" y="73319"/>
                </a:lnTo>
                <a:lnTo>
                  <a:pt x="2167632" y="74488"/>
                </a:lnTo>
                <a:lnTo>
                  <a:pt x="2168050" y="75671"/>
                </a:lnTo>
                <a:lnTo>
                  <a:pt x="2168481" y="76866"/>
                </a:lnTo>
                <a:lnTo>
                  <a:pt x="2168900" y="78049"/>
                </a:lnTo>
                <a:lnTo>
                  <a:pt x="2169319" y="79257"/>
                </a:lnTo>
                <a:lnTo>
                  <a:pt x="2169737" y="80477"/>
                </a:lnTo>
                <a:lnTo>
                  <a:pt x="2170169" y="81698"/>
                </a:lnTo>
                <a:lnTo>
                  <a:pt x="2170587" y="82932"/>
                </a:lnTo>
                <a:lnTo>
                  <a:pt x="2171018" y="84178"/>
                </a:lnTo>
                <a:lnTo>
                  <a:pt x="2171437" y="85424"/>
                </a:lnTo>
                <a:lnTo>
                  <a:pt x="2171856" y="86683"/>
                </a:lnTo>
                <a:lnTo>
                  <a:pt x="2172287" y="87954"/>
                </a:lnTo>
                <a:lnTo>
                  <a:pt x="2172705" y="89226"/>
                </a:lnTo>
                <a:lnTo>
                  <a:pt x="2173137" y="90510"/>
                </a:lnTo>
                <a:lnTo>
                  <a:pt x="2173555" y="91807"/>
                </a:lnTo>
                <a:lnTo>
                  <a:pt x="2173974" y="93117"/>
                </a:lnTo>
                <a:lnTo>
                  <a:pt x="2174405" y="94427"/>
                </a:lnTo>
                <a:lnTo>
                  <a:pt x="2174824" y="95736"/>
                </a:lnTo>
                <a:lnTo>
                  <a:pt x="2175242" y="97072"/>
                </a:lnTo>
                <a:lnTo>
                  <a:pt x="2175673" y="98419"/>
                </a:lnTo>
                <a:lnTo>
                  <a:pt x="2176092" y="99755"/>
                </a:lnTo>
                <a:lnTo>
                  <a:pt x="2176523" y="101115"/>
                </a:lnTo>
                <a:lnTo>
                  <a:pt x="2176929" y="102488"/>
                </a:lnTo>
                <a:lnTo>
                  <a:pt x="2177360" y="103862"/>
                </a:lnTo>
                <a:lnTo>
                  <a:pt x="2177779" y="105235"/>
                </a:lnTo>
                <a:lnTo>
                  <a:pt x="2178210" y="106634"/>
                </a:lnTo>
                <a:lnTo>
                  <a:pt x="2178629" y="108032"/>
                </a:lnTo>
                <a:lnTo>
                  <a:pt x="2179047" y="109444"/>
                </a:lnTo>
                <a:lnTo>
                  <a:pt x="2179479" y="110868"/>
                </a:lnTo>
                <a:lnTo>
                  <a:pt x="2179897" y="112280"/>
                </a:lnTo>
                <a:lnTo>
                  <a:pt x="2180316" y="113716"/>
                </a:lnTo>
                <a:lnTo>
                  <a:pt x="2180747" y="115166"/>
                </a:lnTo>
                <a:lnTo>
                  <a:pt x="2181166" y="116616"/>
                </a:lnTo>
                <a:lnTo>
                  <a:pt x="2181597" y="118065"/>
                </a:lnTo>
                <a:lnTo>
                  <a:pt x="2182003" y="119540"/>
                </a:lnTo>
                <a:lnTo>
                  <a:pt x="2182434" y="121028"/>
                </a:lnTo>
                <a:lnTo>
                  <a:pt x="2182853" y="122516"/>
                </a:lnTo>
                <a:lnTo>
                  <a:pt x="2183284" y="124003"/>
                </a:lnTo>
                <a:lnTo>
                  <a:pt x="2183703" y="125504"/>
                </a:lnTo>
                <a:lnTo>
                  <a:pt x="2184121" y="127017"/>
                </a:lnTo>
                <a:lnTo>
                  <a:pt x="2184552" y="128543"/>
                </a:lnTo>
                <a:lnTo>
                  <a:pt x="2184971" y="130069"/>
                </a:lnTo>
                <a:lnTo>
                  <a:pt x="2185390" y="131607"/>
                </a:lnTo>
                <a:lnTo>
                  <a:pt x="2185821" y="133146"/>
                </a:lnTo>
                <a:lnTo>
                  <a:pt x="2186239" y="134710"/>
                </a:lnTo>
                <a:lnTo>
                  <a:pt x="2186671" y="136261"/>
                </a:lnTo>
                <a:lnTo>
                  <a:pt x="2187089" y="137838"/>
                </a:lnTo>
                <a:lnTo>
                  <a:pt x="2187508" y="139428"/>
                </a:lnTo>
                <a:lnTo>
                  <a:pt x="2187926" y="141004"/>
                </a:lnTo>
                <a:lnTo>
                  <a:pt x="2188358" y="142607"/>
                </a:lnTo>
                <a:lnTo>
                  <a:pt x="2188776" y="144209"/>
                </a:lnTo>
                <a:lnTo>
                  <a:pt x="2189208" y="145824"/>
                </a:lnTo>
                <a:lnTo>
                  <a:pt x="2189626" y="147451"/>
                </a:lnTo>
                <a:lnTo>
                  <a:pt x="2190045" y="149079"/>
                </a:lnTo>
                <a:lnTo>
                  <a:pt x="2190463" y="150719"/>
                </a:lnTo>
                <a:lnTo>
                  <a:pt x="2190895" y="152360"/>
                </a:lnTo>
                <a:lnTo>
                  <a:pt x="2191313" y="154025"/>
                </a:lnTo>
                <a:lnTo>
                  <a:pt x="2191744" y="155678"/>
                </a:lnTo>
                <a:lnTo>
                  <a:pt x="2192163" y="157357"/>
                </a:lnTo>
                <a:lnTo>
                  <a:pt x="2192582" y="159035"/>
                </a:lnTo>
                <a:lnTo>
                  <a:pt x="2193013" y="160727"/>
                </a:lnTo>
                <a:lnTo>
                  <a:pt x="2193431" y="162418"/>
                </a:lnTo>
                <a:lnTo>
                  <a:pt x="2193850" y="164122"/>
                </a:lnTo>
                <a:lnTo>
                  <a:pt x="2194281" y="165838"/>
                </a:lnTo>
                <a:lnTo>
                  <a:pt x="2194700" y="167568"/>
                </a:lnTo>
                <a:lnTo>
                  <a:pt x="2195131" y="169297"/>
                </a:lnTo>
                <a:lnTo>
                  <a:pt x="2195537" y="171039"/>
                </a:lnTo>
                <a:lnTo>
                  <a:pt x="2195968" y="172781"/>
                </a:lnTo>
                <a:lnTo>
                  <a:pt x="2196387" y="174536"/>
                </a:lnTo>
                <a:lnTo>
                  <a:pt x="2196818" y="176303"/>
                </a:lnTo>
                <a:lnTo>
                  <a:pt x="2197237" y="178071"/>
                </a:lnTo>
                <a:lnTo>
                  <a:pt x="2197655" y="179851"/>
                </a:lnTo>
                <a:lnTo>
                  <a:pt x="2198087" y="181631"/>
                </a:lnTo>
                <a:lnTo>
                  <a:pt x="2198505" y="183437"/>
                </a:lnTo>
                <a:lnTo>
                  <a:pt x="2198924" y="185230"/>
                </a:lnTo>
                <a:lnTo>
                  <a:pt x="2199355" y="187048"/>
                </a:lnTo>
                <a:lnTo>
                  <a:pt x="2199774" y="188867"/>
                </a:lnTo>
                <a:lnTo>
                  <a:pt x="2200205" y="190698"/>
                </a:lnTo>
                <a:lnTo>
                  <a:pt x="2200623" y="192529"/>
                </a:lnTo>
                <a:lnTo>
                  <a:pt x="2201042" y="194372"/>
                </a:lnTo>
                <a:lnTo>
                  <a:pt x="2201461" y="196229"/>
                </a:lnTo>
                <a:lnTo>
                  <a:pt x="2201892" y="198085"/>
                </a:lnTo>
                <a:lnTo>
                  <a:pt x="2202310" y="199955"/>
                </a:lnTo>
                <a:lnTo>
                  <a:pt x="2202742" y="201824"/>
                </a:lnTo>
                <a:lnTo>
                  <a:pt x="2203160" y="203706"/>
                </a:lnTo>
                <a:lnTo>
                  <a:pt x="2203579" y="205600"/>
                </a:lnTo>
                <a:lnTo>
                  <a:pt x="2203997" y="207495"/>
                </a:lnTo>
                <a:lnTo>
                  <a:pt x="2204429" y="209415"/>
                </a:lnTo>
                <a:lnTo>
                  <a:pt x="2204847" y="211323"/>
                </a:lnTo>
                <a:lnTo>
                  <a:pt x="2205279" y="213243"/>
                </a:lnTo>
                <a:lnTo>
                  <a:pt x="2205697" y="215175"/>
                </a:lnTo>
                <a:lnTo>
                  <a:pt x="2206116" y="217121"/>
                </a:lnTo>
                <a:lnTo>
                  <a:pt x="2206547" y="219066"/>
                </a:lnTo>
                <a:lnTo>
                  <a:pt x="2206966" y="221012"/>
                </a:lnTo>
                <a:lnTo>
                  <a:pt x="2207384" y="222983"/>
                </a:lnTo>
                <a:lnTo>
                  <a:pt x="2207815" y="224954"/>
                </a:lnTo>
                <a:lnTo>
                  <a:pt x="2208234" y="226925"/>
                </a:lnTo>
                <a:lnTo>
                  <a:pt x="2208665" y="228908"/>
                </a:lnTo>
                <a:lnTo>
                  <a:pt x="2209071" y="230905"/>
                </a:lnTo>
                <a:lnTo>
                  <a:pt x="2209502" y="232901"/>
                </a:lnTo>
                <a:lnTo>
                  <a:pt x="2209934" y="234910"/>
                </a:lnTo>
                <a:lnTo>
                  <a:pt x="2210352" y="236932"/>
                </a:lnTo>
                <a:lnTo>
                  <a:pt x="2210783" y="238954"/>
                </a:lnTo>
                <a:lnTo>
                  <a:pt x="2211189" y="240988"/>
                </a:lnTo>
                <a:lnTo>
                  <a:pt x="2211621" y="243036"/>
                </a:lnTo>
                <a:lnTo>
                  <a:pt x="2212039" y="245070"/>
                </a:lnTo>
                <a:lnTo>
                  <a:pt x="2212470" y="247130"/>
                </a:lnTo>
                <a:lnTo>
                  <a:pt x="2212889" y="249190"/>
                </a:lnTo>
                <a:lnTo>
                  <a:pt x="2213308" y="251263"/>
                </a:lnTo>
                <a:lnTo>
                  <a:pt x="2213739" y="253335"/>
                </a:lnTo>
                <a:lnTo>
                  <a:pt x="2214157" y="255421"/>
                </a:lnTo>
                <a:lnTo>
                  <a:pt x="2214576" y="257519"/>
                </a:lnTo>
                <a:lnTo>
                  <a:pt x="2215007" y="259617"/>
                </a:lnTo>
                <a:lnTo>
                  <a:pt x="2215426" y="261728"/>
                </a:lnTo>
                <a:lnTo>
                  <a:pt x="2215857" y="263839"/>
                </a:lnTo>
                <a:lnTo>
                  <a:pt x="2216263" y="265962"/>
                </a:lnTo>
                <a:lnTo>
                  <a:pt x="2216694" y="268086"/>
                </a:lnTo>
                <a:lnTo>
                  <a:pt x="2217113" y="270222"/>
                </a:lnTo>
                <a:lnTo>
                  <a:pt x="2217544" y="272371"/>
                </a:lnTo>
                <a:lnTo>
                  <a:pt x="2217963" y="274520"/>
                </a:lnTo>
                <a:lnTo>
                  <a:pt x="2218394" y="276681"/>
                </a:lnTo>
                <a:lnTo>
                  <a:pt x="2218813" y="278843"/>
                </a:lnTo>
                <a:lnTo>
                  <a:pt x="2219231" y="281018"/>
                </a:lnTo>
                <a:lnTo>
                  <a:pt x="2219650" y="283205"/>
                </a:lnTo>
                <a:lnTo>
                  <a:pt x="2220081" y="285392"/>
                </a:lnTo>
                <a:lnTo>
                  <a:pt x="2220500" y="287579"/>
                </a:lnTo>
                <a:lnTo>
                  <a:pt x="2220931" y="289791"/>
                </a:lnTo>
                <a:lnTo>
                  <a:pt x="2221349" y="291991"/>
                </a:lnTo>
                <a:lnTo>
                  <a:pt x="2221768" y="294204"/>
                </a:lnTo>
                <a:lnTo>
                  <a:pt x="2222187" y="296442"/>
                </a:lnTo>
                <a:lnTo>
                  <a:pt x="2222618" y="298680"/>
                </a:lnTo>
                <a:lnTo>
                  <a:pt x="2223036" y="300905"/>
                </a:lnTo>
                <a:lnTo>
                  <a:pt x="2223468" y="303156"/>
                </a:lnTo>
                <a:lnTo>
                  <a:pt x="2223886" y="305406"/>
                </a:lnTo>
                <a:lnTo>
                  <a:pt x="2224305" y="307670"/>
                </a:lnTo>
                <a:lnTo>
                  <a:pt x="2224723" y="309946"/>
                </a:lnTo>
                <a:lnTo>
                  <a:pt x="2225155" y="312209"/>
                </a:lnTo>
                <a:lnTo>
                  <a:pt x="2225573" y="314498"/>
                </a:lnTo>
                <a:lnTo>
                  <a:pt x="2226005" y="316787"/>
                </a:lnTo>
                <a:lnTo>
                  <a:pt x="2226423" y="319076"/>
                </a:lnTo>
                <a:lnTo>
                  <a:pt x="2226842" y="321377"/>
                </a:lnTo>
                <a:lnTo>
                  <a:pt x="2227273" y="323692"/>
                </a:lnTo>
                <a:lnTo>
                  <a:pt x="2227692" y="326006"/>
                </a:lnTo>
                <a:lnTo>
                  <a:pt x="2228110" y="328320"/>
                </a:lnTo>
                <a:lnTo>
                  <a:pt x="2228541" y="330660"/>
                </a:lnTo>
                <a:lnTo>
                  <a:pt x="2228960" y="333000"/>
                </a:lnTo>
                <a:lnTo>
                  <a:pt x="2229391" y="335339"/>
                </a:lnTo>
                <a:lnTo>
                  <a:pt x="2229797" y="337692"/>
                </a:lnTo>
                <a:lnTo>
                  <a:pt x="2230228" y="340057"/>
                </a:lnTo>
                <a:lnTo>
                  <a:pt x="2230647" y="342409"/>
                </a:lnTo>
                <a:lnTo>
                  <a:pt x="2231078" y="344787"/>
                </a:lnTo>
                <a:lnTo>
                  <a:pt x="2231497" y="347165"/>
                </a:lnTo>
                <a:lnTo>
                  <a:pt x="2231915" y="349555"/>
                </a:lnTo>
                <a:lnTo>
                  <a:pt x="2232347" y="351946"/>
                </a:lnTo>
                <a:lnTo>
                  <a:pt x="2232765" y="354349"/>
                </a:lnTo>
                <a:lnTo>
                  <a:pt x="2233184" y="356753"/>
                </a:lnTo>
                <a:lnTo>
                  <a:pt x="2233615" y="359156"/>
                </a:lnTo>
                <a:lnTo>
                  <a:pt x="2234034" y="361585"/>
                </a:lnTo>
                <a:lnTo>
                  <a:pt x="2234465" y="364013"/>
                </a:lnTo>
                <a:lnTo>
                  <a:pt x="2234884" y="366429"/>
                </a:lnTo>
                <a:lnTo>
                  <a:pt x="2235302" y="368871"/>
                </a:lnTo>
                <a:lnTo>
                  <a:pt x="2235721" y="371312"/>
                </a:lnTo>
                <a:lnTo>
                  <a:pt x="2236152" y="373766"/>
                </a:lnTo>
                <a:lnTo>
                  <a:pt x="2236571" y="376233"/>
                </a:lnTo>
                <a:lnTo>
                  <a:pt x="2237002" y="378700"/>
                </a:lnTo>
                <a:lnTo>
                  <a:pt x="2237408" y="381179"/>
                </a:lnTo>
                <a:lnTo>
                  <a:pt x="2237839" y="383646"/>
                </a:lnTo>
                <a:lnTo>
                  <a:pt x="2238258" y="386126"/>
                </a:lnTo>
                <a:lnTo>
                  <a:pt x="2238689" y="388618"/>
                </a:lnTo>
                <a:lnTo>
                  <a:pt x="2239107" y="391110"/>
                </a:lnTo>
                <a:lnTo>
                  <a:pt x="2239539" y="393628"/>
                </a:lnTo>
                <a:lnTo>
                  <a:pt x="2239957" y="396133"/>
                </a:lnTo>
                <a:lnTo>
                  <a:pt x="2240376" y="398651"/>
                </a:lnTo>
                <a:lnTo>
                  <a:pt x="2240794" y="401181"/>
                </a:lnTo>
                <a:lnTo>
                  <a:pt x="2241226" y="403712"/>
                </a:lnTo>
                <a:lnTo>
                  <a:pt x="2241644" y="406242"/>
                </a:lnTo>
                <a:lnTo>
                  <a:pt x="2242076" y="408785"/>
                </a:lnTo>
                <a:lnTo>
                  <a:pt x="2242494" y="411329"/>
                </a:lnTo>
                <a:lnTo>
                  <a:pt x="2242925" y="413897"/>
                </a:lnTo>
                <a:lnTo>
                  <a:pt x="2243331" y="416440"/>
                </a:lnTo>
                <a:lnTo>
                  <a:pt x="2243763" y="419022"/>
                </a:lnTo>
                <a:lnTo>
                  <a:pt x="2244181" y="421590"/>
                </a:lnTo>
                <a:lnTo>
                  <a:pt x="2244612" y="424171"/>
                </a:lnTo>
                <a:lnTo>
                  <a:pt x="2245031" y="426753"/>
                </a:lnTo>
                <a:lnTo>
                  <a:pt x="2245450" y="429347"/>
                </a:lnTo>
                <a:lnTo>
                  <a:pt x="2245868" y="431953"/>
                </a:lnTo>
                <a:lnTo>
                  <a:pt x="2246299" y="434547"/>
                </a:lnTo>
                <a:lnTo>
                  <a:pt x="2246718" y="437154"/>
                </a:lnTo>
                <a:lnTo>
                  <a:pt x="2247149" y="439774"/>
                </a:lnTo>
                <a:lnTo>
                  <a:pt x="2247568" y="442393"/>
                </a:lnTo>
                <a:lnTo>
                  <a:pt x="2247986" y="445025"/>
                </a:lnTo>
                <a:lnTo>
                  <a:pt x="2248418" y="447657"/>
                </a:lnTo>
                <a:lnTo>
                  <a:pt x="2248836" y="450302"/>
                </a:lnTo>
                <a:lnTo>
                  <a:pt x="2249267" y="452947"/>
                </a:lnTo>
                <a:lnTo>
                  <a:pt x="2249686" y="455592"/>
                </a:lnTo>
                <a:lnTo>
                  <a:pt x="2250105" y="458262"/>
                </a:lnTo>
                <a:lnTo>
                  <a:pt x="2250536" y="460920"/>
                </a:lnTo>
                <a:lnTo>
                  <a:pt x="2250955" y="463590"/>
                </a:lnTo>
                <a:lnTo>
                  <a:pt x="2251373" y="466273"/>
                </a:lnTo>
                <a:lnTo>
                  <a:pt x="2251804" y="468956"/>
                </a:lnTo>
                <a:lnTo>
                  <a:pt x="2252223" y="471639"/>
                </a:lnTo>
                <a:lnTo>
                  <a:pt x="2252654" y="474335"/>
                </a:lnTo>
                <a:lnTo>
                  <a:pt x="2253060" y="477031"/>
                </a:lnTo>
                <a:lnTo>
                  <a:pt x="2253491" y="479739"/>
                </a:lnTo>
                <a:lnTo>
                  <a:pt x="2253910" y="482448"/>
                </a:lnTo>
                <a:lnTo>
                  <a:pt x="2254341" y="485156"/>
                </a:lnTo>
                <a:lnTo>
                  <a:pt x="2254760" y="487877"/>
                </a:lnTo>
                <a:lnTo>
                  <a:pt x="2255178" y="490611"/>
                </a:lnTo>
                <a:lnTo>
                  <a:pt x="2255610" y="493345"/>
                </a:lnTo>
                <a:lnTo>
                  <a:pt x="2256028" y="496079"/>
                </a:lnTo>
                <a:lnTo>
                  <a:pt x="2256447" y="498826"/>
                </a:lnTo>
                <a:lnTo>
                  <a:pt x="2256878" y="501572"/>
                </a:lnTo>
                <a:lnTo>
                  <a:pt x="2257297" y="504332"/>
                </a:lnTo>
                <a:lnTo>
                  <a:pt x="2257728" y="507091"/>
                </a:lnTo>
                <a:lnTo>
                  <a:pt x="2258134" y="509850"/>
                </a:lnTo>
                <a:lnTo>
                  <a:pt x="2258565" y="512635"/>
                </a:lnTo>
                <a:lnTo>
                  <a:pt x="2258984" y="515407"/>
                </a:lnTo>
                <a:lnTo>
                  <a:pt x="2259415" y="518192"/>
                </a:lnTo>
                <a:lnTo>
                  <a:pt x="2259833" y="520976"/>
                </a:lnTo>
                <a:lnTo>
                  <a:pt x="2260252" y="523774"/>
                </a:lnTo>
                <a:lnTo>
                  <a:pt x="2260683" y="526571"/>
                </a:lnTo>
                <a:lnTo>
                  <a:pt x="2261102" y="529382"/>
                </a:lnTo>
                <a:lnTo>
                  <a:pt x="2261520" y="532179"/>
                </a:lnTo>
                <a:lnTo>
                  <a:pt x="2261952" y="535002"/>
                </a:lnTo>
                <a:lnTo>
                  <a:pt x="2262370" y="537825"/>
                </a:lnTo>
                <a:lnTo>
                  <a:pt x="2262802" y="540648"/>
                </a:lnTo>
                <a:lnTo>
                  <a:pt x="2263220" y="543471"/>
                </a:lnTo>
                <a:lnTo>
                  <a:pt x="2263639" y="546319"/>
                </a:lnTo>
                <a:lnTo>
                  <a:pt x="2264057" y="549167"/>
                </a:lnTo>
                <a:lnTo>
                  <a:pt x="2264489" y="552003"/>
                </a:lnTo>
                <a:lnTo>
                  <a:pt x="2264907" y="554851"/>
                </a:lnTo>
                <a:lnTo>
                  <a:pt x="2265338" y="557712"/>
                </a:lnTo>
                <a:lnTo>
                  <a:pt x="2265757" y="560573"/>
                </a:lnTo>
                <a:lnTo>
                  <a:pt x="2266176" y="563447"/>
                </a:lnTo>
                <a:lnTo>
                  <a:pt x="2266594" y="566321"/>
                </a:lnTo>
                <a:lnTo>
                  <a:pt x="2267025" y="569195"/>
                </a:lnTo>
                <a:lnTo>
                  <a:pt x="2267444" y="572068"/>
                </a:lnTo>
                <a:lnTo>
                  <a:pt x="2267875" y="574955"/>
                </a:lnTo>
                <a:lnTo>
                  <a:pt x="2268294" y="577854"/>
                </a:lnTo>
                <a:lnTo>
                  <a:pt x="2268712" y="580753"/>
                </a:lnTo>
                <a:lnTo>
                  <a:pt x="2269144" y="583652"/>
                </a:lnTo>
                <a:lnTo>
                  <a:pt x="2269562" y="586552"/>
                </a:lnTo>
                <a:lnTo>
                  <a:pt x="2269981" y="589463"/>
                </a:lnTo>
                <a:lnTo>
                  <a:pt x="2270412" y="592375"/>
                </a:lnTo>
                <a:lnTo>
                  <a:pt x="2270831" y="595313"/>
                </a:lnTo>
                <a:lnTo>
                  <a:pt x="2271262" y="598225"/>
                </a:lnTo>
                <a:lnTo>
                  <a:pt x="2271668" y="601162"/>
                </a:lnTo>
                <a:lnTo>
                  <a:pt x="2272099" y="604099"/>
                </a:lnTo>
                <a:lnTo>
                  <a:pt x="2272518" y="607037"/>
                </a:lnTo>
                <a:lnTo>
                  <a:pt x="2272949" y="609987"/>
                </a:lnTo>
                <a:lnTo>
                  <a:pt x="2273368" y="612924"/>
                </a:lnTo>
                <a:lnTo>
                  <a:pt x="2273786" y="615887"/>
                </a:lnTo>
                <a:lnTo>
                  <a:pt x="2274217" y="618837"/>
                </a:lnTo>
                <a:lnTo>
                  <a:pt x="2274636" y="621800"/>
                </a:lnTo>
                <a:lnTo>
                  <a:pt x="2275055" y="624775"/>
                </a:lnTo>
                <a:lnTo>
                  <a:pt x="2275486" y="627751"/>
                </a:lnTo>
                <a:lnTo>
                  <a:pt x="2275904" y="630726"/>
                </a:lnTo>
                <a:lnTo>
                  <a:pt x="2276336" y="633702"/>
                </a:lnTo>
                <a:lnTo>
                  <a:pt x="2276754" y="636690"/>
                </a:lnTo>
                <a:lnTo>
                  <a:pt x="2277173" y="639691"/>
                </a:lnTo>
                <a:lnTo>
                  <a:pt x="2277591" y="642679"/>
                </a:lnTo>
                <a:lnTo>
                  <a:pt x="2278023" y="645680"/>
                </a:lnTo>
                <a:lnTo>
                  <a:pt x="2278441" y="648693"/>
                </a:lnTo>
                <a:lnTo>
                  <a:pt x="2278873" y="651694"/>
                </a:lnTo>
                <a:lnTo>
                  <a:pt x="2279291" y="654708"/>
                </a:lnTo>
                <a:lnTo>
                  <a:pt x="2279710" y="657722"/>
                </a:lnTo>
                <a:lnTo>
                  <a:pt x="2280128" y="660748"/>
                </a:lnTo>
                <a:lnTo>
                  <a:pt x="2280560" y="663774"/>
                </a:lnTo>
                <a:lnTo>
                  <a:pt x="2280978" y="666801"/>
                </a:lnTo>
                <a:lnTo>
                  <a:pt x="2281409" y="669827"/>
                </a:lnTo>
                <a:lnTo>
                  <a:pt x="2281828" y="672866"/>
                </a:lnTo>
                <a:lnTo>
                  <a:pt x="2282247" y="675918"/>
                </a:lnTo>
                <a:lnTo>
                  <a:pt x="2282678" y="678957"/>
                </a:lnTo>
                <a:lnTo>
                  <a:pt x="2283096" y="682021"/>
                </a:lnTo>
                <a:lnTo>
                  <a:pt x="2283515" y="685060"/>
                </a:lnTo>
                <a:lnTo>
                  <a:pt x="2283946" y="688125"/>
                </a:lnTo>
                <a:lnTo>
                  <a:pt x="2284365" y="691189"/>
                </a:lnTo>
                <a:lnTo>
                  <a:pt x="2284796" y="694254"/>
                </a:lnTo>
                <a:lnTo>
                  <a:pt x="2285202" y="697318"/>
                </a:lnTo>
                <a:lnTo>
                  <a:pt x="2285633" y="700396"/>
                </a:lnTo>
                <a:lnTo>
                  <a:pt x="2286065" y="703486"/>
                </a:lnTo>
                <a:lnTo>
                  <a:pt x="2286483" y="706563"/>
                </a:lnTo>
                <a:lnTo>
                  <a:pt x="2286914" y="709653"/>
                </a:lnTo>
                <a:lnTo>
                  <a:pt x="2287320" y="712743"/>
                </a:lnTo>
                <a:lnTo>
                  <a:pt x="2287752" y="715833"/>
                </a:lnTo>
                <a:lnTo>
                  <a:pt x="2288170" y="718935"/>
                </a:lnTo>
                <a:lnTo>
                  <a:pt x="2288601" y="722038"/>
                </a:lnTo>
                <a:lnTo>
                  <a:pt x="2289020" y="725140"/>
                </a:lnTo>
                <a:lnTo>
                  <a:pt x="2289439" y="728256"/>
                </a:lnTo>
                <a:lnTo>
                  <a:pt x="2289870" y="731358"/>
                </a:lnTo>
                <a:lnTo>
                  <a:pt x="2290288" y="734487"/>
                </a:lnTo>
                <a:lnTo>
                  <a:pt x="2290707" y="737602"/>
                </a:lnTo>
                <a:lnTo>
                  <a:pt x="2291138" y="740730"/>
                </a:lnTo>
                <a:lnTo>
                  <a:pt x="2291557" y="743858"/>
                </a:lnTo>
                <a:lnTo>
                  <a:pt x="2291988" y="746986"/>
                </a:lnTo>
                <a:lnTo>
                  <a:pt x="2292394" y="750127"/>
                </a:lnTo>
                <a:lnTo>
                  <a:pt x="2292825" y="753268"/>
                </a:lnTo>
                <a:lnTo>
                  <a:pt x="2293244" y="756408"/>
                </a:lnTo>
                <a:lnTo>
                  <a:pt x="2293675" y="759549"/>
                </a:lnTo>
                <a:lnTo>
                  <a:pt x="2294094" y="762703"/>
                </a:lnTo>
                <a:lnTo>
                  <a:pt x="2294512" y="765856"/>
                </a:lnTo>
                <a:lnTo>
                  <a:pt x="2294943" y="769010"/>
                </a:lnTo>
                <a:lnTo>
                  <a:pt x="2295362" y="772176"/>
                </a:lnTo>
                <a:lnTo>
                  <a:pt x="2295781" y="775330"/>
                </a:lnTo>
                <a:lnTo>
                  <a:pt x="2296212" y="778508"/>
                </a:lnTo>
                <a:lnTo>
                  <a:pt x="2296630" y="781662"/>
                </a:lnTo>
                <a:lnTo>
                  <a:pt x="2297062" y="784841"/>
                </a:lnTo>
                <a:lnTo>
                  <a:pt x="2297480" y="788020"/>
                </a:lnTo>
                <a:lnTo>
                  <a:pt x="2297899" y="791199"/>
                </a:lnTo>
                <a:lnTo>
                  <a:pt x="2298318" y="794390"/>
                </a:lnTo>
                <a:lnTo>
                  <a:pt x="2298749" y="797569"/>
                </a:lnTo>
                <a:lnTo>
                  <a:pt x="2299167" y="800761"/>
                </a:lnTo>
                <a:lnTo>
                  <a:pt x="2299599" y="803953"/>
                </a:lnTo>
                <a:lnTo>
                  <a:pt x="2300017" y="807144"/>
                </a:lnTo>
                <a:lnTo>
                  <a:pt x="2300436" y="810336"/>
                </a:lnTo>
                <a:lnTo>
                  <a:pt x="2300854" y="813540"/>
                </a:lnTo>
                <a:lnTo>
                  <a:pt x="2301286" y="816745"/>
                </a:lnTo>
                <a:lnTo>
                  <a:pt x="2301704" y="819962"/>
                </a:lnTo>
                <a:lnTo>
                  <a:pt x="2302135" y="823166"/>
                </a:lnTo>
                <a:lnTo>
                  <a:pt x="2302554" y="826383"/>
                </a:lnTo>
                <a:lnTo>
                  <a:pt x="2302973" y="829600"/>
                </a:lnTo>
                <a:lnTo>
                  <a:pt x="2303404" y="832817"/>
                </a:lnTo>
                <a:lnTo>
                  <a:pt x="2303822" y="836035"/>
                </a:lnTo>
                <a:lnTo>
                  <a:pt x="2304241" y="839277"/>
                </a:lnTo>
                <a:lnTo>
                  <a:pt x="2304672" y="842494"/>
                </a:lnTo>
                <a:lnTo>
                  <a:pt x="2305091" y="845724"/>
                </a:lnTo>
                <a:lnTo>
                  <a:pt x="2305522" y="848966"/>
                </a:lnTo>
                <a:lnTo>
                  <a:pt x="2305928" y="852196"/>
                </a:lnTo>
                <a:lnTo>
                  <a:pt x="2306359" y="855439"/>
                </a:lnTo>
                <a:lnTo>
                  <a:pt x="2306778" y="858681"/>
                </a:lnTo>
                <a:lnTo>
                  <a:pt x="2307209" y="861924"/>
                </a:lnTo>
                <a:lnTo>
                  <a:pt x="2307628" y="865179"/>
                </a:lnTo>
                <a:lnTo>
                  <a:pt x="2308046" y="868422"/>
                </a:lnTo>
                <a:lnTo>
                  <a:pt x="2308478" y="871677"/>
                </a:lnTo>
                <a:lnTo>
                  <a:pt x="2308896" y="874932"/>
                </a:lnTo>
                <a:lnTo>
                  <a:pt x="2309315" y="878187"/>
                </a:lnTo>
                <a:lnTo>
                  <a:pt x="2309746" y="881455"/>
                </a:lnTo>
                <a:lnTo>
                  <a:pt x="2310165" y="884710"/>
                </a:lnTo>
                <a:lnTo>
                  <a:pt x="2310596" y="887978"/>
                </a:lnTo>
                <a:lnTo>
                  <a:pt x="2311014" y="891246"/>
                </a:lnTo>
                <a:lnTo>
                  <a:pt x="2311433" y="894514"/>
                </a:lnTo>
                <a:lnTo>
                  <a:pt x="2311852" y="897795"/>
                </a:lnTo>
                <a:lnTo>
                  <a:pt x="2312283" y="901063"/>
                </a:lnTo>
                <a:lnTo>
                  <a:pt x="2312701" y="904344"/>
                </a:lnTo>
                <a:lnTo>
                  <a:pt x="2313133" y="907624"/>
                </a:lnTo>
                <a:lnTo>
                  <a:pt x="2313551" y="910905"/>
                </a:lnTo>
                <a:lnTo>
                  <a:pt x="2313970" y="914186"/>
                </a:lnTo>
                <a:lnTo>
                  <a:pt x="2314388" y="917479"/>
                </a:lnTo>
                <a:lnTo>
                  <a:pt x="2314820" y="920760"/>
                </a:lnTo>
                <a:lnTo>
                  <a:pt x="2315238" y="924053"/>
                </a:lnTo>
                <a:lnTo>
                  <a:pt x="2315670" y="927346"/>
                </a:lnTo>
                <a:lnTo>
                  <a:pt x="2316088" y="930652"/>
                </a:lnTo>
                <a:lnTo>
                  <a:pt x="2316507" y="933946"/>
                </a:lnTo>
                <a:lnTo>
                  <a:pt x="2316938" y="937239"/>
                </a:lnTo>
                <a:lnTo>
                  <a:pt x="2317357" y="940545"/>
                </a:lnTo>
                <a:lnTo>
                  <a:pt x="2317775" y="943851"/>
                </a:lnTo>
                <a:lnTo>
                  <a:pt x="2318206" y="947157"/>
                </a:lnTo>
                <a:lnTo>
                  <a:pt x="2318625" y="950464"/>
                </a:lnTo>
                <a:lnTo>
                  <a:pt x="2319056" y="953770"/>
                </a:lnTo>
                <a:lnTo>
                  <a:pt x="2319462" y="957076"/>
                </a:lnTo>
                <a:lnTo>
                  <a:pt x="2319893" y="960395"/>
                </a:lnTo>
                <a:lnTo>
                  <a:pt x="2320312" y="963701"/>
                </a:lnTo>
                <a:lnTo>
                  <a:pt x="2320743" y="967032"/>
                </a:lnTo>
                <a:lnTo>
                  <a:pt x="2321162" y="970351"/>
                </a:lnTo>
                <a:lnTo>
                  <a:pt x="2321580" y="973670"/>
                </a:lnTo>
                <a:lnTo>
                  <a:pt x="2322012" y="976989"/>
                </a:lnTo>
                <a:lnTo>
                  <a:pt x="2322430" y="980320"/>
                </a:lnTo>
                <a:lnTo>
                  <a:pt x="2322849" y="983639"/>
                </a:lnTo>
                <a:lnTo>
                  <a:pt x="2323280" y="986970"/>
                </a:lnTo>
                <a:lnTo>
                  <a:pt x="2323699" y="990302"/>
                </a:lnTo>
                <a:lnTo>
                  <a:pt x="2324130" y="993633"/>
                </a:lnTo>
                <a:lnTo>
                  <a:pt x="2324549" y="996965"/>
                </a:lnTo>
                <a:lnTo>
                  <a:pt x="2324967" y="1000297"/>
                </a:lnTo>
                <a:lnTo>
                  <a:pt x="2325398" y="1003628"/>
                </a:lnTo>
                <a:lnTo>
                  <a:pt x="2325817" y="1006972"/>
                </a:lnTo>
                <a:lnTo>
                  <a:pt x="2326248" y="1010304"/>
                </a:lnTo>
                <a:lnTo>
                  <a:pt x="2326654" y="1013648"/>
                </a:lnTo>
                <a:lnTo>
                  <a:pt x="2327085" y="1016992"/>
                </a:lnTo>
                <a:lnTo>
                  <a:pt x="2327504" y="1020337"/>
                </a:lnTo>
                <a:lnTo>
                  <a:pt x="2327935" y="1023681"/>
                </a:lnTo>
                <a:lnTo>
                  <a:pt x="2328354" y="1027025"/>
                </a:lnTo>
                <a:lnTo>
                  <a:pt x="2328772" y="1030369"/>
                </a:lnTo>
                <a:lnTo>
                  <a:pt x="2329204" y="1033726"/>
                </a:lnTo>
                <a:lnTo>
                  <a:pt x="2329622" y="1037070"/>
                </a:lnTo>
                <a:lnTo>
                  <a:pt x="2330041" y="1040427"/>
                </a:lnTo>
                <a:lnTo>
                  <a:pt x="2330472" y="1043784"/>
                </a:lnTo>
                <a:lnTo>
                  <a:pt x="2330891" y="1047141"/>
                </a:lnTo>
                <a:lnTo>
                  <a:pt x="2331322" y="1050486"/>
                </a:lnTo>
                <a:lnTo>
                  <a:pt x="2331741" y="1053843"/>
                </a:lnTo>
                <a:lnTo>
                  <a:pt x="2332159" y="1057200"/>
                </a:lnTo>
                <a:lnTo>
                  <a:pt x="2332578" y="1060556"/>
                </a:lnTo>
                <a:lnTo>
                  <a:pt x="2333009" y="1063913"/>
                </a:lnTo>
                <a:lnTo>
                  <a:pt x="2333428" y="1067270"/>
                </a:lnTo>
                <a:lnTo>
                  <a:pt x="2333859" y="1070640"/>
                </a:lnTo>
                <a:lnTo>
                  <a:pt x="2334277" y="1073997"/>
                </a:lnTo>
                <a:lnTo>
                  <a:pt x="2334696" y="1077367"/>
                </a:lnTo>
                <a:lnTo>
                  <a:pt x="2335115" y="1080736"/>
                </a:lnTo>
                <a:lnTo>
                  <a:pt x="2335546" y="1084093"/>
                </a:lnTo>
                <a:lnTo>
                  <a:pt x="2335964" y="1087463"/>
                </a:lnTo>
                <a:lnTo>
                  <a:pt x="2336396" y="1090820"/>
                </a:lnTo>
                <a:lnTo>
                  <a:pt x="2336814" y="1094190"/>
                </a:lnTo>
                <a:lnTo>
                  <a:pt x="2337233" y="1097559"/>
                </a:lnTo>
                <a:lnTo>
                  <a:pt x="2337664" y="1100942"/>
                </a:lnTo>
                <a:lnTo>
                  <a:pt x="2338083" y="1104299"/>
                </a:lnTo>
                <a:lnTo>
                  <a:pt x="2338501" y="1107668"/>
                </a:lnTo>
                <a:lnTo>
                  <a:pt x="2338932" y="1111051"/>
                </a:lnTo>
                <a:lnTo>
                  <a:pt x="2339351" y="1114420"/>
                </a:lnTo>
                <a:lnTo>
                  <a:pt x="2339782" y="1117790"/>
                </a:lnTo>
                <a:lnTo>
                  <a:pt x="2340188" y="1121160"/>
                </a:lnTo>
                <a:lnTo>
                  <a:pt x="2340619" y="1124542"/>
                </a:lnTo>
                <a:lnTo>
                  <a:pt x="2341038" y="1127912"/>
                </a:lnTo>
                <a:lnTo>
                  <a:pt x="2341469" y="1131294"/>
                </a:lnTo>
                <a:lnTo>
                  <a:pt x="2341888" y="1134664"/>
                </a:lnTo>
                <a:lnTo>
                  <a:pt x="2342306" y="1138046"/>
                </a:lnTo>
                <a:lnTo>
                  <a:pt x="2342738" y="1141429"/>
                </a:lnTo>
                <a:lnTo>
                  <a:pt x="2343156" y="1144798"/>
                </a:lnTo>
                <a:lnTo>
                  <a:pt x="2343575" y="1148181"/>
                </a:lnTo>
                <a:lnTo>
                  <a:pt x="2344006" y="1151550"/>
                </a:lnTo>
                <a:lnTo>
                  <a:pt x="2344425" y="1154933"/>
                </a:lnTo>
                <a:lnTo>
                  <a:pt x="2344856" y="1158315"/>
                </a:lnTo>
                <a:lnTo>
                  <a:pt x="2345275" y="1161685"/>
                </a:lnTo>
                <a:lnTo>
                  <a:pt x="2345693" y="1165067"/>
                </a:lnTo>
                <a:lnTo>
                  <a:pt x="2346112" y="1168450"/>
                </a:lnTo>
                <a:lnTo>
                  <a:pt x="2346543" y="1171819"/>
                </a:lnTo>
                <a:lnTo>
                  <a:pt x="2346962" y="1175202"/>
                </a:lnTo>
                <a:lnTo>
                  <a:pt x="2347393" y="1178584"/>
                </a:lnTo>
                <a:lnTo>
                  <a:pt x="2347811" y="1181966"/>
                </a:lnTo>
                <a:lnTo>
                  <a:pt x="2348230" y="1185349"/>
                </a:lnTo>
                <a:lnTo>
                  <a:pt x="2348649" y="1188731"/>
                </a:lnTo>
                <a:lnTo>
                  <a:pt x="2349080" y="1192101"/>
                </a:lnTo>
                <a:lnTo>
                  <a:pt x="2349498" y="1195483"/>
                </a:lnTo>
                <a:lnTo>
                  <a:pt x="2349930" y="1198878"/>
                </a:lnTo>
                <a:lnTo>
                  <a:pt x="2350348" y="1202248"/>
                </a:lnTo>
                <a:lnTo>
                  <a:pt x="2350767" y="1205630"/>
                </a:lnTo>
                <a:lnTo>
                  <a:pt x="2351198" y="1209013"/>
                </a:lnTo>
                <a:lnTo>
                  <a:pt x="2351617" y="1212395"/>
                </a:lnTo>
                <a:lnTo>
                  <a:pt x="2352035" y="1215778"/>
                </a:lnTo>
                <a:lnTo>
                  <a:pt x="2352467" y="1219160"/>
                </a:lnTo>
                <a:lnTo>
                  <a:pt x="2352885" y="1222530"/>
                </a:lnTo>
                <a:lnTo>
                  <a:pt x="2353316" y="1225912"/>
                </a:lnTo>
                <a:lnTo>
                  <a:pt x="2353722" y="1229294"/>
                </a:lnTo>
                <a:lnTo>
                  <a:pt x="2354154" y="1232664"/>
                </a:lnTo>
                <a:lnTo>
                  <a:pt x="2354572" y="1236047"/>
                </a:lnTo>
                <a:lnTo>
                  <a:pt x="2355003" y="1239429"/>
                </a:lnTo>
                <a:lnTo>
                  <a:pt x="2355422" y="1242799"/>
                </a:lnTo>
                <a:lnTo>
                  <a:pt x="2355841" y="1246181"/>
                </a:lnTo>
                <a:lnTo>
                  <a:pt x="2356272" y="1249551"/>
                </a:lnTo>
                <a:lnTo>
                  <a:pt x="2356690" y="1252933"/>
                </a:lnTo>
                <a:lnTo>
                  <a:pt x="2357109" y="1256303"/>
                </a:lnTo>
                <a:lnTo>
                  <a:pt x="2357540" y="1259685"/>
                </a:lnTo>
                <a:lnTo>
                  <a:pt x="2357959" y="1263067"/>
                </a:lnTo>
                <a:lnTo>
                  <a:pt x="2358377" y="1266437"/>
                </a:lnTo>
                <a:lnTo>
                  <a:pt x="2358796" y="1269820"/>
                </a:lnTo>
                <a:lnTo>
                  <a:pt x="2359227" y="1273189"/>
                </a:lnTo>
                <a:lnTo>
                  <a:pt x="2359646" y="1276559"/>
                </a:lnTo>
                <a:lnTo>
                  <a:pt x="2360077" y="1279929"/>
                </a:lnTo>
                <a:lnTo>
                  <a:pt x="2360496" y="1283311"/>
                </a:lnTo>
                <a:lnTo>
                  <a:pt x="2360914" y="1286668"/>
                </a:lnTo>
                <a:lnTo>
                  <a:pt x="2361333" y="1290038"/>
                </a:lnTo>
                <a:lnTo>
                  <a:pt x="2361764" y="1293407"/>
                </a:lnTo>
                <a:lnTo>
                  <a:pt x="2362195" y="1296777"/>
                </a:lnTo>
                <a:lnTo>
                  <a:pt x="2362614" y="1300147"/>
                </a:lnTo>
                <a:lnTo>
                  <a:pt x="2363033" y="1303516"/>
                </a:lnTo>
                <a:lnTo>
                  <a:pt x="2363451" y="1306886"/>
                </a:lnTo>
                <a:lnTo>
                  <a:pt x="2363882" y="1310243"/>
                </a:lnTo>
                <a:lnTo>
                  <a:pt x="2364301" y="1313613"/>
                </a:lnTo>
                <a:lnTo>
                  <a:pt x="2364732" y="1316982"/>
                </a:lnTo>
                <a:lnTo>
                  <a:pt x="2365151" y="1320339"/>
                </a:lnTo>
                <a:lnTo>
                  <a:pt x="2365569" y="1323696"/>
                </a:lnTo>
                <a:lnTo>
                  <a:pt x="2366001" y="1327066"/>
                </a:lnTo>
                <a:lnTo>
                  <a:pt x="2366419" y="1330423"/>
                </a:lnTo>
                <a:lnTo>
                  <a:pt x="2366838" y="1333780"/>
                </a:lnTo>
                <a:lnTo>
                  <a:pt x="2367269" y="1337137"/>
                </a:lnTo>
                <a:lnTo>
                  <a:pt x="2367688" y="1340494"/>
                </a:lnTo>
                <a:lnTo>
                  <a:pt x="2368119" y="1343838"/>
                </a:lnTo>
                <a:lnTo>
                  <a:pt x="2368525" y="1347195"/>
                </a:lnTo>
                <a:lnTo>
                  <a:pt x="2368956" y="1350552"/>
                </a:lnTo>
                <a:lnTo>
                  <a:pt x="2369375" y="1353909"/>
                </a:lnTo>
                <a:lnTo>
                  <a:pt x="2369806" y="1357253"/>
                </a:lnTo>
                <a:lnTo>
                  <a:pt x="2370225" y="1360597"/>
                </a:lnTo>
                <a:lnTo>
                  <a:pt x="2370643" y="1363954"/>
                </a:lnTo>
                <a:lnTo>
                  <a:pt x="2371074" y="1367298"/>
                </a:lnTo>
                <a:lnTo>
                  <a:pt x="2371493" y="1370643"/>
                </a:lnTo>
                <a:lnTo>
                  <a:pt x="2371912" y="1373987"/>
                </a:lnTo>
                <a:lnTo>
                  <a:pt x="2372343" y="1377331"/>
                </a:lnTo>
                <a:lnTo>
                  <a:pt x="2372761" y="1380675"/>
                </a:lnTo>
                <a:lnTo>
                  <a:pt x="2373193" y="1384007"/>
                </a:lnTo>
                <a:lnTo>
                  <a:pt x="2373611" y="1387351"/>
                </a:lnTo>
                <a:lnTo>
                  <a:pt x="2374030" y="1390683"/>
                </a:lnTo>
                <a:lnTo>
                  <a:pt x="2374448" y="1394014"/>
                </a:lnTo>
                <a:lnTo>
                  <a:pt x="2374880" y="1397346"/>
                </a:lnTo>
                <a:lnTo>
                  <a:pt x="2375298" y="1400677"/>
                </a:lnTo>
                <a:lnTo>
                  <a:pt x="2375729" y="1404009"/>
                </a:lnTo>
                <a:lnTo>
                  <a:pt x="2376148" y="1407340"/>
                </a:lnTo>
                <a:lnTo>
                  <a:pt x="2376567" y="1410659"/>
                </a:lnTo>
                <a:lnTo>
                  <a:pt x="2376985" y="1413991"/>
                </a:lnTo>
                <a:lnTo>
                  <a:pt x="2377416" y="1417310"/>
                </a:lnTo>
                <a:lnTo>
                  <a:pt x="2377835" y="1420628"/>
                </a:lnTo>
                <a:lnTo>
                  <a:pt x="2378266" y="1423947"/>
                </a:lnTo>
                <a:lnTo>
                  <a:pt x="2378685" y="1427266"/>
                </a:lnTo>
                <a:lnTo>
                  <a:pt x="2379104" y="1430585"/>
                </a:lnTo>
                <a:lnTo>
                  <a:pt x="2379535" y="1433904"/>
                </a:lnTo>
                <a:lnTo>
                  <a:pt x="2379953" y="1437210"/>
                </a:lnTo>
                <a:lnTo>
                  <a:pt x="2380372" y="1440516"/>
                </a:lnTo>
                <a:lnTo>
                  <a:pt x="2380803" y="1443822"/>
                </a:lnTo>
                <a:lnTo>
                  <a:pt x="2381222" y="1447128"/>
                </a:lnTo>
                <a:lnTo>
                  <a:pt x="2381653" y="1450434"/>
                </a:lnTo>
                <a:lnTo>
                  <a:pt x="2382059" y="1453740"/>
                </a:lnTo>
                <a:lnTo>
                  <a:pt x="2382490" y="1457034"/>
                </a:lnTo>
                <a:lnTo>
                  <a:pt x="2382909" y="1460327"/>
                </a:lnTo>
                <a:lnTo>
                  <a:pt x="2383340" y="1463633"/>
                </a:lnTo>
                <a:lnTo>
                  <a:pt x="2383759" y="1466926"/>
                </a:lnTo>
                <a:lnTo>
                  <a:pt x="2384177" y="1470220"/>
                </a:lnTo>
                <a:lnTo>
                  <a:pt x="2384608" y="1473500"/>
                </a:lnTo>
                <a:lnTo>
                  <a:pt x="2385027" y="1476794"/>
                </a:lnTo>
                <a:lnTo>
                  <a:pt x="2385446" y="1480074"/>
                </a:lnTo>
                <a:lnTo>
                  <a:pt x="2385877" y="1483355"/>
                </a:lnTo>
                <a:lnTo>
                  <a:pt x="2386295" y="1486636"/>
                </a:lnTo>
                <a:lnTo>
                  <a:pt x="2386727" y="1489916"/>
                </a:lnTo>
                <a:lnTo>
                  <a:pt x="2387145" y="1493184"/>
                </a:lnTo>
                <a:lnTo>
                  <a:pt x="2387564" y="1496465"/>
                </a:lnTo>
                <a:lnTo>
                  <a:pt x="2387982" y="1499733"/>
                </a:lnTo>
                <a:lnTo>
                  <a:pt x="2388414" y="1503001"/>
                </a:lnTo>
                <a:lnTo>
                  <a:pt x="2388832" y="1506269"/>
                </a:lnTo>
                <a:lnTo>
                  <a:pt x="2389264" y="1509524"/>
                </a:lnTo>
                <a:lnTo>
                  <a:pt x="2389682" y="1512792"/>
                </a:lnTo>
                <a:lnTo>
                  <a:pt x="2390101" y="1516047"/>
                </a:lnTo>
                <a:lnTo>
                  <a:pt x="2390519" y="1519303"/>
                </a:lnTo>
                <a:lnTo>
                  <a:pt x="2390951" y="1522558"/>
                </a:lnTo>
                <a:lnTo>
                  <a:pt x="2391369" y="1525800"/>
                </a:lnTo>
                <a:lnTo>
                  <a:pt x="2391800" y="1529056"/>
                </a:lnTo>
                <a:lnTo>
                  <a:pt x="2392219" y="1532298"/>
                </a:lnTo>
                <a:lnTo>
                  <a:pt x="2392638" y="1535541"/>
                </a:lnTo>
                <a:lnTo>
                  <a:pt x="2393056" y="1538783"/>
                </a:lnTo>
                <a:lnTo>
                  <a:pt x="2393487" y="1542013"/>
                </a:lnTo>
                <a:lnTo>
                  <a:pt x="2393906" y="1545255"/>
                </a:lnTo>
                <a:lnTo>
                  <a:pt x="2394337" y="1548485"/>
                </a:lnTo>
                <a:lnTo>
                  <a:pt x="2394756" y="1551702"/>
                </a:lnTo>
                <a:lnTo>
                  <a:pt x="2395174" y="1554932"/>
                </a:lnTo>
                <a:lnTo>
                  <a:pt x="2395593" y="1558162"/>
                </a:lnTo>
                <a:lnTo>
                  <a:pt x="2396024" y="1561379"/>
                </a:lnTo>
                <a:lnTo>
                  <a:pt x="2396443" y="1564596"/>
                </a:lnTo>
                <a:lnTo>
                  <a:pt x="2396874" y="1567813"/>
                </a:lnTo>
                <a:lnTo>
                  <a:pt x="2397293" y="1571020"/>
                </a:lnTo>
                <a:lnTo>
                  <a:pt x="2397711" y="1574224"/>
                </a:lnTo>
                <a:lnTo>
                  <a:pt x="2398143" y="1577434"/>
                </a:lnTo>
                <a:lnTo>
                  <a:pt x="2398561" y="1580634"/>
                </a:lnTo>
                <a:lnTo>
                  <a:pt x="2398980" y="1583829"/>
                </a:lnTo>
                <a:lnTo>
                  <a:pt x="2399411" y="1587029"/>
                </a:lnTo>
                <a:lnTo>
                  <a:pt x="2399830" y="1590223"/>
                </a:lnTo>
                <a:lnTo>
                  <a:pt x="2400261" y="1593409"/>
                </a:lnTo>
                <a:lnTo>
                  <a:pt x="2400667" y="1596594"/>
                </a:lnTo>
                <a:lnTo>
                  <a:pt x="2401098" y="1599778"/>
                </a:lnTo>
                <a:lnTo>
                  <a:pt x="2401517" y="1602958"/>
                </a:lnTo>
                <a:lnTo>
                  <a:pt x="2401948" y="1606133"/>
                </a:lnTo>
                <a:lnTo>
                  <a:pt x="2402379" y="1609313"/>
                </a:lnTo>
                <a:lnTo>
                  <a:pt x="2402785" y="1612473"/>
                </a:lnTo>
                <a:lnTo>
                  <a:pt x="2403216" y="1615643"/>
                </a:lnTo>
                <a:lnTo>
                  <a:pt x="2403635" y="1618808"/>
                </a:lnTo>
                <a:lnTo>
                  <a:pt x="2404066" y="1621968"/>
                </a:lnTo>
                <a:lnTo>
                  <a:pt x="2404485" y="1625124"/>
                </a:lnTo>
                <a:lnTo>
                  <a:pt x="2404903" y="1628279"/>
                </a:lnTo>
                <a:lnTo>
                  <a:pt x="2405335" y="1631429"/>
                </a:lnTo>
                <a:lnTo>
                  <a:pt x="2405753" y="1634575"/>
                </a:lnTo>
                <a:lnTo>
                  <a:pt x="2406172" y="1637714"/>
                </a:lnTo>
                <a:lnTo>
                  <a:pt x="2406603" y="1640855"/>
                </a:lnTo>
                <a:lnTo>
                  <a:pt x="2407022" y="1643996"/>
                </a:lnTo>
                <a:lnTo>
                  <a:pt x="2407453" y="1647125"/>
                </a:lnTo>
                <a:lnTo>
                  <a:pt x="2407871" y="1650251"/>
                </a:lnTo>
                <a:lnTo>
                  <a:pt x="2408290" y="1653371"/>
                </a:lnTo>
                <a:lnTo>
                  <a:pt x="2408709" y="1656497"/>
                </a:lnTo>
                <a:lnTo>
                  <a:pt x="2409140" y="1659612"/>
                </a:lnTo>
                <a:lnTo>
                  <a:pt x="2409558" y="1662723"/>
                </a:lnTo>
                <a:lnTo>
                  <a:pt x="2409990" y="1665834"/>
                </a:lnTo>
                <a:lnTo>
                  <a:pt x="2410408" y="1668944"/>
                </a:lnTo>
                <a:lnTo>
                  <a:pt x="2410827" y="1672044"/>
                </a:lnTo>
                <a:lnTo>
                  <a:pt x="2411245" y="1675145"/>
                </a:lnTo>
                <a:lnTo>
                  <a:pt x="2411677" y="1678235"/>
                </a:lnTo>
                <a:lnTo>
                  <a:pt x="2412095" y="1681327"/>
                </a:lnTo>
                <a:lnTo>
                  <a:pt x="2412527" y="1684411"/>
                </a:lnTo>
                <a:lnTo>
                  <a:pt x="2412945" y="1687498"/>
                </a:lnTo>
                <a:lnTo>
                  <a:pt x="2413364" y="1690573"/>
                </a:lnTo>
                <a:lnTo>
                  <a:pt x="2413795" y="1693655"/>
                </a:lnTo>
                <a:lnTo>
                  <a:pt x="2414214" y="1696725"/>
                </a:lnTo>
                <a:lnTo>
                  <a:pt x="2414632" y="1699786"/>
                </a:lnTo>
                <a:lnTo>
                  <a:pt x="2415063" y="1702852"/>
                </a:lnTo>
                <a:lnTo>
                  <a:pt x="2415482" y="1705912"/>
                </a:lnTo>
                <a:lnTo>
                  <a:pt x="2415913" y="1708968"/>
                </a:lnTo>
                <a:lnTo>
                  <a:pt x="2416319" y="1712020"/>
                </a:lnTo>
                <a:lnTo>
                  <a:pt x="2416750" y="1715065"/>
                </a:lnTo>
                <a:lnTo>
                  <a:pt x="2417169" y="1718107"/>
                </a:lnTo>
                <a:lnTo>
                  <a:pt x="2417600" y="1721147"/>
                </a:lnTo>
                <a:lnTo>
                  <a:pt x="2418019" y="1724179"/>
                </a:lnTo>
                <a:lnTo>
                  <a:pt x="2418437" y="1727210"/>
                </a:lnTo>
                <a:lnTo>
                  <a:pt x="2418869" y="1730236"/>
                </a:lnTo>
                <a:lnTo>
                  <a:pt x="2419287" y="1733253"/>
                </a:lnTo>
                <a:lnTo>
                  <a:pt x="2419706" y="1736269"/>
                </a:lnTo>
                <a:lnTo>
                  <a:pt x="2420137" y="1739280"/>
                </a:lnTo>
                <a:lnTo>
                  <a:pt x="2420556" y="1742291"/>
                </a:lnTo>
                <a:lnTo>
                  <a:pt x="2420987" y="1745302"/>
                </a:lnTo>
                <a:lnTo>
                  <a:pt x="2421405" y="1748294"/>
                </a:lnTo>
                <a:lnTo>
                  <a:pt x="2421824" y="1751290"/>
                </a:lnTo>
                <a:lnTo>
                  <a:pt x="2422243" y="1754282"/>
                </a:lnTo>
                <a:lnTo>
                  <a:pt x="2422674" y="1757269"/>
                </a:lnTo>
                <a:lnTo>
                  <a:pt x="2423092" y="1760249"/>
                </a:lnTo>
                <a:lnTo>
                  <a:pt x="2423524" y="1763226"/>
                </a:lnTo>
                <a:lnTo>
                  <a:pt x="2423942" y="1766198"/>
                </a:lnTo>
                <a:lnTo>
                  <a:pt x="2424361" y="1769170"/>
                </a:lnTo>
                <a:lnTo>
                  <a:pt x="2424779" y="1772136"/>
                </a:lnTo>
                <a:lnTo>
                  <a:pt x="2425211" y="1775093"/>
                </a:lnTo>
                <a:lnTo>
                  <a:pt x="2425629" y="1778050"/>
                </a:lnTo>
                <a:lnTo>
                  <a:pt x="2426061" y="1780996"/>
                </a:lnTo>
                <a:lnTo>
                  <a:pt x="2426479" y="1783939"/>
                </a:lnTo>
                <a:lnTo>
                  <a:pt x="2426898" y="1786880"/>
                </a:lnTo>
                <a:lnTo>
                  <a:pt x="2427316" y="1789812"/>
                </a:lnTo>
                <a:lnTo>
                  <a:pt x="2427748" y="1792745"/>
                </a:lnTo>
                <a:lnTo>
                  <a:pt x="2428166" y="1795670"/>
                </a:lnTo>
                <a:lnTo>
                  <a:pt x="2428597" y="1798598"/>
                </a:lnTo>
                <a:lnTo>
                  <a:pt x="2429016" y="1801504"/>
                </a:lnTo>
                <a:lnTo>
                  <a:pt x="2429435" y="1804426"/>
                </a:lnTo>
                <a:lnTo>
                  <a:pt x="2429853" y="1807329"/>
                </a:lnTo>
                <a:lnTo>
                  <a:pt x="2430284" y="1810231"/>
                </a:lnTo>
                <a:lnTo>
                  <a:pt x="2430703" y="1813129"/>
                </a:lnTo>
                <a:lnTo>
                  <a:pt x="2431134" y="1816021"/>
                </a:lnTo>
                <a:lnTo>
                  <a:pt x="2431553" y="1818908"/>
                </a:lnTo>
                <a:lnTo>
                  <a:pt x="2431971" y="1821790"/>
                </a:lnTo>
                <a:lnTo>
                  <a:pt x="2432403" y="1824667"/>
                </a:lnTo>
                <a:lnTo>
                  <a:pt x="2432821" y="1827535"/>
                </a:lnTo>
                <a:lnTo>
                  <a:pt x="2433240" y="1830407"/>
                </a:lnTo>
                <a:lnTo>
                  <a:pt x="2433671" y="1833259"/>
                </a:lnTo>
                <a:lnTo>
                  <a:pt x="2434090" y="1836118"/>
                </a:lnTo>
                <a:lnTo>
                  <a:pt x="2434521" y="1838975"/>
                </a:lnTo>
                <a:lnTo>
                  <a:pt x="2434927" y="1841817"/>
                </a:lnTo>
                <a:lnTo>
                  <a:pt x="2435358" y="1844660"/>
                </a:lnTo>
                <a:lnTo>
                  <a:pt x="2435777" y="1847493"/>
                </a:lnTo>
                <a:lnTo>
                  <a:pt x="2436208" y="1850325"/>
                </a:lnTo>
                <a:lnTo>
                  <a:pt x="2436627" y="1853153"/>
                </a:lnTo>
                <a:lnTo>
                  <a:pt x="2437045" y="1855971"/>
                </a:lnTo>
                <a:lnTo>
                  <a:pt x="2437476" y="1858794"/>
                </a:lnTo>
                <a:lnTo>
                  <a:pt x="2437895" y="1861602"/>
                </a:lnTo>
                <a:lnTo>
                  <a:pt x="2438326" y="1864404"/>
                </a:lnTo>
                <a:lnTo>
                  <a:pt x="2438745" y="1867203"/>
                </a:lnTo>
                <a:lnTo>
                  <a:pt x="2439163" y="1869995"/>
                </a:lnTo>
                <a:lnTo>
                  <a:pt x="2439595" y="1872784"/>
                </a:lnTo>
                <a:lnTo>
                  <a:pt x="2440013" y="1875567"/>
                </a:lnTo>
                <a:lnTo>
                  <a:pt x="2440432" y="1878344"/>
                </a:lnTo>
                <a:lnTo>
                  <a:pt x="2440863" y="1881118"/>
                </a:lnTo>
                <a:lnTo>
                  <a:pt x="2441282" y="1883886"/>
                </a:lnTo>
                <a:lnTo>
                  <a:pt x="2441713" y="1886645"/>
                </a:lnTo>
                <a:lnTo>
                  <a:pt x="2442132" y="1889403"/>
                </a:lnTo>
                <a:lnTo>
                  <a:pt x="2442550" y="1892151"/>
                </a:lnTo>
                <a:lnTo>
                  <a:pt x="2442969" y="1894895"/>
                </a:lnTo>
                <a:lnTo>
                  <a:pt x="2443400" y="1897633"/>
                </a:lnTo>
                <a:lnTo>
                  <a:pt x="2443819" y="1900372"/>
                </a:lnTo>
                <a:lnTo>
                  <a:pt x="2444250" y="1903096"/>
                </a:lnTo>
                <a:lnTo>
                  <a:pt x="2444668" y="1905818"/>
                </a:lnTo>
                <a:lnTo>
                  <a:pt x="2445087" y="1908537"/>
                </a:lnTo>
                <a:lnTo>
                  <a:pt x="2445506" y="1911241"/>
                </a:lnTo>
                <a:lnTo>
                  <a:pt x="2445937" y="1913945"/>
                </a:lnTo>
                <a:lnTo>
                  <a:pt x="2446355" y="1916648"/>
                </a:lnTo>
                <a:lnTo>
                  <a:pt x="2446787" y="1919337"/>
                </a:lnTo>
                <a:lnTo>
                  <a:pt x="2447205" y="1922026"/>
                </a:lnTo>
                <a:lnTo>
                  <a:pt x="2447624" y="1924710"/>
                </a:lnTo>
                <a:lnTo>
                  <a:pt x="2448055" y="1927389"/>
                </a:lnTo>
                <a:lnTo>
                  <a:pt x="2448474" y="1930053"/>
                </a:lnTo>
                <a:lnTo>
                  <a:pt x="2448892" y="1932722"/>
                </a:lnTo>
                <a:lnTo>
                  <a:pt x="2449324" y="1935381"/>
                </a:lnTo>
                <a:lnTo>
                  <a:pt x="2449742" y="1938030"/>
                </a:lnTo>
                <a:lnTo>
                  <a:pt x="2450173" y="1940674"/>
                </a:lnTo>
                <a:lnTo>
                  <a:pt x="2450579" y="1943318"/>
                </a:lnTo>
                <a:lnTo>
                  <a:pt x="2451011" y="1945953"/>
                </a:lnTo>
                <a:lnTo>
                  <a:pt x="2451429" y="1948582"/>
                </a:lnTo>
                <a:lnTo>
                  <a:pt x="2451860" y="1951202"/>
                </a:lnTo>
                <a:lnTo>
                  <a:pt x="2452279" y="1953821"/>
                </a:lnTo>
                <a:lnTo>
                  <a:pt x="2452698" y="1956431"/>
                </a:lnTo>
                <a:lnTo>
                  <a:pt x="2453129" y="1959030"/>
                </a:lnTo>
                <a:lnTo>
                  <a:pt x="2453547" y="1961634"/>
                </a:lnTo>
                <a:lnTo>
                  <a:pt x="2453966" y="1964224"/>
                </a:lnTo>
                <a:lnTo>
                  <a:pt x="2454397" y="1966808"/>
                </a:lnTo>
                <a:lnTo>
                  <a:pt x="2454816" y="1969388"/>
                </a:lnTo>
                <a:lnTo>
                  <a:pt x="2455247" y="1971963"/>
                </a:lnTo>
                <a:lnTo>
                  <a:pt x="2455666" y="1974528"/>
                </a:lnTo>
                <a:lnTo>
                  <a:pt x="2456084" y="1977087"/>
                </a:lnTo>
                <a:lnTo>
                  <a:pt x="2456503" y="1979647"/>
                </a:lnTo>
                <a:lnTo>
                  <a:pt x="2456934" y="1982193"/>
                </a:lnTo>
                <a:lnTo>
                  <a:pt x="2457353" y="1984732"/>
                </a:lnTo>
                <a:lnTo>
                  <a:pt x="2457784" y="1987273"/>
                </a:lnTo>
                <a:lnTo>
                  <a:pt x="2458203" y="1989798"/>
                </a:lnTo>
                <a:lnTo>
                  <a:pt x="2458621" y="1992327"/>
                </a:lnTo>
                <a:lnTo>
                  <a:pt x="2459040" y="1994842"/>
                </a:lnTo>
                <a:lnTo>
                  <a:pt x="2459471" y="1997352"/>
                </a:lnTo>
                <a:lnTo>
                  <a:pt x="2459890" y="1999859"/>
                </a:lnTo>
                <a:lnTo>
                  <a:pt x="2460321" y="2002359"/>
                </a:lnTo>
                <a:lnTo>
                  <a:pt x="2460739" y="2004848"/>
                </a:lnTo>
                <a:lnTo>
                  <a:pt x="2461158" y="2007329"/>
                </a:lnTo>
                <a:lnTo>
                  <a:pt x="2461577" y="2009805"/>
                </a:lnTo>
                <a:lnTo>
                  <a:pt x="2462008" y="2012281"/>
                </a:lnTo>
                <a:lnTo>
                  <a:pt x="2462426" y="2014746"/>
                </a:lnTo>
                <a:lnTo>
                  <a:pt x="2462858" y="2017207"/>
                </a:lnTo>
                <a:lnTo>
                  <a:pt x="2463276" y="2019657"/>
                </a:lnTo>
                <a:lnTo>
                  <a:pt x="2463707" y="2022104"/>
                </a:lnTo>
                <a:lnTo>
                  <a:pt x="2464113" y="2024539"/>
                </a:lnTo>
                <a:lnTo>
                  <a:pt x="2464545" y="2026970"/>
                </a:lnTo>
                <a:lnTo>
                  <a:pt x="2464963" y="2029401"/>
                </a:lnTo>
                <a:lnTo>
                  <a:pt x="2465394" y="2031821"/>
                </a:lnTo>
                <a:lnTo>
                  <a:pt x="2465813" y="2034228"/>
                </a:lnTo>
                <a:lnTo>
                  <a:pt x="2466232" y="2036634"/>
                </a:lnTo>
                <a:lnTo>
                  <a:pt x="2466663" y="2039029"/>
                </a:lnTo>
                <a:lnTo>
                  <a:pt x="2467081" y="2041421"/>
                </a:lnTo>
                <a:lnTo>
                  <a:pt x="2467500" y="2043812"/>
                </a:lnTo>
                <a:lnTo>
                  <a:pt x="2467931" y="2046188"/>
                </a:lnTo>
                <a:lnTo>
                  <a:pt x="2468350" y="2048565"/>
                </a:lnTo>
                <a:lnTo>
                  <a:pt x="2468781" y="2050926"/>
                </a:lnTo>
                <a:lnTo>
                  <a:pt x="2469187" y="2053288"/>
                </a:lnTo>
                <a:lnTo>
                  <a:pt x="2469618" y="2055639"/>
                </a:lnTo>
                <a:lnTo>
                  <a:pt x="2470037" y="2057976"/>
                </a:lnTo>
                <a:lnTo>
                  <a:pt x="2470468" y="2060312"/>
                </a:lnTo>
                <a:lnTo>
                  <a:pt x="2470887" y="2062654"/>
                </a:lnTo>
                <a:lnTo>
                  <a:pt x="2471305" y="2064976"/>
                </a:lnTo>
                <a:lnTo>
                  <a:pt x="2471724" y="2067288"/>
                </a:lnTo>
                <a:lnTo>
                  <a:pt x="2472155" y="2069594"/>
                </a:lnTo>
                <a:lnTo>
                  <a:pt x="2472574" y="2071901"/>
                </a:lnTo>
                <a:lnTo>
                  <a:pt x="2473005" y="2074192"/>
                </a:lnTo>
                <a:lnTo>
                  <a:pt x="2473424" y="2076485"/>
                </a:lnTo>
                <a:lnTo>
                  <a:pt x="2473855" y="2078771"/>
                </a:lnTo>
                <a:lnTo>
                  <a:pt x="2474273" y="2081039"/>
                </a:lnTo>
                <a:lnTo>
                  <a:pt x="2474692" y="2083306"/>
                </a:lnTo>
                <a:lnTo>
                  <a:pt x="2475111" y="2085568"/>
                </a:lnTo>
                <a:lnTo>
                  <a:pt x="2475542" y="2087821"/>
                </a:lnTo>
                <a:lnTo>
                  <a:pt x="2475973" y="2090068"/>
                </a:lnTo>
                <a:lnTo>
                  <a:pt x="2476392" y="2092305"/>
                </a:lnTo>
                <a:lnTo>
                  <a:pt x="2476798" y="2094538"/>
                </a:lnTo>
                <a:lnTo>
                  <a:pt x="2477229" y="2096765"/>
                </a:lnTo>
                <a:lnTo>
                  <a:pt x="2477660" y="2098983"/>
                </a:lnTo>
                <a:lnTo>
                  <a:pt x="2478079" y="2101190"/>
                </a:lnTo>
                <a:lnTo>
                  <a:pt x="2478510" y="2103398"/>
                </a:lnTo>
                <a:lnTo>
                  <a:pt x="2478916" y="2105590"/>
                </a:lnTo>
                <a:lnTo>
                  <a:pt x="2479347" y="2107773"/>
                </a:lnTo>
                <a:lnTo>
                  <a:pt x="2479766" y="2109962"/>
                </a:lnTo>
                <a:lnTo>
                  <a:pt x="2480197" y="2112129"/>
                </a:lnTo>
                <a:lnTo>
                  <a:pt x="2480616" y="2114297"/>
                </a:lnTo>
                <a:lnTo>
                  <a:pt x="2481047" y="2116459"/>
                </a:lnTo>
                <a:lnTo>
                  <a:pt x="2481465" y="2118608"/>
                </a:lnTo>
                <a:lnTo>
                  <a:pt x="2481884" y="2120751"/>
                </a:lnTo>
                <a:lnTo>
                  <a:pt x="2482303" y="2122895"/>
                </a:lnTo>
                <a:lnTo>
                  <a:pt x="2482734" y="2125022"/>
                </a:lnTo>
                <a:lnTo>
                  <a:pt x="2483152" y="2127141"/>
                </a:lnTo>
                <a:lnTo>
                  <a:pt x="2483584" y="2129254"/>
                </a:lnTo>
                <a:lnTo>
                  <a:pt x="2484002" y="2131362"/>
                </a:lnTo>
                <a:lnTo>
                  <a:pt x="2484421" y="2133466"/>
                </a:lnTo>
                <a:lnTo>
                  <a:pt x="2484839" y="2135560"/>
                </a:lnTo>
                <a:lnTo>
                  <a:pt x="2485271" y="2137643"/>
                </a:lnTo>
                <a:lnTo>
                  <a:pt x="2485689" y="2139722"/>
                </a:lnTo>
                <a:lnTo>
                  <a:pt x="2486121" y="2141791"/>
                </a:lnTo>
                <a:lnTo>
                  <a:pt x="2486539" y="2143854"/>
                </a:lnTo>
                <a:lnTo>
                  <a:pt x="2486958" y="2145908"/>
                </a:lnTo>
                <a:lnTo>
                  <a:pt x="2487376" y="2147947"/>
                </a:lnTo>
                <a:lnTo>
                  <a:pt x="2487808" y="2149986"/>
                </a:lnTo>
                <a:lnTo>
                  <a:pt x="2488226" y="2152020"/>
                </a:lnTo>
                <a:lnTo>
                  <a:pt x="2488657" y="2154045"/>
                </a:lnTo>
                <a:lnTo>
                  <a:pt x="2489076" y="2156058"/>
                </a:lnTo>
                <a:lnTo>
                  <a:pt x="2489495" y="2158068"/>
                </a:lnTo>
                <a:lnTo>
                  <a:pt x="2489926" y="2160072"/>
                </a:lnTo>
                <a:lnTo>
                  <a:pt x="2490344" y="2162066"/>
                </a:lnTo>
                <a:lnTo>
                  <a:pt x="2490763" y="2164051"/>
                </a:lnTo>
                <a:lnTo>
                  <a:pt x="2491194" y="2166029"/>
                </a:lnTo>
                <a:lnTo>
                  <a:pt x="2491613" y="2167999"/>
                </a:lnTo>
                <a:lnTo>
                  <a:pt x="2492044" y="2169964"/>
                </a:lnTo>
                <a:lnTo>
                  <a:pt x="2492450" y="2171913"/>
                </a:lnTo>
                <a:lnTo>
                  <a:pt x="2492881" y="2173858"/>
                </a:lnTo>
                <a:lnTo>
                  <a:pt x="2493300" y="2175798"/>
                </a:lnTo>
                <a:lnTo>
                  <a:pt x="2493731" y="2177733"/>
                </a:lnTo>
                <a:lnTo>
                  <a:pt x="2494150" y="2179658"/>
                </a:lnTo>
                <a:lnTo>
                  <a:pt x="2494568" y="2181568"/>
                </a:lnTo>
                <a:lnTo>
                  <a:pt x="2495000" y="2183478"/>
                </a:lnTo>
                <a:lnTo>
                  <a:pt x="2495418" y="2185378"/>
                </a:lnTo>
                <a:lnTo>
                  <a:pt x="2495837" y="2187267"/>
                </a:lnTo>
                <a:lnTo>
                  <a:pt x="2496268" y="2189153"/>
                </a:lnTo>
                <a:lnTo>
                  <a:pt x="2496687" y="2191023"/>
                </a:lnTo>
                <a:lnTo>
                  <a:pt x="2497118" y="2192893"/>
                </a:lnTo>
                <a:lnTo>
                  <a:pt x="2497524" y="2194754"/>
                </a:lnTo>
                <a:lnTo>
                  <a:pt x="2497955" y="2196609"/>
                </a:lnTo>
                <a:lnTo>
                  <a:pt x="2498374" y="2198449"/>
                </a:lnTo>
                <a:lnTo>
                  <a:pt x="2498805" y="2200280"/>
                </a:lnTo>
                <a:lnTo>
                  <a:pt x="2499223" y="2202115"/>
                </a:lnTo>
                <a:lnTo>
                  <a:pt x="2499642" y="2203931"/>
                </a:lnTo>
                <a:lnTo>
                  <a:pt x="2500073" y="2205742"/>
                </a:lnTo>
                <a:lnTo>
                  <a:pt x="2500492" y="2207547"/>
                </a:lnTo>
                <a:lnTo>
                  <a:pt x="2500910" y="2209344"/>
                </a:lnTo>
                <a:lnTo>
                  <a:pt x="2501342" y="2211130"/>
                </a:lnTo>
                <a:lnTo>
                  <a:pt x="2501760" y="2212911"/>
                </a:lnTo>
                <a:lnTo>
                  <a:pt x="2502191" y="2214681"/>
                </a:lnTo>
                <a:lnTo>
                  <a:pt x="2502610" y="2216447"/>
                </a:lnTo>
                <a:lnTo>
                  <a:pt x="2503029" y="2218194"/>
                </a:lnTo>
                <a:lnTo>
                  <a:pt x="2503447" y="2219945"/>
                </a:lnTo>
                <a:lnTo>
                  <a:pt x="2503878" y="2221676"/>
                </a:lnTo>
                <a:lnTo>
                  <a:pt x="2504297" y="2223413"/>
                </a:lnTo>
                <a:lnTo>
                  <a:pt x="2504728" y="2225130"/>
                </a:lnTo>
                <a:lnTo>
                  <a:pt x="2505147" y="2226851"/>
                </a:lnTo>
                <a:lnTo>
                  <a:pt x="2505565" y="2228553"/>
                </a:lnTo>
                <a:lnTo>
                  <a:pt x="2505984" y="2230249"/>
                </a:lnTo>
                <a:lnTo>
                  <a:pt x="2506415" y="2231936"/>
                </a:lnTo>
                <a:lnTo>
                  <a:pt x="2506834" y="2233617"/>
                </a:lnTo>
                <a:lnTo>
                  <a:pt x="2507265" y="2235289"/>
                </a:lnTo>
                <a:lnTo>
                  <a:pt x="2507684" y="2236956"/>
                </a:lnTo>
                <a:lnTo>
                  <a:pt x="2508102" y="2238613"/>
                </a:lnTo>
                <a:lnTo>
                  <a:pt x="2508534" y="2240255"/>
                </a:lnTo>
                <a:lnTo>
                  <a:pt x="2508952" y="2241898"/>
                </a:lnTo>
                <a:lnTo>
                  <a:pt x="2509371" y="2243524"/>
                </a:lnTo>
                <a:lnTo>
                  <a:pt x="2509802" y="2245152"/>
                </a:lnTo>
                <a:lnTo>
                  <a:pt x="2510221" y="2246764"/>
                </a:lnTo>
                <a:lnTo>
                  <a:pt x="2510652" y="2248371"/>
                </a:lnTo>
                <a:lnTo>
                  <a:pt x="2511058" y="2249963"/>
                </a:lnTo>
                <a:lnTo>
                  <a:pt x="2511489" y="2251557"/>
                </a:lnTo>
                <a:lnTo>
                  <a:pt x="2511908" y="2253133"/>
                </a:lnTo>
                <a:lnTo>
                  <a:pt x="2512339" y="2254711"/>
                </a:lnTo>
                <a:lnTo>
                  <a:pt x="2512757" y="2256269"/>
                </a:lnTo>
                <a:lnTo>
                  <a:pt x="2513176" y="2257827"/>
                </a:lnTo>
                <a:lnTo>
                  <a:pt x="2513607" y="2259369"/>
                </a:lnTo>
                <a:lnTo>
                  <a:pt x="2514026" y="2260913"/>
                </a:lnTo>
                <a:lnTo>
                  <a:pt x="2514444" y="2262440"/>
                </a:lnTo>
                <a:lnTo>
                  <a:pt x="2514876" y="2263958"/>
                </a:lnTo>
                <a:lnTo>
                  <a:pt x="2515294" y="2265472"/>
                </a:lnTo>
                <a:lnTo>
                  <a:pt x="2515726" y="2266980"/>
                </a:lnTo>
                <a:lnTo>
                  <a:pt x="2516144" y="2268469"/>
                </a:lnTo>
                <a:lnTo>
                  <a:pt x="2516563" y="2269956"/>
                </a:lnTo>
                <a:lnTo>
                  <a:pt x="2516994" y="2271430"/>
                </a:lnTo>
                <a:lnTo>
                  <a:pt x="2517413" y="2272903"/>
                </a:lnTo>
                <a:lnTo>
                  <a:pt x="2517844" y="2274366"/>
                </a:lnTo>
                <a:lnTo>
                  <a:pt x="2518262" y="2275816"/>
                </a:lnTo>
                <a:lnTo>
                  <a:pt x="2518681" y="2277259"/>
                </a:lnTo>
                <a:lnTo>
                  <a:pt x="2519100" y="2278697"/>
                </a:lnTo>
                <a:lnTo>
                  <a:pt x="2519531" y="2280116"/>
                </a:lnTo>
                <a:lnTo>
                  <a:pt x="2519949" y="2281535"/>
                </a:lnTo>
                <a:lnTo>
                  <a:pt x="2520381" y="2282944"/>
                </a:lnTo>
                <a:lnTo>
                  <a:pt x="2520799" y="2284348"/>
                </a:lnTo>
                <a:lnTo>
                  <a:pt x="2521218" y="2285737"/>
                </a:lnTo>
                <a:lnTo>
                  <a:pt x="2521636" y="2287121"/>
                </a:lnTo>
                <a:lnTo>
                  <a:pt x="2522068" y="2288496"/>
                </a:lnTo>
                <a:lnTo>
                  <a:pt x="2522486" y="2289855"/>
                </a:lnTo>
                <a:lnTo>
                  <a:pt x="2522918" y="2291215"/>
                </a:lnTo>
                <a:lnTo>
                  <a:pt x="2523336" y="2292559"/>
                </a:lnTo>
                <a:lnTo>
                  <a:pt x="2523755" y="2293903"/>
                </a:lnTo>
                <a:lnTo>
                  <a:pt x="2524186" y="2295233"/>
                </a:lnTo>
                <a:lnTo>
                  <a:pt x="2524605" y="2296556"/>
                </a:lnTo>
                <a:lnTo>
                  <a:pt x="2525023" y="2297861"/>
                </a:lnTo>
                <a:lnTo>
                  <a:pt x="2525454" y="2299167"/>
                </a:lnTo>
                <a:lnTo>
                  <a:pt x="2525873" y="2300467"/>
                </a:lnTo>
                <a:lnTo>
                  <a:pt x="2526304" y="2301751"/>
                </a:lnTo>
                <a:lnTo>
                  <a:pt x="2526710" y="2303026"/>
                </a:lnTo>
                <a:lnTo>
                  <a:pt x="2527141" y="2304297"/>
                </a:lnTo>
                <a:lnTo>
                  <a:pt x="2527560" y="2305557"/>
                </a:lnTo>
                <a:lnTo>
                  <a:pt x="2527991" y="2306807"/>
                </a:lnTo>
                <a:lnTo>
                  <a:pt x="2528410" y="2308046"/>
                </a:lnTo>
                <a:lnTo>
                  <a:pt x="2528828" y="2309281"/>
                </a:lnTo>
                <a:lnTo>
                  <a:pt x="2529260" y="2310502"/>
                </a:lnTo>
                <a:lnTo>
                  <a:pt x="2529678" y="2311717"/>
                </a:lnTo>
                <a:lnTo>
                  <a:pt x="2530097" y="2312928"/>
                </a:lnTo>
                <a:lnTo>
                  <a:pt x="2530528" y="2314118"/>
                </a:lnTo>
                <a:lnTo>
                  <a:pt x="2530947" y="2315310"/>
                </a:lnTo>
                <a:lnTo>
                  <a:pt x="2531378" y="2316485"/>
                </a:lnTo>
                <a:lnTo>
                  <a:pt x="2531784" y="2317656"/>
                </a:lnTo>
                <a:lnTo>
                  <a:pt x="2532215" y="2318817"/>
                </a:lnTo>
                <a:lnTo>
                  <a:pt x="2532634" y="2319967"/>
                </a:lnTo>
                <a:lnTo>
                  <a:pt x="2533065" y="2321113"/>
                </a:lnTo>
                <a:lnTo>
                  <a:pt x="2533484" y="2322245"/>
                </a:lnTo>
                <a:lnTo>
                  <a:pt x="2533902" y="2323375"/>
                </a:lnTo>
                <a:lnTo>
                  <a:pt x="2534333" y="2324492"/>
                </a:lnTo>
                <a:lnTo>
                  <a:pt x="2534752" y="2325598"/>
                </a:lnTo>
                <a:lnTo>
                  <a:pt x="2535171" y="2326699"/>
                </a:lnTo>
                <a:lnTo>
                  <a:pt x="2535602" y="2327781"/>
                </a:lnTo>
                <a:lnTo>
                  <a:pt x="2536020" y="2328862"/>
                </a:lnTo>
                <a:lnTo>
                  <a:pt x="2536452" y="2329939"/>
                </a:lnTo>
                <a:lnTo>
                  <a:pt x="2536870" y="2331001"/>
                </a:lnTo>
                <a:lnTo>
                  <a:pt x="2537289" y="2332052"/>
                </a:lnTo>
                <a:lnTo>
                  <a:pt x="2537707" y="2333094"/>
                </a:lnTo>
                <a:lnTo>
                  <a:pt x="2538139" y="2334131"/>
                </a:lnTo>
                <a:lnTo>
                  <a:pt x="2538557" y="2335153"/>
                </a:lnTo>
                <a:lnTo>
                  <a:pt x="2538989" y="2336170"/>
                </a:lnTo>
                <a:lnTo>
                  <a:pt x="2539407" y="2337177"/>
                </a:lnTo>
                <a:lnTo>
                  <a:pt x="2539826" y="2338174"/>
                </a:lnTo>
                <a:lnTo>
                  <a:pt x="2540244" y="2339167"/>
                </a:lnTo>
                <a:lnTo>
                  <a:pt x="2540676" y="2340143"/>
                </a:lnTo>
                <a:lnTo>
                  <a:pt x="2541094" y="2341111"/>
                </a:lnTo>
                <a:lnTo>
                  <a:pt x="2541525" y="2342074"/>
                </a:lnTo>
                <a:lnTo>
                  <a:pt x="2541944" y="2343031"/>
                </a:lnTo>
                <a:lnTo>
                  <a:pt x="2542363" y="2343968"/>
                </a:lnTo>
                <a:lnTo>
                  <a:pt x="2542794" y="2344911"/>
                </a:lnTo>
                <a:lnTo>
                  <a:pt x="2543212" y="2345834"/>
                </a:lnTo>
                <a:lnTo>
                  <a:pt x="2543631" y="2346752"/>
                </a:lnTo>
                <a:lnTo>
                  <a:pt x="2544062" y="2347655"/>
                </a:lnTo>
                <a:lnTo>
                  <a:pt x="2544481" y="2348552"/>
                </a:lnTo>
                <a:lnTo>
                  <a:pt x="2544912" y="2349440"/>
                </a:lnTo>
                <a:lnTo>
                  <a:pt x="2545318" y="2350319"/>
                </a:lnTo>
                <a:lnTo>
                  <a:pt x="2545749" y="2351187"/>
                </a:lnTo>
                <a:lnTo>
                  <a:pt x="2546168" y="2352045"/>
                </a:lnTo>
                <a:lnTo>
                  <a:pt x="2546599" y="2352899"/>
                </a:lnTo>
                <a:lnTo>
                  <a:pt x="2547018" y="2353742"/>
                </a:lnTo>
                <a:lnTo>
                  <a:pt x="2547436" y="2354575"/>
                </a:lnTo>
                <a:lnTo>
                  <a:pt x="2547867" y="2355399"/>
                </a:lnTo>
                <a:lnTo>
                  <a:pt x="2548286" y="2356207"/>
                </a:lnTo>
                <a:lnTo>
                  <a:pt x="2548705" y="2357016"/>
                </a:lnTo>
                <a:lnTo>
                  <a:pt x="2549136" y="2357809"/>
                </a:lnTo>
                <a:lnTo>
                  <a:pt x="2549554" y="2358598"/>
                </a:lnTo>
                <a:lnTo>
                  <a:pt x="2549986" y="2359372"/>
                </a:lnTo>
                <a:lnTo>
                  <a:pt x="2550404" y="2360142"/>
                </a:lnTo>
                <a:lnTo>
                  <a:pt x="2550823" y="2360901"/>
                </a:lnTo>
                <a:lnTo>
                  <a:pt x="2551241" y="2361645"/>
                </a:lnTo>
                <a:lnTo>
                  <a:pt x="2551673" y="2362388"/>
                </a:lnTo>
                <a:lnTo>
                  <a:pt x="2552104" y="2363123"/>
                </a:lnTo>
                <a:lnTo>
                  <a:pt x="2552523" y="2363837"/>
                </a:lnTo>
                <a:lnTo>
                  <a:pt x="2552941" y="2364551"/>
                </a:lnTo>
                <a:lnTo>
                  <a:pt x="2553360" y="2365251"/>
                </a:lnTo>
                <a:lnTo>
                  <a:pt x="2553791" y="2365945"/>
                </a:lnTo>
                <a:lnTo>
                  <a:pt x="2554210" y="2366625"/>
                </a:lnTo>
                <a:lnTo>
                  <a:pt x="2554641" y="2367301"/>
                </a:lnTo>
                <a:lnTo>
                  <a:pt x="2555059" y="2367964"/>
                </a:lnTo>
                <a:lnTo>
                  <a:pt x="2555478" y="2368619"/>
                </a:lnTo>
                <a:lnTo>
                  <a:pt x="2555897" y="2369269"/>
                </a:lnTo>
                <a:lnTo>
                  <a:pt x="2556328" y="2369905"/>
                </a:lnTo>
                <a:lnTo>
                  <a:pt x="2556746" y="2370529"/>
                </a:lnTo>
                <a:lnTo>
                  <a:pt x="2557178" y="2371150"/>
                </a:lnTo>
                <a:lnTo>
                  <a:pt x="2557596" y="2371760"/>
                </a:lnTo>
                <a:lnTo>
                  <a:pt x="2558015" y="2372355"/>
                </a:lnTo>
                <a:lnTo>
                  <a:pt x="2558446" y="2372945"/>
                </a:lnTo>
                <a:lnTo>
                  <a:pt x="2558865" y="2373526"/>
                </a:lnTo>
                <a:lnTo>
                  <a:pt x="2559283" y="2374096"/>
                </a:lnTo>
                <a:lnTo>
                  <a:pt x="2559715" y="2374662"/>
                </a:lnTo>
                <a:lnTo>
                  <a:pt x="2560133" y="2375212"/>
                </a:lnTo>
                <a:lnTo>
                  <a:pt x="2560564" y="2375754"/>
                </a:lnTo>
                <a:lnTo>
                  <a:pt x="2560970" y="2376289"/>
                </a:lnTo>
                <a:lnTo>
                  <a:pt x="2561402" y="2376811"/>
                </a:lnTo>
                <a:lnTo>
                  <a:pt x="2561820" y="2377331"/>
                </a:lnTo>
                <a:lnTo>
                  <a:pt x="2562251" y="2377832"/>
                </a:lnTo>
                <a:lnTo>
                  <a:pt x="2562670" y="2378323"/>
                </a:lnTo>
                <a:lnTo>
                  <a:pt x="2563089" y="2378810"/>
                </a:lnTo>
                <a:lnTo>
                  <a:pt x="2563520" y="2379285"/>
                </a:lnTo>
                <a:lnTo>
                  <a:pt x="2563938" y="2379757"/>
                </a:lnTo>
                <a:lnTo>
                  <a:pt x="2564357" y="2380208"/>
                </a:lnTo>
                <a:lnTo>
                  <a:pt x="2564788" y="2380660"/>
                </a:lnTo>
                <a:lnTo>
                  <a:pt x="2565207" y="2381096"/>
                </a:lnTo>
                <a:lnTo>
                  <a:pt x="2565638" y="2381533"/>
                </a:lnTo>
                <a:lnTo>
                  <a:pt x="2566044" y="2381949"/>
                </a:lnTo>
                <a:lnTo>
                  <a:pt x="2566475" y="2382356"/>
                </a:lnTo>
                <a:lnTo>
                  <a:pt x="2566894" y="2382763"/>
                </a:lnTo>
                <a:lnTo>
                  <a:pt x="2567325" y="2383151"/>
                </a:lnTo>
                <a:lnTo>
                  <a:pt x="2571549" y="2386533"/>
                </a:lnTo>
                <a:lnTo>
                  <a:pt x="2571968" y="2386826"/>
                </a:lnTo>
                <a:lnTo>
                  <a:pt x="2572399" y="2387099"/>
                </a:lnTo>
                <a:lnTo>
                  <a:pt x="2572817" y="2387367"/>
                </a:lnTo>
                <a:lnTo>
                  <a:pt x="2573249" y="2387625"/>
                </a:lnTo>
                <a:lnTo>
                  <a:pt x="2573667" y="2387873"/>
                </a:lnTo>
                <a:lnTo>
                  <a:pt x="2574086" y="2388116"/>
                </a:lnTo>
                <a:lnTo>
                  <a:pt x="2574504" y="2388344"/>
                </a:lnTo>
                <a:lnTo>
                  <a:pt x="2574936" y="2388557"/>
                </a:lnTo>
                <a:lnTo>
                  <a:pt x="2575354" y="2388771"/>
                </a:lnTo>
                <a:lnTo>
                  <a:pt x="2575786" y="2388969"/>
                </a:lnTo>
                <a:lnTo>
                  <a:pt x="2576204" y="2389163"/>
                </a:lnTo>
                <a:lnTo>
                  <a:pt x="2576623" y="2389346"/>
                </a:lnTo>
                <a:lnTo>
                  <a:pt x="2577054" y="2389515"/>
                </a:lnTo>
                <a:lnTo>
                  <a:pt x="2577473" y="2389684"/>
                </a:lnTo>
                <a:lnTo>
                  <a:pt x="2577891" y="2389833"/>
                </a:lnTo>
                <a:lnTo>
                  <a:pt x="2578322" y="2389971"/>
                </a:lnTo>
                <a:lnTo>
                  <a:pt x="2578741" y="2390110"/>
                </a:lnTo>
                <a:lnTo>
                  <a:pt x="2579172" y="2390230"/>
                </a:lnTo>
                <a:lnTo>
                  <a:pt x="2584246" y="2390979"/>
                </a:lnTo>
                <a:lnTo>
                  <a:pt x="2584664" y="2390979"/>
                </a:lnTo>
                <a:lnTo>
                  <a:pt x="2595230" y="2387873"/>
                </a:lnTo>
                <a:lnTo>
                  <a:pt x="2595662" y="2387625"/>
                </a:lnTo>
                <a:lnTo>
                  <a:pt x="2596080" y="2387367"/>
                </a:lnTo>
                <a:lnTo>
                  <a:pt x="2596512" y="2387099"/>
                </a:lnTo>
                <a:lnTo>
                  <a:pt x="2596930" y="2386826"/>
                </a:lnTo>
                <a:lnTo>
                  <a:pt x="2597349" y="2386533"/>
                </a:lnTo>
                <a:lnTo>
                  <a:pt x="2597767" y="2386246"/>
                </a:lnTo>
                <a:lnTo>
                  <a:pt x="2598199" y="2385938"/>
                </a:lnTo>
                <a:lnTo>
                  <a:pt x="2598617" y="2385616"/>
                </a:lnTo>
                <a:lnTo>
                  <a:pt x="2599048" y="2385298"/>
                </a:lnTo>
                <a:lnTo>
                  <a:pt x="2602841" y="2381949"/>
                </a:lnTo>
                <a:lnTo>
                  <a:pt x="2603272" y="2381533"/>
                </a:lnTo>
                <a:lnTo>
                  <a:pt x="2603691" y="2381096"/>
                </a:lnTo>
                <a:lnTo>
                  <a:pt x="2604122" y="2380660"/>
                </a:lnTo>
                <a:lnTo>
                  <a:pt x="2604541" y="2380208"/>
                </a:lnTo>
                <a:lnTo>
                  <a:pt x="2604959" y="2379757"/>
                </a:lnTo>
                <a:lnTo>
                  <a:pt x="2605391" y="2379285"/>
                </a:lnTo>
                <a:lnTo>
                  <a:pt x="2605809" y="2378810"/>
                </a:lnTo>
                <a:lnTo>
                  <a:pt x="2606228" y="2378323"/>
                </a:lnTo>
                <a:lnTo>
                  <a:pt x="2606659" y="2377832"/>
                </a:lnTo>
                <a:lnTo>
                  <a:pt x="2607078" y="2377331"/>
                </a:lnTo>
                <a:lnTo>
                  <a:pt x="2607509" y="2376811"/>
                </a:lnTo>
                <a:lnTo>
                  <a:pt x="2607915" y="2376289"/>
                </a:lnTo>
                <a:lnTo>
                  <a:pt x="2608346" y="2375754"/>
                </a:lnTo>
                <a:lnTo>
                  <a:pt x="2608765" y="2375212"/>
                </a:lnTo>
                <a:lnTo>
                  <a:pt x="2609196" y="2374662"/>
                </a:lnTo>
                <a:lnTo>
                  <a:pt x="2609614" y="2374096"/>
                </a:lnTo>
                <a:lnTo>
                  <a:pt x="2610033" y="2373526"/>
                </a:lnTo>
                <a:lnTo>
                  <a:pt x="2610464" y="2372945"/>
                </a:lnTo>
                <a:lnTo>
                  <a:pt x="2610883" y="2372355"/>
                </a:lnTo>
                <a:lnTo>
                  <a:pt x="2611301" y="2371760"/>
                </a:lnTo>
                <a:lnTo>
                  <a:pt x="2611733" y="2371150"/>
                </a:lnTo>
                <a:lnTo>
                  <a:pt x="2612151" y="2370529"/>
                </a:lnTo>
                <a:lnTo>
                  <a:pt x="2612583" y="2369905"/>
                </a:lnTo>
                <a:lnTo>
                  <a:pt x="2613001" y="2369269"/>
                </a:lnTo>
                <a:lnTo>
                  <a:pt x="2613420" y="2368619"/>
                </a:lnTo>
                <a:lnTo>
                  <a:pt x="2613838" y="2367964"/>
                </a:lnTo>
                <a:lnTo>
                  <a:pt x="2614270" y="2367301"/>
                </a:lnTo>
                <a:lnTo>
                  <a:pt x="2614688" y="2366625"/>
                </a:lnTo>
                <a:lnTo>
                  <a:pt x="2615119" y="2365945"/>
                </a:lnTo>
                <a:lnTo>
                  <a:pt x="2615538" y="2365251"/>
                </a:lnTo>
                <a:lnTo>
                  <a:pt x="2615957" y="2364551"/>
                </a:lnTo>
                <a:lnTo>
                  <a:pt x="2616375" y="2363837"/>
                </a:lnTo>
                <a:lnTo>
                  <a:pt x="2616806" y="2363123"/>
                </a:lnTo>
                <a:lnTo>
                  <a:pt x="2617225" y="2362388"/>
                </a:lnTo>
                <a:lnTo>
                  <a:pt x="2617656" y="2361645"/>
                </a:lnTo>
                <a:lnTo>
                  <a:pt x="2618075" y="2360901"/>
                </a:lnTo>
                <a:lnTo>
                  <a:pt x="2618493" y="2360142"/>
                </a:lnTo>
                <a:lnTo>
                  <a:pt x="2618925" y="2359372"/>
                </a:lnTo>
                <a:lnTo>
                  <a:pt x="2619343" y="2358598"/>
                </a:lnTo>
                <a:lnTo>
                  <a:pt x="2619762" y="2357809"/>
                </a:lnTo>
                <a:lnTo>
                  <a:pt x="2620193" y="2357016"/>
                </a:lnTo>
                <a:lnTo>
                  <a:pt x="2620612" y="2356207"/>
                </a:lnTo>
                <a:lnTo>
                  <a:pt x="2621043" y="2355399"/>
                </a:lnTo>
                <a:lnTo>
                  <a:pt x="2621449" y="2354575"/>
                </a:lnTo>
                <a:lnTo>
                  <a:pt x="2621880" y="2353742"/>
                </a:lnTo>
                <a:lnTo>
                  <a:pt x="2622299" y="2352899"/>
                </a:lnTo>
                <a:lnTo>
                  <a:pt x="2622730" y="2352045"/>
                </a:lnTo>
                <a:lnTo>
                  <a:pt x="2623149" y="2351187"/>
                </a:lnTo>
                <a:lnTo>
                  <a:pt x="2623567" y="2350319"/>
                </a:lnTo>
                <a:lnTo>
                  <a:pt x="2623998" y="2349440"/>
                </a:lnTo>
                <a:lnTo>
                  <a:pt x="2624417" y="2348552"/>
                </a:lnTo>
                <a:lnTo>
                  <a:pt x="2624836" y="2347655"/>
                </a:lnTo>
                <a:lnTo>
                  <a:pt x="2625267" y="2346752"/>
                </a:lnTo>
                <a:lnTo>
                  <a:pt x="2625685" y="2345834"/>
                </a:lnTo>
                <a:lnTo>
                  <a:pt x="2626117" y="2344911"/>
                </a:lnTo>
                <a:lnTo>
                  <a:pt x="2626535" y="2343968"/>
                </a:lnTo>
                <a:lnTo>
                  <a:pt x="2626954" y="2343031"/>
                </a:lnTo>
                <a:lnTo>
                  <a:pt x="2627385" y="2342074"/>
                </a:lnTo>
                <a:lnTo>
                  <a:pt x="2627804" y="2341111"/>
                </a:lnTo>
                <a:lnTo>
                  <a:pt x="2628222" y="2340143"/>
                </a:lnTo>
                <a:lnTo>
                  <a:pt x="2628653" y="2339167"/>
                </a:lnTo>
                <a:lnTo>
                  <a:pt x="2629072" y="2338174"/>
                </a:lnTo>
                <a:lnTo>
                  <a:pt x="2629491" y="2337177"/>
                </a:lnTo>
                <a:lnTo>
                  <a:pt x="2629922" y="2336170"/>
                </a:lnTo>
                <a:lnTo>
                  <a:pt x="2630340" y="2335153"/>
                </a:lnTo>
                <a:lnTo>
                  <a:pt x="2630772" y="2334131"/>
                </a:lnTo>
                <a:lnTo>
                  <a:pt x="2631190" y="2333094"/>
                </a:lnTo>
                <a:lnTo>
                  <a:pt x="2631609" y="2332052"/>
                </a:lnTo>
                <a:lnTo>
                  <a:pt x="2632027" y="2331001"/>
                </a:lnTo>
                <a:lnTo>
                  <a:pt x="2632459" y="2329939"/>
                </a:lnTo>
                <a:lnTo>
                  <a:pt x="2632877" y="2328862"/>
                </a:lnTo>
                <a:lnTo>
                  <a:pt x="2633309" y="2327781"/>
                </a:lnTo>
                <a:lnTo>
                  <a:pt x="2633727" y="2326699"/>
                </a:lnTo>
                <a:lnTo>
                  <a:pt x="2634146" y="2325598"/>
                </a:lnTo>
                <a:lnTo>
                  <a:pt x="2634577" y="2324492"/>
                </a:lnTo>
                <a:lnTo>
                  <a:pt x="2634996" y="2323375"/>
                </a:lnTo>
                <a:lnTo>
                  <a:pt x="2635414" y="2322245"/>
                </a:lnTo>
                <a:lnTo>
                  <a:pt x="2635845" y="2321113"/>
                </a:lnTo>
                <a:lnTo>
                  <a:pt x="2636264" y="2319967"/>
                </a:lnTo>
                <a:lnTo>
                  <a:pt x="2636695" y="2318817"/>
                </a:lnTo>
                <a:lnTo>
                  <a:pt x="2637101" y="2317656"/>
                </a:lnTo>
                <a:lnTo>
                  <a:pt x="2637532" y="2316485"/>
                </a:lnTo>
                <a:lnTo>
                  <a:pt x="2637951" y="2315310"/>
                </a:lnTo>
                <a:lnTo>
                  <a:pt x="2638382" y="2314118"/>
                </a:lnTo>
                <a:lnTo>
                  <a:pt x="2638801" y="2312928"/>
                </a:lnTo>
                <a:lnTo>
                  <a:pt x="2639219" y="2311717"/>
                </a:lnTo>
                <a:lnTo>
                  <a:pt x="2639651" y="2310502"/>
                </a:lnTo>
                <a:lnTo>
                  <a:pt x="2640069" y="2309281"/>
                </a:lnTo>
                <a:lnTo>
                  <a:pt x="2640488" y="2308046"/>
                </a:lnTo>
                <a:lnTo>
                  <a:pt x="2640919" y="2306807"/>
                </a:lnTo>
                <a:lnTo>
                  <a:pt x="2641338" y="2305557"/>
                </a:lnTo>
                <a:lnTo>
                  <a:pt x="2641769" y="2304297"/>
                </a:lnTo>
                <a:lnTo>
                  <a:pt x="2642175" y="2303026"/>
                </a:lnTo>
                <a:lnTo>
                  <a:pt x="2642606" y="2301751"/>
                </a:lnTo>
                <a:lnTo>
                  <a:pt x="2643025" y="2300467"/>
                </a:lnTo>
                <a:lnTo>
                  <a:pt x="2643456" y="2299167"/>
                </a:lnTo>
                <a:lnTo>
                  <a:pt x="2643875" y="2297861"/>
                </a:lnTo>
                <a:lnTo>
                  <a:pt x="2644293" y="2296556"/>
                </a:lnTo>
                <a:lnTo>
                  <a:pt x="2644724" y="2295233"/>
                </a:lnTo>
                <a:lnTo>
                  <a:pt x="2645143" y="2293903"/>
                </a:lnTo>
                <a:lnTo>
                  <a:pt x="2645562" y="2292559"/>
                </a:lnTo>
                <a:lnTo>
                  <a:pt x="2645993" y="2291215"/>
                </a:lnTo>
                <a:lnTo>
                  <a:pt x="2646411" y="2289855"/>
                </a:lnTo>
                <a:lnTo>
                  <a:pt x="2646843" y="2288496"/>
                </a:lnTo>
                <a:lnTo>
                  <a:pt x="2647261" y="2287121"/>
                </a:lnTo>
                <a:lnTo>
                  <a:pt x="2647680" y="2285737"/>
                </a:lnTo>
                <a:lnTo>
                  <a:pt x="2648098" y="2284348"/>
                </a:lnTo>
                <a:lnTo>
                  <a:pt x="2648530" y="2282944"/>
                </a:lnTo>
                <a:lnTo>
                  <a:pt x="2648948" y="2281535"/>
                </a:lnTo>
                <a:lnTo>
                  <a:pt x="2649380" y="2280116"/>
                </a:lnTo>
                <a:lnTo>
                  <a:pt x="2649798" y="2278697"/>
                </a:lnTo>
                <a:lnTo>
                  <a:pt x="2650217" y="2277259"/>
                </a:lnTo>
                <a:lnTo>
                  <a:pt x="2650635" y="2275816"/>
                </a:lnTo>
                <a:lnTo>
                  <a:pt x="2651067" y="2274366"/>
                </a:lnTo>
                <a:lnTo>
                  <a:pt x="2651485" y="2272903"/>
                </a:lnTo>
                <a:lnTo>
                  <a:pt x="2651916" y="2271430"/>
                </a:lnTo>
                <a:lnTo>
                  <a:pt x="2652335" y="2269956"/>
                </a:lnTo>
                <a:lnTo>
                  <a:pt x="2652754" y="2268469"/>
                </a:lnTo>
                <a:lnTo>
                  <a:pt x="2653185" y="2266980"/>
                </a:lnTo>
                <a:lnTo>
                  <a:pt x="2653603" y="2265472"/>
                </a:lnTo>
                <a:lnTo>
                  <a:pt x="2654022" y="2263958"/>
                </a:lnTo>
                <a:lnTo>
                  <a:pt x="2654453" y="2262440"/>
                </a:lnTo>
                <a:lnTo>
                  <a:pt x="2654872" y="2260913"/>
                </a:lnTo>
                <a:lnTo>
                  <a:pt x="2655303" y="2259369"/>
                </a:lnTo>
                <a:lnTo>
                  <a:pt x="2655709" y="2257827"/>
                </a:lnTo>
                <a:lnTo>
                  <a:pt x="2656140" y="2256269"/>
                </a:lnTo>
                <a:lnTo>
                  <a:pt x="2656559" y="2254711"/>
                </a:lnTo>
                <a:lnTo>
                  <a:pt x="2656990" y="2253133"/>
                </a:lnTo>
                <a:lnTo>
                  <a:pt x="2657409" y="2251557"/>
                </a:lnTo>
                <a:lnTo>
                  <a:pt x="2657827" y="2249963"/>
                </a:lnTo>
                <a:lnTo>
                  <a:pt x="2658259" y="2248371"/>
                </a:lnTo>
                <a:lnTo>
                  <a:pt x="2658677" y="2246764"/>
                </a:lnTo>
                <a:lnTo>
                  <a:pt x="2659096" y="2245152"/>
                </a:lnTo>
                <a:lnTo>
                  <a:pt x="2659527" y="2243524"/>
                </a:lnTo>
                <a:lnTo>
                  <a:pt x="2659946" y="2241898"/>
                </a:lnTo>
                <a:lnTo>
                  <a:pt x="2660377" y="2240255"/>
                </a:lnTo>
                <a:lnTo>
                  <a:pt x="2660795" y="2238613"/>
                </a:lnTo>
                <a:lnTo>
                  <a:pt x="2661214" y="2236956"/>
                </a:lnTo>
                <a:lnTo>
                  <a:pt x="2661633" y="2235289"/>
                </a:lnTo>
                <a:lnTo>
                  <a:pt x="2662064" y="2233617"/>
                </a:lnTo>
                <a:lnTo>
                  <a:pt x="2662482" y="2231936"/>
                </a:lnTo>
                <a:lnTo>
                  <a:pt x="2662914" y="2230249"/>
                </a:lnTo>
                <a:lnTo>
                  <a:pt x="2663332" y="2228553"/>
                </a:lnTo>
                <a:lnTo>
                  <a:pt x="2663751" y="2226851"/>
                </a:lnTo>
                <a:lnTo>
                  <a:pt x="2664169" y="2225130"/>
                </a:lnTo>
                <a:lnTo>
                  <a:pt x="2664601" y="2223413"/>
                </a:lnTo>
                <a:lnTo>
                  <a:pt x="2665019" y="2221676"/>
                </a:lnTo>
                <a:lnTo>
                  <a:pt x="2665450" y="2219945"/>
                </a:lnTo>
                <a:lnTo>
                  <a:pt x="2665869" y="2218194"/>
                </a:lnTo>
                <a:lnTo>
                  <a:pt x="2666288" y="2216447"/>
                </a:lnTo>
                <a:lnTo>
                  <a:pt x="2666719" y="2214681"/>
                </a:lnTo>
                <a:lnTo>
                  <a:pt x="2667138" y="2212911"/>
                </a:lnTo>
                <a:lnTo>
                  <a:pt x="2667569" y="2211130"/>
                </a:lnTo>
                <a:lnTo>
                  <a:pt x="2667987" y="2209344"/>
                </a:lnTo>
                <a:lnTo>
                  <a:pt x="2668406" y="2207547"/>
                </a:lnTo>
                <a:lnTo>
                  <a:pt x="2668837" y="2205742"/>
                </a:lnTo>
                <a:lnTo>
                  <a:pt x="2669256" y="2203931"/>
                </a:lnTo>
                <a:lnTo>
                  <a:pt x="2669674" y="2202115"/>
                </a:lnTo>
                <a:lnTo>
                  <a:pt x="2670106" y="2200280"/>
                </a:lnTo>
                <a:lnTo>
                  <a:pt x="2670524" y="2198449"/>
                </a:lnTo>
                <a:lnTo>
                  <a:pt x="2670955" y="2196609"/>
                </a:lnTo>
                <a:lnTo>
                  <a:pt x="2671361" y="2194754"/>
                </a:lnTo>
                <a:lnTo>
                  <a:pt x="2671793" y="2192893"/>
                </a:lnTo>
                <a:lnTo>
                  <a:pt x="2672211" y="2191023"/>
                </a:lnTo>
                <a:lnTo>
                  <a:pt x="2672642" y="2189153"/>
                </a:lnTo>
                <a:lnTo>
                  <a:pt x="2673061" y="2187267"/>
                </a:lnTo>
                <a:lnTo>
                  <a:pt x="2673480" y="2185378"/>
                </a:lnTo>
                <a:lnTo>
                  <a:pt x="2673911" y="2183478"/>
                </a:lnTo>
                <a:lnTo>
                  <a:pt x="2674329" y="2181568"/>
                </a:lnTo>
                <a:lnTo>
                  <a:pt x="2674748" y="2179658"/>
                </a:lnTo>
                <a:lnTo>
                  <a:pt x="2675179" y="2177733"/>
                </a:lnTo>
                <a:lnTo>
                  <a:pt x="2675598" y="2175798"/>
                </a:lnTo>
                <a:lnTo>
                  <a:pt x="2676029" y="2173858"/>
                </a:lnTo>
                <a:lnTo>
                  <a:pt x="2676435" y="2171913"/>
                </a:lnTo>
                <a:lnTo>
                  <a:pt x="2676866" y="2169964"/>
                </a:lnTo>
                <a:lnTo>
                  <a:pt x="2677285" y="2167999"/>
                </a:lnTo>
                <a:lnTo>
                  <a:pt x="2677716" y="2166029"/>
                </a:lnTo>
                <a:lnTo>
                  <a:pt x="2678135" y="2164051"/>
                </a:lnTo>
                <a:lnTo>
                  <a:pt x="2678553" y="2162066"/>
                </a:lnTo>
                <a:lnTo>
                  <a:pt x="2678985" y="2160072"/>
                </a:lnTo>
                <a:lnTo>
                  <a:pt x="2679403" y="2158068"/>
                </a:lnTo>
                <a:lnTo>
                  <a:pt x="2679822" y="2156058"/>
                </a:lnTo>
                <a:lnTo>
                  <a:pt x="2680253" y="2154045"/>
                </a:lnTo>
                <a:lnTo>
                  <a:pt x="2680672" y="2152020"/>
                </a:lnTo>
                <a:lnTo>
                  <a:pt x="2681103" y="2149986"/>
                </a:lnTo>
                <a:lnTo>
                  <a:pt x="2681521" y="2147947"/>
                </a:lnTo>
                <a:lnTo>
                  <a:pt x="2681940" y="2145908"/>
                </a:lnTo>
                <a:lnTo>
                  <a:pt x="2682359" y="2143854"/>
                </a:lnTo>
                <a:lnTo>
                  <a:pt x="2682790" y="2141791"/>
                </a:lnTo>
                <a:lnTo>
                  <a:pt x="2683208" y="2139722"/>
                </a:lnTo>
                <a:lnTo>
                  <a:pt x="2683640" y="2137643"/>
                </a:lnTo>
                <a:lnTo>
                  <a:pt x="2684058" y="2135560"/>
                </a:lnTo>
                <a:lnTo>
                  <a:pt x="2684477" y="2133466"/>
                </a:lnTo>
                <a:lnTo>
                  <a:pt x="2684895" y="2131362"/>
                </a:lnTo>
                <a:lnTo>
                  <a:pt x="2685327" y="2129254"/>
                </a:lnTo>
                <a:lnTo>
                  <a:pt x="2685745" y="2127141"/>
                </a:lnTo>
                <a:lnTo>
                  <a:pt x="2686177" y="2125022"/>
                </a:lnTo>
                <a:lnTo>
                  <a:pt x="2686595" y="2122895"/>
                </a:lnTo>
                <a:lnTo>
                  <a:pt x="2687014" y="2120751"/>
                </a:lnTo>
                <a:lnTo>
                  <a:pt x="2687445" y="2118608"/>
                </a:lnTo>
                <a:lnTo>
                  <a:pt x="2687864" y="2116459"/>
                </a:lnTo>
                <a:lnTo>
                  <a:pt x="2688282" y="2114297"/>
                </a:lnTo>
                <a:lnTo>
                  <a:pt x="2688713" y="2112129"/>
                </a:lnTo>
                <a:lnTo>
                  <a:pt x="2689132" y="2109962"/>
                </a:lnTo>
                <a:lnTo>
                  <a:pt x="2689563" y="2107773"/>
                </a:lnTo>
                <a:lnTo>
                  <a:pt x="2689969" y="2105590"/>
                </a:lnTo>
                <a:lnTo>
                  <a:pt x="2690400" y="2103398"/>
                </a:lnTo>
                <a:lnTo>
                  <a:pt x="2690819" y="2101190"/>
                </a:lnTo>
                <a:lnTo>
                  <a:pt x="2691250" y="2098983"/>
                </a:lnTo>
                <a:lnTo>
                  <a:pt x="2691669" y="2096765"/>
                </a:lnTo>
                <a:lnTo>
                  <a:pt x="2692087" y="2094538"/>
                </a:lnTo>
                <a:lnTo>
                  <a:pt x="2692519" y="2092305"/>
                </a:lnTo>
                <a:lnTo>
                  <a:pt x="2692937" y="2090068"/>
                </a:lnTo>
                <a:lnTo>
                  <a:pt x="2693356" y="2087821"/>
                </a:lnTo>
                <a:lnTo>
                  <a:pt x="2693787" y="2085568"/>
                </a:lnTo>
                <a:lnTo>
                  <a:pt x="2694206" y="2083306"/>
                </a:lnTo>
                <a:lnTo>
                  <a:pt x="2694637" y="2081039"/>
                </a:lnTo>
                <a:lnTo>
                  <a:pt x="2695056" y="2078771"/>
                </a:lnTo>
                <a:lnTo>
                  <a:pt x="2695474" y="2076485"/>
                </a:lnTo>
                <a:lnTo>
                  <a:pt x="2695893" y="2074192"/>
                </a:lnTo>
                <a:lnTo>
                  <a:pt x="2696324" y="2071901"/>
                </a:lnTo>
                <a:lnTo>
                  <a:pt x="2696743" y="2069594"/>
                </a:lnTo>
                <a:lnTo>
                  <a:pt x="2697174" y="2067288"/>
                </a:lnTo>
                <a:lnTo>
                  <a:pt x="2697592" y="2064976"/>
                </a:lnTo>
                <a:lnTo>
                  <a:pt x="2698011" y="2062654"/>
                </a:lnTo>
                <a:lnTo>
                  <a:pt x="2698430" y="2060312"/>
                </a:lnTo>
                <a:lnTo>
                  <a:pt x="2698861" y="2057976"/>
                </a:lnTo>
                <a:lnTo>
                  <a:pt x="2699279" y="2055639"/>
                </a:lnTo>
                <a:lnTo>
                  <a:pt x="2699711" y="2053288"/>
                </a:lnTo>
                <a:lnTo>
                  <a:pt x="2700129" y="2050926"/>
                </a:lnTo>
                <a:lnTo>
                  <a:pt x="2700548" y="2048565"/>
                </a:lnTo>
                <a:lnTo>
                  <a:pt x="2700979" y="2046188"/>
                </a:lnTo>
                <a:lnTo>
                  <a:pt x="2701398" y="2043812"/>
                </a:lnTo>
                <a:lnTo>
                  <a:pt x="2701816" y="2041421"/>
                </a:lnTo>
                <a:lnTo>
                  <a:pt x="2702248" y="2039029"/>
                </a:lnTo>
                <a:lnTo>
                  <a:pt x="2702666" y="2036634"/>
                </a:lnTo>
                <a:lnTo>
                  <a:pt x="2703097" y="2034228"/>
                </a:lnTo>
                <a:lnTo>
                  <a:pt x="2703516" y="2031821"/>
                </a:lnTo>
                <a:lnTo>
                  <a:pt x="2703935" y="2029401"/>
                </a:lnTo>
                <a:lnTo>
                  <a:pt x="2704353" y="2026970"/>
                </a:lnTo>
                <a:lnTo>
                  <a:pt x="2704784" y="2024539"/>
                </a:lnTo>
                <a:lnTo>
                  <a:pt x="2705216" y="2022104"/>
                </a:lnTo>
                <a:lnTo>
                  <a:pt x="2705622" y="2019657"/>
                </a:lnTo>
                <a:lnTo>
                  <a:pt x="2706053" y="2017207"/>
                </a:lnTo>
                <a:lnTo>
                  <a:pt x="2706471" y="2014746"/>
                </a:lnTo>
                <a:lnTo>
                  <a:pt x="2706903" y="2012281"/>
                </a:lnTo>
                <a:lnTo>
                  <a:pt x="2707321" y="2009805"/>
                </a:lnTo>
                <a:lnTo>
                  <a:pt x="2707740" y="2007329"/>
                </a:lnTo>
                <a:lnTo>
                  <a:pt x="2708171" y="2004848"/>
                </a:lnTo>
                <a:lnTo>
                  <a:pt x="2708590" y="2002359"/>
                </a:lnTo>
                <a:lnTo>
                  <a:pt x="2709008" y="1999859"/>
                </a:lnTo>
                <a:lnTo>
                  <a:pt x="2709439" y="1997352"/>
                </a:lnTo>
                <a:lnTo>
                  <a:pt x="2709858" y="1994842"/>
                </a:lnTo>
                <a:lnTo>
                  <a:pt x="2710289" y="1992327"/>
                </a:lnTo>
                <a:lnTo>
                  <a:pt x="2710695" y="1989798"/>
                </a:lnTo>
                <a:lnTo>
                  <a:pt x="2711126" y="1987273"/>
                </a:lnTo>
                <a:lnTo>
                  <a:pt x="2711545" y="1984732"/>
                </a:lnTo>
                <a:lnTo>
                  <a:pt x="2711976" y="1982193"/>
                </a:lnTo>
                <a:lnTo>
                  <a:pt x="2712395" y="1979647"/>
                </a:lnTo>
                <a:lnTo>
                  <a:pt x="2712813" y="1977087"/>
                </a:lnTo>
                <a:lnTo>
                  <a:pt x="2713232" y="1974528"/>
                </a:lnTo>
                <a:lnTo>
                  <a:pt x="2713663" y="1971963"/>
                </a:lnTo>
                <a:lnTo>
                  <a:pt x="2714082" y="1969388"/>
                </a:lnTo>
                <a:lnTo>
                  <a:pt x="2714513" y="1966808"/>
                </a:lnTo>
                <a:lnTo>
                  <a:pt x="2714932" y="1964224"/>
                </a:lnTo>
                <a:lnTo>
                  <a:pt x="2715363" y="1961634"/>
                </a:lnTo>
                <a:lnTo>
                  <a:pt x="2715782" y="1959030"/>
                </a:lnTo>
                <a:lnTo>
                  <a:pt x="2716200" y="1956431"/>
                </a:lnTo>
                <a:lnTo>
                  <a:pt x="2716619" y="1953821"/>
                </a:lnTo>
                <a:lnTo>
                  <a:pt x="2717050" y="1951202"/>
                </a:lnTo>
                <a:lnTo>
                  <a:pt x="2717469" y="1948582"/>
                </a:lnTo>
                <a:lnTo>
                  <a:pt x="2717900" y="1945953"/>
                </a:lnTo>
                <a:lnTo>
                  <a:pt x="2718306" y="1943318"/>
                </a:lnTo>
                <a:lnTo>
                  <a:pt x="2718737" y="1940674"/>
                </a:lnTo>
                <a:lnTo>
                  <a:pt x="2719156" y="1938030"/>
                </a:lnTo>
                <a:lnTo>
                  <a:pt x="2719587" y="1935381"/>
                </a:lnTo>
                <a:lnTo>
                  <a:pt x="2720005" y="1932722"/>
                </a:lnTo>
                <a:lnTo>
                  <a:pt x="2720424" y="1930053"/>
                </a:lnTo>
                <a:lnTo>
                  <a:pt x="2720855" y="1927389"/>
                </a:lnTo>
                <a:lnTo>
                  <a:pt x="2721274" y="1924710"/>
                </a:lnTo>
                <a:lnTo>
                  <a:pt x="2721692" y="1922026"/>
                </a:lnTo>
                <a:lnTo>
                  <a:pt x="2722124" y="1919337"/>
                </a:lnTo>
                <a:lnTo>
                  <a:pt x="2722542" y="1916648"/>
                </a:lnTo>
                <a:lnTo>
                  <a:pt x="2722974" y="1913945"/>
                </a:lnTo>
                <a:lnTo>
                  <a:pt x="2723392" y="1911241"/>
                </a:lnTo>
                <a:lnTo>
                  <a:pt x="2723811" y="1908537"/>
                </a:lnTo>
                <a:lnTo>
                  <a:pt x="2724229" y="1905818"/>
                </a:lnTo>
                <a:lnTo>
                  <a:pt x="2724661" y="1903096"/>
                </a:lnTo>
                <a:lnTo>
                  <a:pt x="2725079" y="1900372"/>
                </a:lnTo>
                <a:lnTo>
                  <a:pt x="2725510" y="1897633"/>
                </a:lnTo>
                <a:lnTo>
                  <a:pt x="2725929" y="1894895"/>
                </a:lnTo>
                <a:lnTo>
                  <a:pt x="2726348" y="1892151"/>
                </a:lnTo>
                <a:lnTo>
                  <a:pt x="2726766" y="1889403"/>
                </a:lnTo>
                <a:lnTo>
                  <a:pt x="2727197" y="1886645"/>
                </a:lnTo>
                <a:lnTo>
                  <a:pt x="2727616" y="1883886"/>
                </a:lnTo>
                <a:lnTo>
                  <a:pt x="2728047" y="1881118"/>
                </a:lnTo>
                <a:lnTo>
                  <a:pt x="2728466" y="1878344"/>
                </a:lnTo>
                <a:lnTo>
                  <a:pt x="2728884" y="1875567"/>
                </a:lnTo>
                <a:lnTo>
                  <a:pt x="2729316" y="1872784"/>
                </a:lnTo>
                <a:lnTo>
                  <a:pt x="2729734" y="1869995"/>
                </a:lnTo>
                <a:lnTo>
                  <a:pt x="2730153" y="1867203"/>
                </a:lnTo>
                <a:lnTo>
                  <a:pt x="2730584" y="1864404"/>
                </a:lnTo>
                <a:lnTo>
                  <a:pt x="2731003" y="1861602"/>
                </a:lnTo>
                <a:lnTo>
                  <a:pt x="2731434" y="1858794"/>
                </a:lnTo>
                <a:lnTo>
                  <a:pt x="2731840" y="1855971"/>
                </a:lnTo>
                <a:lnTo>
                  <a:pt x="2732271" y="1853153"/>
                </a:lnTo>
                <a:lnTo>
                  <a:pt x="2732690" y="1850325"/>
                </a:lnTo>
                <a:lnTo>
                  <a:pt x="2733121" y="1847493"/>
                </a:lnTo>
                <a:lnTo>
                  <a:pt x="2733540" y="1844660"/>
                </a:lnTo>
                <a:lnTo>
                  <a:pt x="2733958" y="1841817"/>
                </a:lnTo>
                <a:lnTo>
                  <a:pt x="2734389" y="1838975"/>
                </a:lnTo>
                <a:lnTo>
                  <a:pt x="2734808" y="1836118"/>
                </a:lnTo>
                <a:lnTo>
                  <a:pt x="2735227" y="1833259"/>
                </a:lnTo>
                <a:lnTo>
                  <a:pt x="2735658" y="1830407"/>
                </a:lnTo>
                <a:lnTo>
                  <a:pt x="2736076" y="1827535"/>
                </a:lnTo>
                <a:lnTo>
                  <a:pt x="2736508" y="1824667"/>
                </a:lnTo>
                <a:lnTo>
                  <a:pt x="2736914" y="1821790"/>
                </a:lnTo>
                <a:lnTo>
                  <a:pt x="2737345" y="1818908"/>
                </a:lnTo>
                <a:lnTo>
                  <a:pt x="2737763" y="1816021"/>
                </a:lnTo>
                <a:lnTo>
                  <a:pt x="2738195" y="1813129"/>
                </a:lnTo>
                <a:lnTo>
                  <a:pt x="2738613" y="1810231"/>
                </a:lnTo>
                <a:lnTo>
                  <a:pt x="2739045" y="1807329"/>
                </a:lnTo>
                <a:lnTo>
                  <a:pt x="2739463" y="1804426"/>
                </a:lnTo>
                <a:lnTo>
                  <a:pt x="2739882" y="1801504"/>
                </a:lnTo>
                <a:lnTo>
                  <a:pt x="2740300" y="1798598"/>
                </a:lnTo>
                <a:lnTo>
                  <a:pt x="2740732" y="1795670"/>
                </a:lnTo>
                <a:lnTo>
                  <a:pt x="2741150" y="1792745"/>
                </a:lnTo>
                <a:lnTo>
                  <a:pt x="2741581" y="1789812"/>
                </a:lnTo>
                <a:lnTo>
                  <a:pt x="2742000" y="1786880"/>
                </a:lnTo>
                <a:lnTo>
                  <a:pt x="2742419" y="1783939"/>
                </a:lnTo>
                <a:lnTo>
                  <a:pt x="2742850" y="1780996"/>
                </a:lnTo>
                <a:lnTo>
                  <a:pt x="2743268" y="1778050"/>
                </a:lnTo>
                <a:lnTo>
                  <a:pt x="2743700" y="1775093"/>
                </a:lnTo>
                <a:lnTo>
                  <a:pt x="2744118" y="1772136"/>
                </a:lnTo>
                <a:lnTo>
                  <a:pt x="2744537" y="1769170"/>
                </a:lnTo>
                <a:lnTo>
                  <a:pt x="2744955" y="1766198"/>
                </a:lnTo>
                <a:lnTo>
                  <a:pt x="2745387" y="1763226"/>
                </a:lnTo>
                <a:lnTo>
                  <a:pt x="2745805" y="1760249"/>
                </a:lnTo>
                <a:lnTo>
                  <a:pt x="2746236" y="1757269"/>
                </a:lnTo>
                <a:lnTo>
                  <a:pt x="2746655" y="1754282"/>
                </a:lnTo>
                <a:lnTo>
                  <a:pt x="2747074" y="1751290"/>
                </a:lnTo>
                <a:lnTo>
                  <a:pt x="2747492" y="1748294"/>
                </a:lnTo>
                <a:lnTo>
                  <a:pt x="2747924" y="1745302"/>
                </a:lnTo>
                <a:lnTo>
                  <a:pt x="2748342" y="1742291"/>
                </a:lnTo>
                <a:lnTo>
                  <a:pt x="2748773" y="1739280"/>
                </a:lnTo>
                <a:lnTo>
                  <a:pt x="2749192" y="1736269"/>
                </a:lnTo>
                <a:lnTo>
                  <a:pt x="2749611" y="1733253"/>
                </a:lnTo>
                <a:lnTo>
                  <a:pt x="2750042" y="1730236"/>
                </a:lnTo>
                <a:lnTo>
                  <a:pt x="2750460" y="1727210"/>
                </a:lnTo>
                <a:lnTo>
                  <a:pt x="2750879" y="1724179"/>
                </a:lnTo>
                <a:lnTo>
                  <a:pt x="2751310" y="1721147"/>
                </a:lnTo>
                <a:lnTo>
                  <a:pt x="2751729" y="1718107"/>
                </a:lnTo>
                <a:lnTo>
                  <a:pt x="2752160" y="1715065"/>
                </a:lnTo>
                <a:lnTo>
                  <a:pt x="2752566" y="1712020"/>
                </a:lnTo>
                <a:lnTo>
                  <a:pt x="2752997" y="1708968"/>
                </a:lnTo>
                <a:lnTo>
                  <a:pt x="2753416" y="1705912"/>
                </a:lnTo>
                <a:lnTo>
                  <a:pt x="2753847" y="1702852"/>
                </a:lnTo>
                <a:lnTo>
                  <a:pt x="2754266" y="1699786"/>
                </a:lnTo>
                <a:lnTo>
                  <a:pt x="2754684" y="1696725"/>
                </a:lnTo>
                <a:lnTo>
                  <a:pt x="2755115" y="1693655"/>
                </a:lnTo>
                <a:lnTo>
                  <a:pt x="2755534" y="1690573"/>
                </a:lnTo>
                <a:lnTo>
                  <a:pt x="2755953" y="1687498"/>
                </a:lnTo>
                <a:lnTo>
                  <a:pt x="2756384" y="1684411"/>
                </a:lnTo>
                <a:lnTo>
                  <a:pt x="2756802" y="1681327"/>
                </a:lnTo>
                <a:lnTo>
                  <a:pt x="2757234" y="1678235"/>
                </a:lnTo>
                <a:lnTo>
                  <a:pt x="2757652" y="1675145"/>
                </a:lnTo>
                <a:lnTo>
                  <a:pt x="2758071" y="1672044"/>
                </a:lnTo>
                <a:lnTo>
                  <a:pt x="2758489" y="1668944"/>
                </a:lnTo>
                <a:lnTo>
                  <a:pt x="2758921" y="1665834"/>
                </a:lnTo>
                <a:lnTo>
                  <a:pt x="2759339" y="1662723"/>
                </a:lnTo>
                <a:lnTo>
                  <a:pt x="2759771" y="1659612"/>
                </a:lnTo>
                <a:lnTo>
                  <a:pt x="2760189" y="1656497"/>
                </a:lnTo>
                <a:lnTo>
                  <a:pt x="2760608" y="1653371"/>
                </a:lnTo>
                <a:lnTo>
                  <a:pt x="2761026" y="1650251"/>
                </a:lnTo>
                <a:lnTo>
                  <a:pt x="2761458" y="1647125"/>
                </a:lnTo>
                <a:lnTo>
                  <a:pt x="2761876" y="1643996"/>
                </a:lnTo>
                <a:lnTo>
                  <a:pt x="2762307" y="1640855"/>
                </a:lnTo>
                <a:lnTo>
                  <a:pt x="2762726" y="1637714"/>
                </a:lnTo>
                <a:lnTo>
                  <a:pt x="2763145" y="1634575"/>
                </a:lnTo>
                <a:lnTo>
                  <a:pt x="2763576" y="1631429"/>
                </a:lnTo>
                <a:lnTo>
                  <a:pt x="2763994" y="1628279"/>
                </a:lnTo>
                <a:lnTo>
                  <a:pt x="2764413" y="1625124"/>
                </a:lnTo>
                <a:lnTo>
                  <a:pt x="2764844" y="1621968"/>
                </a:lnTo>
                <a:lnTo>
                  <a:pt x="2765263" y="1618808"/>
                </a:lnTo>
                <a:lnTo>
                  <a:pt x="2765694" y="1615643"/>
                </a:lnTo>
                <a:lnTo>
                  <a:pt x="2766100" y="1612473"/>
                </a:lnTo>
                <a:lnTo>
                  <a:pt x="2766531" y="1609313"/>
                </a:lnTo>
                <a:lnTo>
                  <a:pt x="2766950" y="1606133"/>
                </a:lnTo>
                <a:lnTo>
                  <a:pt x="2767381" y="1602958"/>
                </a:lnTo>
                <a:lnTo>
                  <a:pt x="2767800" y="1599778"/>
                </a:lnTo>
                <a:lnTo>
                  <a:pt x="2768218" y="1596594"/>
                </a:lnTo>
                <a:lnTo>
                  <a:pt x="2768650" y="1593409"/>
                </a:lnTo>
                <a:lnTo>
                  <a:pt x="2769068" y="1590223"/>
                </a:lnTo>
                <a:lnTo>
                  <a:pt x="2769487" y="1587029"/>
                </a:lnTo>
                <a:lnTo>
                  <a:pt x="2769918" y="1583829"/>
                </a:lnTo>
                <a:lnTo>
                  <a:pt x="2770337" y="1580634"/>
                </a:lnTo>
                <a:lnTo>
                  <a:pt x="2770768" y="1577434"/>
                </a:lnTo>
                <a:lnTo>
                  <a:pt x="2771186" y="1574224"/>
                </a:lnTo>
                <a:lnTo>
                  <a:pt x="2771605" y="1571020"/>
                </a:lnTo>
                <a:lnTo>
                  <a:pt x="2772024" y="1567813"/>
                </a:lnTo>
                <a:lnTo>
                  <a:pt x="2772455" y="1564596"/>
                </a:lnTo>
                <a:lnTo>
                  <a:pt x="2772873" y="1561379"/>
                </a:lnTo>
                <a:lnTo>
                  <a:pt x="2773305" y="1558162"/>
                </a:lnTo>
                <a:lnTo>
                  <a:pt x="2773723" y="1554932"/>
                </a:lnTo>
                <a:lnTo>
                  <a:pt x="2774142" y="1551702"/>
                </a:lnTo>
                <a:lnTo>
                  <a:pt x="2774560" y="1548485"/>
                </a:lnTo>
                <a:lnTo>
                  <a:pt x="2774992" y="1545255"/>
                </a:lnTo>
                <a:lnTo>
                  <a:pt x="2775410" y="1542013"/>
                </a:lnTo>
                <a:lnTo>
                  <a:pt x="2775842" y="1538783"/>
                </a:lnTo>
                <a:lnTo>
                  <a:pt x="2776260" y="1535541"/>
                </a:lnTo>
                <a:lnTo>
                  <a:pt x="2776679" y="1532298"/>
                </a:lnTo>
                <a:lnTo>
                  <a:pt x="2777097" y="1529056"/>
                </a:lnTo>
                <a:lnTo>
                  <a:pt x="2777529" y="1525800"/>
                </a:lnTo>
                <a:lnTo>
                  <a:pt x="2777947" y="1522558"/>
                </a:lnTo>
                <a:lnTo>
                  <a:pt x="2778378" y="1519303"/>
                </a:lnTo>
                <a:lnTo>
                  <a:pt x="2778797" y="1516047"/>
                </a:lnTo>
                <a:lnTo>
                  <a:pt x="2779216" y="1512792"/>
                </a:lnTo>
                <a:lnTo>
                  <a:pt x="2779634" y="1509524"/>
                </a:lnTo>
                <a:lnTo>
                  <a:pt x="2780065" y="1506269"/>
                </a:lnTo>
                <a:lnTo>
                  <a:pt x="2780484" y="1503001"/>
                </a:lnTo>
                <a:lnTo>
                  <a:pt x="2780915" y="1499733"/>
                </a:lnTo>
                <a:lnTo>
                  <a:pt x="2781334" y="1496465"/>
                </a:lnTo>
                <a:lnTo>
                  <a:pt x="2781752" y="1493184"/>
                </a:lnTo>
                <a:lnTo>
                  <a:pt x="2782184" y="1489916"/>
                </a:lnTo>
                <a:lnTo>
                  <a:pt x="2782602" y="1486636"/>
                </a:lnTo>
                <a:lnTo>
                  <a:pt x="2783034" y="1483355"/>
                </a:lnTo>
                <a:lnTo>
                  <a:pt x="2783452" y="1480074"/>
                </a:lnTo>
                <a:lnTo>
                  <a:pt x="2783871" y="1476794"/>
                </a:lnTo>
                <a:lnTo>
                  <a:pt x="2784302" y="1473500"/>
                </a:lnTo>
                <a:lnTo>
                  <a:pt x="2784721" y="1470220"/>
                </a:lnTo>
                <a:lnTo>
                  <a:pt x="2785139" y="1466926"/>
                </a:lnTo>
                <a:lnTo>
                  <a:pt x="2785570" y="1463633"/>
                </a:lnTo>
                <a:lnTo>
                  <a:pt x="2785989" y="1460327"/>
                </a:lnTo>
                <a:lnTo>
                  <a:pt x="2786420" y="1457034"/>
                </a:lnTo>
                <a:lnTo>
                  <a:pt x="2786826" y="1453740"/>
                </a:lnTo>
                <a:lnTo>
                  <a:pt x="2787257" y="1450434"/>
                </a:lnTo>
                <a:lnTo>
                  <a:pt x="2787676" y="1447128"/>
                </a:lnTo>
                <a:lnTo>
                  <a:pt x="2788107" y="1443822"/>
                </a:lnTo>
                <a:lnTo>
                  <a:pt x="2788526" y="1440516"/>
                </a:lnTo>
                <a:lnTo>
                  <a:pt x="2788944" y="1437210"/>
                </a:lnTo>
                <a:lnTo>
                  <a:pt x="2789376" y="1433904"/>
                </a:lnTo>
                <a:lnTo>
                  <a:pt x="2789794" y="1430585"/>
                </a:lnTo>
                <a:lnTo>
                  <a:pt x="2790213" y="1427266"/>
                </a:lnTo>
                <a:lnTo>
                  <a:pt x="2790644" y="1423947"/>
                </a:lnTo>
                <a:lnTo>
                  <a:pt x="2791063" y="1420628"/>
                </a:lnTo>
                <a:lnTo>
                  <a:pt x="2791494" y="1417310"/>
                </a:lnTo>
                <a:lnTo>
                  <a:pt x="2791912" y="1413991"/>
                </a:lnTo>
                <a:lnTo>
                  <a:pt x="2792331" y="1410659"/>
                </a:lnTo>
                <a:lnTo>
                  <a:pt x="2792750" y="1407340"/>
                </a:lnTo>
                <a:lnTo>
                  <a:pt x="2793181" y="1404009"/>
                </a:lnTo>
                <a:lnTo>
                  <a:pt x="2793599" y="1400677"/>
                </a:lnTo>
                <a:lnTo>
                  <a:pt x="2794031" y="1397346"/>
                </a:lnTo>
                <a:lnTo>
                  <a:pt x="2794449" y="1394014"/>
                </a:lnTo>
                <a:lnTo>
                  <a:pt x="2794868" y="1390683"/>
                </a:lnTo>
                <a:lnTo>
                  <a:pt x="2795287" y="1387351"/>
                </a:lnTo>
                <a:lnTo>
                  <a:pt x="2795718" y="1384007"/>
                </a:lnTo>
                <a:lnTo>
                  <a:pt x="2796136" y="1380675"/>
                </a:lnTo>
                <a:lnTo>
                  <a:pt x="2796568" y="1377331"/>
                </a:lnTo>
                <a:lnTo>
                  <a:pt x="2796986" y="1373987"/>
                </a:lnTo>
                <a:lnTo>
                  <a:pt x="2797405" y="1370643"/>
                </a:lnTo>
                <a:lnTo>
                  <a:pt x="2797836" y="1367298"/>
                </a:lnTo>
                <a:lnTo>
                  <a:pt x="2798255" y="1363954"/>
                </a:lnTo>
                <a:lnTo>
                  <a:pt x="2798673" y="1360597"/>
                </a:lnTo>
                <a:lnTo>
                  <a:pt x="2799104" y="1357253"/>
                </a:lnTo>
                <a:lnTo>
                  <a:pt x="2799523" y="1353909"/>
                </a:lnTo>
                <a:lnTo>
                  <a:pt x="2799954" y="1350552"/>
                </a:lnTo>
                <a:lnTo>
                  <a:pt x="2800360" y="1347195"/>
                </a:lnTo>
                <a:lnTo>
                  <a:pt x="2800791" y="1343838"/>
                </a:lnTo>
                <a:lnTo>
                  <a:pt x="2801210" y="1340494"/>
                </a:lnTo>
                <a:lnTo>
                  <a:pt x="2801641" y="1337137"/>
                </a:lnTo>
                <a:lnTo>
                  <a:pt x="2802060" y="1333780"/>
                </a:lnTo>
                <a:lnTo>
                  <a:pt x="2802478" y="1330423"/>
                </a:lnTo>
                <a:lnTo>
                  <a:pt x="2802910" y="1327066"/>
                </a:lnTo>
                <a:lnTo>
                  <a:pt x="2803328" y="1323696"/>
                </a:lnTo>
                <a:lnTo>
                  <a:pt x="2803747" y="1320339"/>
                </a:lnTo>
                <a:lnTo>
                  <a:pt x="2804178" y="1316982"/>
                </a:lnTo>
                <a:lnTo>
                  <a:pt x="2804597" y="1313613"/>
                </a:lnTo>
                <a:lnTo>
                  <a:pt x="2805028" y="1310243"/>
                </a:lnTo>
                <a:lnTo>
                  <a:pt x="2805447" y="1306886"/>
                </a:lnTo>
                <a:lnTo>
                  <a:pt x="2805865" y="1303516"/>
                </a:lnTo>
                <a:lnTo>
                  <a:pt x="2806284" y="1300147"/>
                </a:lnTo>
                <a:lnTo>
                  <a:pt x="2806715" y="1296777"/>
                </a:lnTo>
                <a:lnTo>
                  <a:pt x="2807134" y="1293407"/>
                </a:lnTo>
                <a:lnTo>
                  <a:pt x="2807565" y="1290038"/>
                </a:lnTo>
                <a:lnTo>
                  <a:pt x="2807983" y="1286668"/>
                </a:lnTo>
                <a:lnTo>
                  <a:pt x="2808402" y="1283311"/>
                </a:lnTo>
                <a:lnTo>
                  <a:pt x="2808821" y="1279929"/>
                </a:lnTo>
                <a:lnTo>
                  <a:pt x="2809252" y="1276559"/>
                </a:lnTo>
                <a:lnTo>
                  <a:pt x="2809670" y="1273189"/>
                </a:lnTo>
                <a:lnTo>
                  <a:pt x="2810102" y="1269820"/>
                </a:lnTo>
                <a:lnTo>
                  <a:pt x="2810520" y="1266437"/>
                </a:lnTo>
                <a:lnTo>
                  <a:pt x="2810939" y="1263067"/>
                </a:lnTo>
                <a:lnTo>
                  <a:pt x="2811357" y="1259685"/>
                </a:lnTo>
                <a:lnTo>
                  <a:pt x="2811789" y="1256303"/>
                </a:lnTo>
                <a:lnTo>
                  <a:pt x="2812207" y="1252933"/>
                </a:lnTo>
                <a:lnTo>
                  <a:pt x="2812639" y="1249551"/>
                </a:lnTo>
                <a:lnTo>
                  <a:pt x="2813057" y="1246181"/>
                </a:lnTo>
                <a:lnTo>
                  <a:pt x="2813476" y="1242799"/>
                </a:lnTo>
                <a:lnTo>
                  <a:pt x="2813894" y="1239429"/>
                </a:lnTo>
                <a:lnTo>
                  <a:pt x="2814326" y="1236047"/>
                </a:lnTo>
                <a:lnTo>
                  <a:pt x="2814744" y="1232664"/>
                </a:lnTo>
                <a:lnTo>
                  <a:pt x="2815175" y="1229294"/>
                </a:lnTo>
                <a:lnTo>
                  <a:pt x="2815594" y="1225912"/>
                </a:lnTo>
                <a:lnTo>
                  <a:pt x="2816013" y="1222530"/>
                </a:lnTo>
                <a:lnTo>
                  <a:pt x="2816444" y="1219160"/>
                </a:lnTo>
                <a:lnTo>
                  <a:pt x="2816862" y="1215778"/>
                </a:lnTo>
                <a:lnTo>
                  <a:pt x="2817281" y="1212395"/>
                </a:lnTo>
                <a:lnTo>
                  <a:pt x="2817712" y="1209013"/>
                </a:lnTo>
                <a:lnTo>
                  <a:pt x="2818131" y="1205630"/>
                </a:lnTo>
                <a:lnTo>
                  <a:pt x="2818562" y="1202248"/>
                </a:lnTo>
                <a:lnTo>
                  <a:pt x="2818968" y="1198878"/>
                </a:lnTo>
                <a:lnTo>
                  <a:pt x="2819399" y="1195483"/>
                </a:lnTo>
                <a:lnTo>
                  <a:pt x="2819818" y="1195483"/>
                </a:lnTo>
                <a:lnTo>
                  <a:pt x="2820249" y="1195483"/>
                </a:lnTo>
                <a:lnTo>
                  <a:pt x="4228683" y="1195483"/>
                </a:lnTo>
                <a:lnTo>
                  <a:pt x="4229102" y="1195483"/>
                </a:lnTo>
              </a:path>
            </a:pathLst>
          </a:custGeom>
          <a:ln w="17810">
            <a:solidFill>
              <a:srgbClr val="EDB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853439" y="231710"/>
            <a:ext cx="4229100" cy="2391410"/>
          </a:xfrm>
          <a:custGeom>
            <a:avLst/>
            <a:gdLst/>
            <a:ahLst/>
            <a:cxnLst/>
            <a:rect l="l" t="t" r="r" b="b"/>
            <a:pathLst>
              <a:path w="4229100" h="2391410">
                <a:moveTo>
                  <a:pt x="0" y="1195483"/>
                </a:moveTo>
                <a:lnTo>
                  <a:pt x="427" y="1190982"/>
                </a:lnTo>
                <a:lnTo>
                  <a:pt x="848" y="1186468"/>
                </a:lnTo>
                <a:lnTo>
                  <a:pt x="1276" y="1181966"/>
                </a:lnTo>
                <a:lnTo>
                  <a:pt x="1692" y="1177465"/>
                </a:lnTo>
                <a:lnTo>
                  <a:pt x="2118" y="1172951"/>
                </a:lnTo>
                <a:lnTo>
                  <a:pt x="2535" y="1168450"/>
                </a:lnTo>
                <a:lnTo>
                  <a:pt x="2966" y="1163936"/>
                </a:lnTo>
                <a:lnTo>
                  <a:pt x="3384" y="1159434"/>
                </a:lnTo>
                <a:lnTo>
                  <a:pt x="3810" y="1154933"/>
                </a:lnTo>
                <a:lnTo>
                  <a:pt x="4227" y="1150431"/>
                </a:lnTo>
                <a:lnTo>
                  <a:pt x="4658" y="1145917"/>
                </a:lnTo>
                <a:lnTo>
                  <a:pt x="5074" y="1141429"/>
                </a:lnTo>
                <a:lnTo>
                  <a:pt x="5502" y="1136915"/>
                </a:lnTo>
                <a:lnTo>
                  <a:pt x="5918" y="1132413"/>
                </a:lnTo>
                <a:lnTo>
                  <a:pt x="6345" y="1127912"/>
                </a:lnTo>
                <a:lnTo>
                  <a:pt x="6767" y="1123410"/>
                </a:lnTo>
                <a:lnTo>
                  <a:pt x="7194" y="1118909"/>
                </a:lnTo>
                <a:lnTo>
                  <a:pt x="7610" y="1114420"/>
                </a:lnTo>
                <a:lnTo>
                  <a:pt x="8036" y="1109932"/>
                </a:lnTo>
                <a:lnTo>
                  <a:pt x="8459" y="1105430"/>
                </a:lnTo>
                <a:lnTo>
                  <a:pt x="8885" y="1100942"/>
                </a:lnTo>
                <a:lnTo>
                  <a:pt x="9302" y="1096440"/>
                </a:lnTo>
                <a:lnTo>
                  <a:pt x="9728" y="1091952"/>
                </a:lnTo>
                <a:lnTo>
                  <a:pt x="10151" y="1087463"/>
                </a:lnTo>
                <a:lnTo>
                  <a:pt x="10577" y="1082974"/>
                </a:lnTo>
                <a:lnTo>
                  <a:pt x="10993" y="1078486"/>
                </a:lnTo>
                <a:lnTo>
                  <a:pt x="11420" y="1073997"/>
                </a:lnTo>
                <a:lnTo>
                  <a:pt x="11842" y="1069508"/>
                </a:lnTo>
                <a:lnTo>
                  <a:pt x="12269" y="1065045"/>
                </a:lnTo>
                <a:lnTo>
                  <a:pt x="12685" y="1060556"/>
                </a:lnTo>
                <a:lnTo>
                  <a:pt x="13111" y="1056081"/>
                </a:lnTo>
                <a:lnTo>
                  <a:pt x="13534" y="1051605"/>
                </a:lnTo>
                <a:lnTo>
                  <a:pt x="13960" y="1047141"/>
                </a:lnTo>
                <a:lnTo>
                  <a:pt x="14377" y="1042653"/>
                </a:lnTo>
                <a:lnTo>
                  <a:pt x="14803" y="1038189"/>
                </a:lnTo>
                <a:lnTo>
                  <a:pt x="15226" y="1033726"/>
                </a:lnTo>
                <a:lnTo>
                  <a:pt x="15652" y="1029250"/>
                </a:lnTo>
                <a:lnTo>
                  <a:pt x="16068" y="1024800"/>
                </a:lnTo>
                <a:lnTo>
                  <a:pt x="16495" y="1020337"/>
                </a:lnTo>
                <a:lnTo>
                  <a:pt x="16916" y="1015873"/>
                </a:lnTo>
                <a:lnTo>
                  <a:pt x="17344" y="1011423"/>
                </a:lnTo>
                <a:lnTo>
                  <a:pt x="17760" y="1006972"/>
                </a:lnTo>
                <a:lnTo>
                  <a:pt x="18186" y="1002522"/>
                </a:lnTo>
                <a:lnTo>
                  <a:pt x="18609" y="998071"/>
                </a:lnTo>
                <a:lnTo>
                  <a:pt x="19035" y="993633"/>
                </a:lnTo>
                <a:lnTo>
                  <a:pt x="19452" y="989196"/>
                </a:lnTo>
                <a:lnTo>
                  <a:pt x="19878" y="984758"/>
                </a:lnTo>
                <a:lnTo>
                  <a:pt x="20301" y="980320"/>
                </a:lnTo>
                <a:lnTo>
                  <a:pt x="20727" y="975882"/>
                </a:lnTo>
                <a:lnTo>
                  <a:pt x="21144" y="971457"/>
                </a:lnTo>
                <a:lnTo>
                  <a:pt x="21570" y="967032"/>
                </a:lnTo>
                <a:lnTo>
                  <a:pt x="21991" y="962607"/>
                </a:lnTo>
                <a:lnTo>
                  <a:pt x="22419" y="958182"/>
                </a:lnTo>
                <a:lnTo>
                  <a:pt x="22835" y="953770"/>
                </a:lnTo>
                <a:lnTo>
                  <a:pt x="23262" y="949357"/>
                </a:lnTo>
                <a:lnTo>
                  <a:pt x="23684" y="944945"/>
                </a:lnTo>
                <a:lnTo>
                  <a:pt x="24110" y="940545"/>
                </a:lnTo>
                <a:lnTo>
                  <a:pt x="24527" y="936133"/>
                </a:lnTo>
                <a:lnTo>
                  <a:pt x="24953" y="931733"/>
                </a:lnTo>
                <a:lnTo>
                  <a:pt x="25376" y="927346"/>
                </a:lnTo>
                <a:lnTo>
                  <a:pt x="25802" y="922947"/>
                </a:lnTo>
                <a:lnTo>
                  <a:pt x="26219" y="918572"/>
                </a:lnTo>
                <a:lnTo>
                  <a:pt x="26645" y="914186"/>
                </a:lnTo>
                <a:lnTo>
                  <a:pt x="27066" y="909811"/>
                </a:lnTo>
                <a:lnTo>
                  <a:pt x="27494" y="905437"/>
                </a:lnTo>
                <a:lnTo>
                  <a:pt x="27910" y="901063"/>
                </a:lnTo>
                <a:lnTo>
                  <a:pt x="28337" y="896701"/>
                </a:lnTo>
                <a:lnTo>
                  <a:pt x="28759" y="892340"/>
                </a:lnTo>
                <a:lnTo>
                  <a:pt x="29185" y="887978"/>
                </a:lnTo>
                <a:lnTo>
                  <a:pt x="29602" y="883617"/>
                </a:lnTo>
                <a:lnTo>
                  <a:pt x="30028" y="879281"/>
                </a:lnTo>
                <a:lnTo>
                  <a:pt x="30451" y="874932"/>
                </a:lnTo>
                <a:lnTo>
                  <a:pt x="30877" y="870596"/>
                </a:lnTo>
                <a:lnTo>
                  <a:pt x="31294" y="866260"/>
                </a:lnTo>
                <a:lnTo>
                  <a:pt x="31720" y="861924"/>
                </a:lnTo>
                <a:lnTo>
                  <a:pt x="32141" y="857600"/>
                </a:lnTo>
                <a:lnTo>
                  <a:pt x="32569" y="853277"/>
                </a:lnTo>
                <a:lnTo>
                  <a:pt x="32985" y="848966"/>
                </a:lnTo>
                <a:lnTo>
                  <a:pt x="33412" y="844656"/>
                </a:lnTo>
                <a:lnTo>
                  <a:pt x="33833" y="840332"/>
                </a:lnTo>
                <a:lnTo>
                  <a:pt x="34260" y="836035"/>
                </a:lnTo>
                <a:lnTo>
                  <a:pt x="34677" y="831749"/>
                </a:lnTo>
                <a:lnTo>
                  <a:pt x="35103" y="827451"/>
                </a:lnTo>
                <a:lnTo>
                  <a:pt x="35526" y="823166"/>
                </a:lnTo>
                <a:lnTo>
                  <a:pt x="35952" y="818894"/>
                </a:lnTo>
                <a:lnTo>
                  <a:pt x="36369" y="814608"/>
                </a:lnTo>
                <a:lnTo>
                  <a:pt x="36795" y="810336"/>
                </a:lnTo>
                <a:lnTo>
                  <a:pt x="37216" y="806076"/>
                </a:lnTo>
                <a:lnTo>
                  <a:pt x="37644" y="801829"/>
                </a:lnTo>
                <a:lnTo>
                  <a:pt x="38060" y="797569"/>
                </a:lnTo>
                <a:lnTo>
                  <a:pt x="38487" y="793322"/>
                </a:lnTo>
                <a:lnTo>
                  <a:pt x="38914" y="789075"/>
                </a:lnTo>
                <a:lnTo>
                  <a:pt x="39336" y="784841"/>
                </a:lnTo>
                <a:lnTo>
                  <a:pt x="39762" y="780619"/>
                </a:lnTo>
                <a:lnTo>
                  <a:pt x="40178" y="776385"/>
                </a:lnTo>
                <a:lnTo>
                  <a:pt x="40606" y="772176"/>
                </a:lnTo>
                <a:lnTo>
                  <a:pt x="41027" y="767954"/>
                </a:lnTo>
                <a:lnTo>
                  <a:pt x="41454" y="763745"/>
                </a:lnTo>
                <a:lnTo>
                  <a:pt x="41870" y="759549"/>
                </a:lnTo>
                <a:lnTo>
                  <a:pt x="42296" y="755353"/>
                </a:lnTo>
                <a:lnTo>
                  <a:pt x="42719" y="751170"/>
                </a:lnTo>
                <a:lnTo>
                  <a:pt x="43145" y="746986"/>
                </a:lnTo>
                <a:lnTo>
                  <a:pt x="43562" y="742815"/>
                </a:lnTo>
                <a:lnTo>
                  <a:pt x="43988" y="738645"/>
                </a:lnTo>
                <a:lnTo>
                  <a:pt x="44411" y="734487"/>
                </a:lnTo>
                <a:lnTo>
                  <a:pt x="44837" y="730328"/>
                </a:lnTo>
                <a:lnTo>
                  <a:pt x="45253" y="726183"/>
                </a:lnTo>
                <a:lnTo>
                  <a:pt x="45681" y="722038"/>
                </a:lnTo>
                <a:lnTo>
                  <a:pt x="46102" y="717905"/>
                </a:lnTo>
                <a:lnTo>
                  <a:pt x="46529" y="713773"/>
                </a:lnTo>
                <a:lnTo>
                  <a:pt x="46945" y="709653"/>
                </a:lnTo>
                <a:lnTo>
                  <a:pt x="47373" y="705533"/>
                </a:lnTo>
                <a:lnTo>
                  <a:pt x="47794" y="701426"/>
                </a:lnTo>
                <a:lnTo>
                  <a:pt x="48220" y="697318"/>
                </a:lnTo>
                <a:lnTo>
                  <a:pt x="48637" y="693237"/>
                </a:lnTo>
                <a:lnTo>
                  <a:pt x="49063" y="689142"/>
                </a:lnTo>
                <a:lnTo>
                  <a:pt x="49486" y="685060"/>
                </a:lnTo>
                <a:lnTo>
                  <a:pt x="49912" y="680991"/>
                </a:lnTo>
                <a:lnTo>
                  <a:pt x="50329" y="676935"/>
                </a:lnTo>
                <a:lnTo>
                  <a:pt x="50756" y="672866"/>
                </a:lnTo>
                <a:lnTo>
                  <a:pt x="51177" y="668822"/>
                </a:lnTo>
                <a:lnTo>
                  <a:pt x="51604" y="664779"/>
                </a:lnTo>
                <a:lnTo>
                  <a:pt x="52020" y="660748"/>
                </a:lnTo>
                <a:lnTo>
                  <a:pt x="52448" y="656717"/>
                </a:lnTo>
                <a:lnTo>
                  <a:pt x="52869" y="652699"/>
                </a:lnTo>
                <a:lnTo>
                  <a:pt x="53295" y="648693"/>
                </a:lnTo>
                <a:lnTo>
                  <a:pt x="53712" y="644675"/>
                </a:lnTo>
                <a:lnTo>
                  <a:pt x="54138" y="640682"/>
                </a:lnTo>
                <a:lnTo>
                  <a:pt x="54561" y="636690"/>
                </a:lnTo>
                <a:lnTo>
                  <a:pt x="54987" y="632710"/>
                </a:lnTo>
                <a:lnTo>
                  <a:pt x="55404" y="628742"/>
                </a:lnTo>
                <a:lnTo>
                  <a:pt x="55831" y="624775"/>
                </a:lnTo>
                <a:lnTo>
                  <a:pt x="56252" y="620820"/>
                </a:lnTo>
                <a:lnTo>
                  <a:pt x="56679" y="616879"/>
                </a:lnTo>
                <a:lnTo>
                  <a:pt x="57095" y="612924"/>
                </a:lnTo>
                <a:lnTo>
                  <a:pt x="57523" y="609008"/>
                </a:lnTo>
                <a:lnTo>
                  <a:pt x="57944" y="605078"/>
                </a:lnTo>
                <a:lnTo>
                  <a:pt x="58370" y="601162"/>
                </a:lnTo>
                <a:lnTo>
                  <a:pt x="58787" y="597258"/>
                </a:lnTo>
                <a:lnTo>
                  <a:pt x="59213" y="593354"/>
                </a:lnTo>
                <a:lnTo>
                  <a:pt x="59636" y="589463"/>
                </a:lnTo>
                <a:lnTo>
                  <a:pt x="60062" y="585585"/>
                </a:lnTo>
                <a:lnTo>
                  <a:pt x="60479" y="581720"/>
                </a:lnTo>
                <a:lnTo>
                  <a:pt x="60905" y="577854"/>
                </a:lnTo>
                <a:lnTo>
                  <a:pt x="61327" y="574001"/>
                </a:lnTo>
                <a:lnTo>
                  <a:pt x="61754" y="570148"/>
                </a:lnTo>
                <a:lnTo>
                  <a:pt x="62170" y="566321"/>
                </a:lnTo>
                <a:lnTo>
                  <a:pt x="62598" y="562481"/>
                </a:lnTo>
                <a:lnTo>
                  <a:pt x="63019" y="558666"/>
                </a:lnTo>
                <a:lnTo>
                  <a:pt x="63445" y="554851"/>
                </a:lnTo>
                <a:lnTo>
                  <a:pt x="63862" y="551062"/>
                </a:lnTo>
                <a:lnTo>
                  <a:pt x="64288" y="547260"/>
                </a:lnTo>
                <a:lnTo>
                  <a:pt x="64711" y="543471"/>
                </a:lnTo>
                <a:lnTo>
                  <a:pt x="65137" y="539707"/>
                </a:lnTo>
                <a:lnTo>
                  <a:pt x="65554" y="535943"/>
                </a:lnTo>
                <a:lnTo>
                  <a:pt x="65980" y="532179"/>
                </a:lnTo>
                <a:lnTo>
                  <a:pt x="66402" y="528441"/>
                </a:lnTo>
                <a:lnTo>
                  <a:pt x="66829" y="524715"/>
                </a:lnTo>
                <a:lnTo>
                  <a:pt x="67245" y="520976"/>
                </a:lnTo>
                <a:lnTo>
                  <a:pt x="67673" y="517263"/>
                </a:lnTo>
                <a:lnTo>
                  <a:pt x="68094" y="513550"/>
                </a:lnTo>
                <a:lnTo>
                  <a:pt x="68521" y="509850"/>
                </a:lnTo>
                <a:lnTo>
                  <a:pt x="68937" y="506175"/>
                </a:lnTo>
                <a:lnTo>
                  <a:pt x="69363" y="502488"/>
                </a:lnTo>
                <a:lnTo>
                  <a:pt x="69786" y="498826"/>
                </a:lnTo>
                <a:lnTo>
                  <a:pt x="70212" y="495163"/>
                </a:lnTo>
                <a:lnTo>
                  <a:pt x="70629" y="491527"/>
                </a:lnTo>
                <a:lnTo>
                  <a:pt x="71055" y="487877"/>
                </a:lnTo>
                <a:lnTo>
                  <a:pt x="71478" y="484253"/>
                </a:lnTo>
                <a:lnTo>
                  <a:pt x="71904" y="480642"/>
                </a:lnTo>
                <a:lnTo>
                  <a:pt x="72320" y="477031"/>
                </a:lnTo>
                <a:lnTo>
                  <a:pt x="72747" y="473432"/>
                </a:lnTo>
                <a:lnTo>
                  <a:pt x="73169" y="469846"/>
                </a:lnTo>
                <a:lnTo>
                  <a:pt x="73596" y="466273"/>
                </a:lnTo>
                <a:lnTo>
                  <a:pt x="74012" y="462700"/>
                </a:lnTo>
                <a:lnTo>
                  <a:pt x="74438" y="459140"/>
                </a:lnTo>
                <a:lnTo>
                  <a:pt x="74861" y="455592"/>
                </a:lnTo>
                <a:lnTo>
                  <a:pt x="75287" y="452057"/>
                </a:lnTo>
                <a:lnTo>
                  <a:pt x="75704" y="448535"/>
                </a:lnTo>
                <a:lnTo>
                  <a:pt x="76130" y="445025"/>
                </a:lnTo>
                <a:lnTo>
                  <a:pt x="76558" y="441516"/>
                </a:lnTo>
                <a:lnTo>
                  <a:pt x="76979" y="438032"/>
                </a:lnTo>
                <a:lnTo>
                  <a:pt x="77405" y="434547"/>
                </a:lnTo>
                <a:lnTo>
                  <a:pt x="77822" y="431076"/>
                </a:lnTo>
                <a:lnTo>
                  <a:pt x="78249" y="427617"/>
                </a:lnTo>
                <a:lnTo>
                  <a:pt x="78671" y="424171"/>
                </a:lnTo>
                <a:lnTo>
                  <a:pt x="79097" y="420725"/>
                </a:lnTo>
                <a:lnTo>
                  <a:pt x="79515" y="417305"/>
                </a:lnTo>
                <a:lnTo>
                  <a:pt x="79941" y="413897"/>
                </a:lnTo>
                <a:lnTo>
                  <a:pt x="80362" y="410489"/>
                </a:lnTo>
                <a:lnTo>
                  <a:pt x="80789" y="407094"/>
                </a:lnTo>
                <a:lnTo>
                  <a:pt x="81205" y="403712"/>
                </a:lnTo>
                <a:lnTo>
                  <a:pt x="81633" y="400329"/>
                </a:lnTo>
                <a:lnTo>
                  <a:pt x="82054" y="396972"/>
                </a:lnTo>
                <a:lnTo>
                  <a:pt x="82480" y="393628"/>
                </a:lnTo>
                <a:lnTo>
                  <a:pt x="82897" y="390284"/>
                </a:lnTo>
                <a:lnTo>
                  <a:pt x="83324" y="386965"/>
                </a:lnTo>
                <a:lnTo>
                  <a:pt x="83746" y="383646"/>
                </a:lnTo>
                <a:lnTo>
                  <a:pt x="84172" y="380340"/>
                </a:lnTo>
                <a:lnTo>
                  <a:pt x="84590" y="377060"/>
                </a:lnTo>
                <a:lnTo>
                  <a:pt x="85016" y="373766"/>
                </a:lnTo>
                <a:lnTo>
                  <a:pt x="85437" y="370511"/>
                </a:lnTo>
                <a:lnTo>
                  <a:pt x="85864" y="367243"/>
                </a:lnTo>
                <a:lnTo>
                  <a:pt x="86280" y="364013"/>
                </a:lnTo>
                <a:lnTo>
                  <a:pt x="86708" y="360771"/>
                </a:lnTo>
                <a:lnTo>
                  <a:pt x="87129" y="357554"/>
                </a:lnTo>
                <a:lnTo>
                  <a:pt x="87555" y="354349"/>
                </a:lnTo>
                <a:lnTo>
                  <a:pt x="87972" y="351145"/>
                </a:lnTo>
                <a:lnTo>
                  <a:pt x="88399" y="347966"/>
                </a:lnTo>
                <a:lnTo>
                  <a:pt x="88821" y="344787"/>
                </a:lnTo>
                <a:lnTo>
                  <a:pt x="89247" y="341621"/>
                </a:lnTo>
                <a:lnTo>
                  <a:pt x="89664" y="338480"/>
                </a:lnTo>
                <a:lnTo>
                  <a:pt x="90091" y="335339"/>
                </a:lnTo>
                <a:lnTo>
                  <a:pt x="90512" y="332211"/>
                </a:lnTo>
                <a:lnTo>
                  <a:pt x="90939" y="329108"/>
                </a:lnTo>
                <a:lnTo>
                  <a:pt x="91355" y="326006"/>
                </a:lnTo>
                <a:lnTo>
                  <a:pt x="91783" y="322916"/>
                </a:lnTo>
                <a:lnTo>
                  <a:pt x="92204" y="319851"/>
                </a:lnTo>
                <a:lnTo>
                  <a:pt x="92630" y="316787"/>
                </a:lnTo>
                <a:lnTo>
                  <a:pt x="93047" y="313735"/>
                </a:lnTo>
                <a:lnTo>
                  <a:pt x="93474" y="310696"/>
                </a:lnTo>
                <a:lnTo>
                  <a:pt x="93896" y="307670"/>
                </a:lnTo>
                <a:lnTo>
                  <a:pt x="94322" y="304656"/>
                </a:lnTo>
                <a:lnTo>
                  <a:pt x="94739" y="301655"/>
                </a:lnTo>
                <a:lnTo>
                  <a:pt x="95166" y="298680"/>
                </a:lnTo>
                <a:lnTo>
                  <a:pt x="95587" y="295704"/>
                </a:lnTo>
                <a:lnTo>
                  <a:pt x="96014" y="292741"/>
                </a:lnTo>
                <a:lnTo>
                  <a:pt x="96430" y="289791"/>
                </a:lnTo>
                <a:lnTo>
                  <a:pt x="96858" y="286854"/>
                </a:lnTo>
                <a:lnTo>
                  <a:pt x="97279" y="283929"/>
                </a:lnTo>
                <a:lnTo>
                  <a:pt x="97706" y="281018"/>
                </a:lnTo>
                <a:lnTo>
                  <a:pt x="98122" y="278131"/>
                </a:lnTo>
                <a:lnTo>
                  <a:pt x="98549" y="275232"/>
                </a:lnTo>
                <a:lnTo>
                  <a:pt x="98971" y="272371"/>
                </a:lnTo>
                <a:lnTo>
                  <a:pt x="99397" y="269510"/>
                </a:lnTo>
                <a:lnTo>
                  <a:pt x="99814" y="266661"/>
                </a:lnTo>
                <a:lnTo>
                  <a:pt x="100241" y="263839"/>
                </a:lnTo>
                <a:lnTo>
                  <a:pt x="100663" y="261016"/>
                </a:lnTo>
                <a:lnTo>
                  <a:pt x="101089" y="258218"/>
                </a:lnTo>
                <a:lnTo>
                  <a:pt x="101505" y="255421"/>
                </a:lnTo>
                <a:lnTo>
                  <a:pt x="101933" y="252636"/>
                </a:lnTo>
                <a:lnTo>
                  <a:pt x="102354" y="249877"/>
                </a:lnTo>
                <a:lnTo>
                  <a:pt x="102781" y="247130"/>
                </a:lnTo>
                <a:lnTo>
                  <a:pt x="103197" y="244396"/>
                </a:lnTo>
                <a:lnTo>
                  <a:pt x="103623" y="241662"/>
                </a:lnTo>
                <a:lnTo>
                  <a:pt x="104046" y="238954"/>
                </a:lnTo>
                <a:lnTo>
                  <a:pt x="104472" y="236258"/>
                </a:lnTo>
                <a:lnTo>
                  <a:pt x="104889" y="233575"/>
                </a:lnTo>
                <a:lnTo>
                  <a:pt x="105316" y="230905"/>
                </a:lnTo>
                <a:lnTo>
                  <a:pt x="105738" y="228247"/>
                </a:lnTo>
                <a:lnTo>
                  <a:pt x="106164" y="225602"/>
                </a:lnTo>
                <a:lnTo>
                  <a:pt x="106580" y="222983"/>
                </a:lnTo>
                <a:lnTo>
                  <a:pt x="107008" y="220363"/>
                </a:lnTo>
                <a:lnTo>
                  <a:pt x="107429" y="217769"/>
                </a:lnTo>
                <a:lnTo>
                  <a:pt x="107856" y="215175"/>
                </a:lnTo>
                <a:lnTo>
                  <a:pt x="108272" y="212607"/>
                </a:lnTo>
                <a:lnTo>
                  <a:pt x="108700" y="210051"/>
                </a:lnTo>
                <a:lnTo>
                  <a:pt x="109121" y="207495"/>
                </a:lnTo>
                <a:lnTo>
                  <a:pt x="109547" y="204977"/>
                </a:lnTo>
                <a:lnTo>
                  <a:pt x="109964" y="202447"/>
                </a:lnTo>
                <a:lnTo>
                  <a:pt x="110391" y="199955"/>
                </a:lnTo>
                <a:lnTo>
                  <a:pt x="110813" y="197462"/>
                </a:lnTo>
                <a:lnTo>
                  <a:pt x="111239" y="194995"/>
                </a:lnTo>
                <a:lnTo>
                  <a:pt x="111656" y="192529"/>
                </a:lnTo>
                <a:lnTo>
                  <a:pt x="112083" y="190087"/>
                </a:lnTo>
                <a:lnTo>
                  <a:pt x="112504" y="187646"/>
                </a:lnTo>
                <a:lnTo>
                  <a:pt x="112931" y="185230"/>
                </a:lnTo>
                <a:lnTo>
                  <a:pt x="113347" y="182827"/>
                </a:lnTo>
                <a:lnTo>
                  <a:pt x="113775" y="180449"/>
                </a:lnTo>
                <a:lnTo>
                  <a:pt x="114196" y="178071"/>
                </a:lnTo>
                <a:lnTo>
                  <a:pt x="114622" y="175706"/>
                </a:lnTo>
                <a:lnTo>
                  <a:pt x="115049" y="173366"/>
                </a:lnTo>
                <a:lnTo>
                  <a:pt x="115466" y="171039"/>
                </a:lnTo>
                <a:lnTo>
                  <a:pt x="115893" y="168712"/>
                </a:lnTo>
                <a:lnTo>
                  <a:pt x="116314" y="166423"/>
                </a:lnTo>
                <a:lnTo>
                  <a:pt x="116740" y="164122"/>
                </a:lnTo>
                <a:lnTo>
                  <a:pt x="117158" y="161858"/>
                </a:lnTo>
                <a:lnTo>
                  <a:pt x="117584" y="159595"/>
                </a:lnTo>
                <a:lnTo>
                  <a:pt x="118006" y="157357"/>
                </a:lnTo>
                <a:lnTo>
                  <a:pt x="118432" y="155132"/>
                </a:lnTo>
                <a:lnTo>
                  <a:pt x="118850" y="152906"/>
                </a:lnTo>
                <a:lnTo>
                  <a:pt x="119276" y="150719"/>
                </a:lnTo>
                <a:lnTo>
                  <a:pt x="119693" y="148532"/>
                </a:lnTo>
                <a:lnTo>
                  <a:pt x="120124" y="146370"/>
                </a:lnTo>
                <a:lnTo>
                  <a:pt x="120540" y="144209"/>
                </a:lnTo>
                <a:lnTo>
                  <a:pt x="120968" y="142073"/>
                </a:lnTo>
                <a:lnTo>
                  <a:pt x="121384" y="139949"/>
                </a:lnTo>
                <a:lnTo>
                  <a:pt x="121815" y="137838"/>
                </a:lnTo>
                <a:lnTo>
                  <a:pt x="122233" y="135740"/>
                </a:lnTo>
                <a:lnTo>
                  <a:pt x="122659" y="133667"/>
                </a:lnTo>
                <a:lnTo>
                  <a:pt x="123076" y="131607"/>
                </a:lnTo>
                <a:lnTo>
                  <a:pt x="123502" y="129560"/>
                </a:lnTo>
                <a:lnTo>
                  <a:pt x="123925" y="127526"/>
                </a:lnTo>
                <a:lnTo>
                  <a:pt x="124351" y="125504"/>
                </a:lnTo>
                <a:lnTo>
                  <a:pt x="124768" y="123508"/>
                </a:lnTo>
                <a:lnTo>
                  <a:pt x="125194" y="121524"/>
                </a:lnTo>
                <a:lnTo>
                  <a:pt x="125615" y="119540"/>
                </a:lnTo>
                <a:lnTo>
                  <a:pt x="126043" y="117582"/>
                </a:lnTo>
                <a:lnTo>
                  <a:pt x="126459" y="115649"/>
                </a:lnTo>
                <a:lnTo>
                  <a:pt x="126886" y="113716"/>
                </a:lnTo>
                <a:lnTo>
                  <a:pt x="127308" y="111809"/>
                </a:lnTo>
                <a:lnTo>
                  <a:pt x="127734" y="109914"/>
                </a:lnTo>
                <a:lnTo>
                  <a:pt x="128151" y="108032"/>
                </a:lnTo>
                <a:lnTo>
                  <a:pt x="128577" y="106163"/>
                </a:lnTo>
                <a:lnTo>
                  <a:pt x="129000" y="104319"/>
                </a:lnTo>
                <a:lnTo>
                  <a:pt x="129426" y="102488"/>
                </a:lnTo>
                <a:lnTo>
                  <a:pt x="129843" y="100657"/>
                </a:lnTo>
                <a:lnTo>
                  <a:pt x="130269" y="98864"/>
                </a:lnTo>
                <a:lnTo>
                  <a:pt x="130690" y="97072"/>
                </a:lnTo>
                <a:lnTo>
                  <a:pt x="131118" y="95304"/>
                </a:lnTo>
                <a:lnTo>
                  <a:pt x="131534" y="93549"/>
                </a:lnTo>
                <a:lnTo>
                  <a:pt x="131961" y="91807"/>
                </a:lnTo>
                <a:lnTo>
                  <a:pt x="132383" y="90078"/>
                </a:lnTo>
                <a:lnTo>
                  <a:pt x="132809" y="88374"/>
                </a:lnTo>
                <a:lnTo>
                  <a:pt x="133226" y="86683"/>
                </a:lnTo>
                <a:lnTo>
                  <a:pt x="133652" y="85004"/>
                </a:lnTo>
                <a:lnTo>
                  <a:pt x="134075" y="83339"/>
                </a:lnTo>
                <a:lnTo>
                  <a:pt x="134501" y="81698"/>
                </a:lnTo>
                <a:lnTo>
                  <a:pt x="134918" y="80071"/>
                </a:lnTo>
                <a:lnTo>
                  <a:pt x="135344" y="78456"/>
                </a:lnTo>
                <a:lnTo>
                  <a:pt x="135765" y="76866"/>
                </a:lnTo>
                <a:lnTo>
                  <a:pt x="136193" y="75277"/>
                </a:lnTo>
                <a:lnTo>
                  <a:pt x="136609" y="73700"/>
                </a:lnTo>
                <a:lnTo>
                  <a:pt x="137036" y="72161"/>
                </a:lnTo>
                <a:lnTo>
                  <a:pt x="137457" y="70635"/>
                </a:lnTo>
                <a:lnTo>
                  <a:pt x="137885" y="69110"/>
                </a:lnTo>
                <a:lnTo>
                  <a:pt x="138301" y="67609"/>
                </a:lnTo>
                <a:lnTo>
                  <a:pt x="138727" y="66121"/>
                </a:lnTo>
                <a:lnTo>
                  <a:pt x="139150" y="64646"/>
                </a:lnTo>
                <a:lnTo>
                  <a:pt x="139576" y="63197"/>
                </a:lnTo>
                <a:lnTo>
                  <a:pt x="139993" y="61760"/>
                </a:lnTo>
                <a:lnTo>
                  <a:pt x="140419" y="60336"/>
                </a:lnTo>
                <a:lnTo>
                  <a:pt x="140842" y="58924"/>
                </a:lnTo>
                <a:lnTo>
                  <a:pt x="141268" y="57538"/>
                </a:lnTo>
                <a:lnTo>
                  <a:pt x="141684" y="56165"/>
                </a:lnTo>
                <a:lnTo>
                  <a:pt x="144651" y="47010"/>
                </a:lnTo>
                <a:lnTo>
                  <a:pt x="145068" y="45763"/>
                </a:lnTo>
                <a:lnTo>
                  <a:pt x="145494" y="44530"/>
                </a:lnTo>
                <a:lnTo>
                  <a:pt x="145917" y="43322"/>
                </a:lnTo>
                <a:lnTo>
                  <a:pt x="146343" y="42127"/>
                </a:lnTo>
                <a:lnTo>
                  <a:pt x="146759" y="40944"/>
                </a:lnTo>
                <a:lnTo>
                  <a:pt x="147186" y="39787"/>
                </a:lnTo>
                <a:lnTo>
                  <a:pt x="147607" y="38643"/>
                </a:lnTo>
                <a:lnTo>
                  <a:pt x="148035" y="37524"/>
                </a:lnTo>
                <a:lnTo>
                  <a:pt x="148451" y="36405"/>
                </a:lnTo>
                <a:lnTo>
                  <a:pt x="148878" y="35311"/>
                </a:lnTo>
                <a:lnTo>
                  <a:pt x="149299" y="34230"/>
                </a:lnTo>
                <a:lnTo>
                  <a:pt x="151418" y="29080"/>
                </a:lnTo>
                <a:lnTo>
                  <a:pt x="151835" y="28101"/>
                </a:lnTo>
                <a:lnTo>
                  <a:pt x="152261" y="27135"/>
                </a:lnTo>
                <a:lnTo>
                  <a:pt x="152687" y="26194"/>
                </a:lnTo>
                <a:lnTo>
                  <a:pt x="153110" y="25266"/>
                </a:lnTo>
                <a:lnTo>
                  <a:pt x="153536" y="24350"/>
                </a:lnTo>
                <a:lnTo>
                  <a:pt x="153953" y="23447"/>
                </a:lnTo>
                <a:lnTo>
                  <a:pt x="154380" y="22570"/>
                </a:lnTo>
                <a:lnTo>
                  <a:pt x="154801" y="21705"/>
                </a:lnTo>
                <a:lnTo>
                  <a:pt x="155228" y="20866"/>
                </a:lnTo>
                <a:lnTo>
                  <a:pt x="155644" y="20027"/>
                </a:lnTo>
                <a:lnTo>
                  <a:pt x="158611" y="14686"/>
                </a:lnTo>
                <a:lnTo>
                  <a:pt x="159028" y="13987"/>
                </a:lnTo>
                <a:lnTo>
                  <a:pt x="175944" y="0"/>
                </a:lnTo>
                <a:lnTo>
                  <a:pt x="176371" y="0"/>
                </a:lnTo>
                <a:lnTo>
                  <a:pt x="183560" y="2568"/>
                </a:lnTo>
                <a:lnTo>
                  <a:pt x="183986" y="2861"/>
                </a:lnTo>
                <a:lnTo>
                  <a:pt x="184403" y="3191"/>
                </a:lnTo>
                <a:lnTo>
                  <a:pt x="184829" y="3522"/>
                </a:lnTo>
                <a:lnTo>
                  <a:pt x="185252" y="3878"/>
                </a:lnTo>
                <a:lnTo>
                  <a:pt x="185678" y="4247"/>
                </a:lnTo>
                <a:lnTo>
                  <a:pt x="186095" y="4628"/>
                </a:lnTo>
                <a:lnTo>
                  <a:pt x="186521" y="5035"/>
                </a:lnTo>
                <a:lnTo>
                  <a:pt x="186943" y="5467"/>
                </a:lnTo>
                <a:lnTo>
                  <a:pt x="187370" y="5900"/>
                </a:lnTo>
                <a:lnTo>
                  <a:pt x="190753" y="10032"/>
                </a:lnTo>
                <a:lnTo>
                  <a:pt x="191179" y="10617"/>
                </a:lnTo>
                <a:lnTo>
                  <a:pt x="193288" y="13822"/>
                </a:lnTo>
                <a:lnTo>
                  <a:pt x="193715" y="14508"/>
                </a:lnTo>
                <a:lnTo>
                  <a:pt x="194136" y="15220"/>
                </a:lnTo>
                <a:lnTo>
                  <a:pt x="194563" y="15945"/>
                </a:lnTo>
                <a:lnTo>
                  <a:pt x="194979" y="16683"/>
                </a:lnTo>
                <a:lnTo>
                  <a:pt x="195407" y="17458"/>
                </a:lnTo>
                <a:lnTo>
                  <a:pt x="195828" y="18221"/>
                </a:lnTo>
                <a:lnTo>
                  <a:pt x="198363" y="23231"/>
                </a:lnTo>
                <a:lnTo>
                  <a:pt x="198790" y="24121"/>
                </a:lnTo>
                <a:lnTo>
                  <a:pt x="199212" y="25024"/>
                </a:lnTo>
                <a:lnTo>
                  <a:pt x="199638" y="25952"/>
                </a:lnTo>
                <a:lnTo>
                  <a:pt x="200054" y="26906"/>
                </a:lnTo>
                <a:lnTo>
                  <a:pt x="200482" y="27860"/>
                </a:lnTo>
                <a:lnTo>
                  <a:pt x="200903" y="28839"/>
                </a:lnTo>
                <a:lnTo>
                  <a:pt x="201330" y="29831"/>
                </a:lnTo>
                <a:lnTo>
                  <a:pt x="201746" y="30835"/>
                </a:lnTo>
                <a:lnTo>
                  <a:pt x="202173" y="31865"/>
                </a:lnTo>
                <a:lnTo>
                  <a:pt x="202595" y="32908"/>
                </a:lnTo>
                <a:lnTo>
                  <a:pt x="203021" y="33963"/>
                </a:lnTo>
                <a:lnTo>
                  <a:pt x="203438" y="35044"/>
                </a:lnTo>
                <a:lnTo>
                  <a:pt x="203865" y="36125"/>
                </a:lnTo>
                <a:lnTo>
                  <a:pt x="204287" y="37231"/>
                </a:lnTo>
                <a:lnTo>
                  <a:pt x="204713" y="38363"/>
                </a:lnTo>
                <a:lnTo>
                  <a:pt x="205129" y="39507"/>
                </a:lnTo>
                <a:lnTo>
                  <a:pt x="205557" y="40664"/>
                </a:lnTo>
                <a:lnTo>
                  <a:pt x="208513" y="49222"/>
                </a:lnTo>
                <a:lnTo>
                  <a:pt x="208940" y="50506"/>
                </a:lnTo>
                <a:lnTo>
                  <a:pt x="209362" y="51816"/>
                </a:lnTo>
                <a:lnTo>
                  <a:pt x="209788" y="53126"/>
                </a:lnTo>
                <a:lnTo>
                  <a:pt x="210205" y="54474"/>
                </a:lnTo>
                <a:lnTo>
                  <a:pt x="210632" y="55822"/>
                </a:lnTo>
                <a:lnTo>
                  <a:pt x="211053" y="57195"/>
                </a:lnTo>
                <a:lnTo>
                  <a:pt x="211480" y="58581"/>
                </a:lnTo>
                <a:lnTo>
                  <a:pt x="211896" y="59980"/>
                </a:lnTo>
                <a:lnTo>
                  <a:pt x="212324" y="61391"/>
                </a:lnTo>
                <a:lnTo>
                  <a:pt x="212745" y="62841"/>
                </a:lnTo>
                <a:lnTo>
                  <a:pt x="213171" y="64278"/>
                </a:lnTo>
                <a:lnTo>
                  <a:pt x="213588" y="65753"/>
                </a:lnTo>
                <a:lnTo>
                  <a:pt x="214015" y="67228"/>
                </a:lnTo>
                <a:lnTo>
                  <a:pt x="214437" y="68728"/>
                </a:lnTo>
                <a:lnTo>
                  <a:pt x="214863" y="70241"/>
                </a:lnTo>
                <a:lnTo>
                  <a:pt x="215280" y="71767"/>
                </a:lnTo>
                <a:lnTo>
                  <a:pt x="215707" y="73319"/>
                </a:lnTo>
                <a:lnTo>
                  <a:pt x="216128" y="74883"/>
                </a:lnTo>
                <a:lnTo>
                  <a:pt x="216555" y="76459"/>
                </a:lnTo>
                <a:lnTo>
                  <a:pt x="216971" y="78049"/>
                </a:lnTo>
                <a:lnTo>
                  <a:pt x="217399" y="79664"/>
                </a:lnTo>
                <a:lnTo>
                  <a:pt x="217820" y="81291"/>
                </a:lnTo>
                <a:lnTo>
                  <a:pt x="218246" y="82932"/>
                </a:lnTo>
                <a:lnTo>
                  <a:pt x="218663" y="84585"/>
                </a:lnTo>
                <a:lnTo>
                  <a:pt x="219090" y="86263"/>
                </a:lnTo>
                <a:lnTo>
                  <a:pt x="219512" y="87954"/>
                </a:lnTo>
                <a:lnTo>
                  <a:pt x="219938" y="89658"/>
                </a:lnTo>
                <a:lnTo>
                  <a:pt x="220355" y="91375"/>
                </a:lnTo>
                <a:lnTo>
                  <a:pt x="220782" y="93117"/>
                </a:lnTo>
                <a:lnTo>
                  <a:pt x="221203" y="94859"/>
                </a:lnTo>
                <a:lnTo>
                  <a:pt x="221630" y="96626"/>
                </a:lnTo>
                <a:lnTo>
                  <a:pt x="222046" y="98419"/>
                </a:lnTo>
                <a:lnTo>
                  <a:pt x="222474" y="100212"/>
                </a:lnTo>
                <a:lnTo>
                  <a:pt x="222895" y="102031"/>
                </a:lnTo>
                <a:lnTo>
                  <a:pt x="223321" y="103862"/>
                </a:lnTo>
                <a:lnTo>
                  <a:pt x="223738" y="105706"/>
                </a:lnTo>
                <a:lnTo>
                  <a:pt x="224164" y="107562"/>
                </a:lnTo>
                <a:lnTo>
                  <a:pt x="224587" y="109444"/>
                </a:lnTo>
                <a:lnTo>
                  <a:pt x="225013" y="111339"/>
                </a:lnTo>
                <a:lnTo>
                  <a:pt x="225430" y="113233"/>
                </a:lnTo>
                <a:lnTo>
                  <a:pt x="225857" y="115166"/>
                </a:lnTo>
                <a:lnTo>
                  <a:pt x="226279" y="117099"/>
                </a:lnTo>
                <a:lnTo>
                  <a:pt x="226705" y="119044"/>
                </a:lnTo>
                <a:lnTo>
                  <a:pt x="227121" y="121028"/>
                </a:lnTo>
                <a:lnTo>
                  <a:pt x="227549" y="123012"/>
                </a:lnTo>
                <a:lnTo>
                  <a:pt x="227970" y="124995"/>
                </a:lnTo>
                <a:lnTo>
                  <a:pt x="228397" y="127017"/>
                </a:lnTo>
                <a:lnTo>
                  <a:pt x="228823" y="129052"/>
                </a:lnTo>
                <a:lnTo>
                  <a:pt x="229239" y="131086"/>
                </a:lnTo>
                <a:lnTo>
                  <a:pt x="229667" y="133146"/>
                </a:lnTo>
                <a:lnTo>
                  <a:pt x="230088" y="135231"/>
                </a:lnTo>
                <a:lnTo>
                  <a:pt x="230515" y="137317"/>
                </a:lnTo>
                <a:lnTo>
                  <a:pt x="230932" y="139428"/>
                </a:lnTo>
                <a:lnTo>
                  <a:pt x="231358" y="141538"/>
                </a:lnTo>
                <a:lnTo>
                  <a:pt x="231780" y="143675"/>
                </a:lnTo>
                <a:lnTo>
                  <a:pt x="232206" y="145824"/>
                </a:lnTo>
                <a:lnTo>
                  <a:pt x="232624" y="147998"/>
                </a:lnTo>
                <a:lnTo>
                  <a:pt x="233050" y="150172"/>
                </a:lnTo>
                <a:lnTo>
                  <a:pt x="233472" y="152360"/>
                </a:lnTo>
                <a:lnTo>
                  <a:pt x="233898" y="154572"/>
                </a:lnTo>
                <a:lnTo>
                  <a:pt x="234314" y="156797"/>
                </a:lnTo>
                <a:lnTo>
                  <a:pt x="234742" y="159035"/>
                </a:lnTo>
                <a:lnTo>
                  <a:pt x="235158" y="161299"/>
                </a:lnTo>
                <a:lnTo>
                  <a:pt x="235590" y="163562"/>
                </a:lnTo>
                <a:lnTo>
                  <a:pt x="236007" y="165838"/>
                </a:lnTo>
                <a:lnTo>
                  <a:pt x="236434" y="168140"/>
                </a:lnTo>
                <a:lnTo>
                  <a:pt x="236850" y="170454"/>
                </a:lnTo>
                <a:lnTo>
                  <a:pt x="237281" y="172781"/>
                </a:lnTo>
                <a:lnTo>
                  <a:pt x="237699" y="175121"/>
                </a:lnTo>
                <a:lnTo>
                  <a:pt x="238125" y="177473"/>
                </a:lnTo>
                <a:lnTo>
                  <a:pt x="238542" y="179851"/>
                </a:lnTo>
                <a:lnTo>
                  <a:pt x="238968" y="182229"/>
                </a:lnTo>
                <a:lnTo>
                  <a:pt x="239391" y="184632"/>
                </a:lnTo>
                <a:lnTo>
                  <a:pt x="239817" y="187048"/>
                </a:lnTo>
                <a:lnTo>
                  <a:pt x="240233" y="189477"/>
                </a:lnTo>
                <a:lnTo>
                  <a:pt x="240660" y="191918"/>
                </a:lnTo>
                <a:lnTo>
                  <a:pt x="241081" y="194372"/>
                </a:lnTo>
                <a:lnTo>
                  <a:pt x="241509" y="196839"/>
                </a:lnTo>
                <a:lnTo>
                  <a:pt x="241925" y="199332"/>
                </a:lnTo>
                <a:lnTo>
                  <a:pt x="242351" y="201824"/>
                </a:lnTo>
                <a:lnTo>
                  <a:pt x="242774" y="204342"/>
                </a:lnTo>
                <a:lnTo>
                  <a:pt x="243200" y="206872"/>
                </a:lnTo>
                <a:lnTo>
                  <a:pt x="243617" y="209415"/>
                </a:lnTo>
                <a:lnTo>
                  <a:pt x="244043" y="211958"/>
                </a:lnTo>
                <a:lnTo>
                  <a:pt x="244466" y="214540"/>
                </a:lnTo>
                <a:lnTo>
                  <a:pt x="244892" y="217121"/>
                </a:lnTo>
                <a:lnTo>
                  <a:pt x="245308" y="219715"/>
                </a:lnTo>
                <a:lnTo>
                  <a:pt x="245735" y="222322"/>
                </a:lnTo>
                <a:lnTo>
                  <a:pt x="246156" y="224954"/>
                </a:lnTo>
                <a:lnTo>
                  <a:pt x="246584" y="227599"/>
                </a:lnTo>
                <a:lnTo>
                  <a:pt x="247000" y="230244"/>
                </a:lnTo>
                <a:lnTo>
                  <a:pt x="247427" y="232901"/>
                </a:lnTo>
                <a:lnTo>
                  <a:pt x="247849" y="235584"/>
                </a:lnTo>
                <a:lnTo>
                  <a:pt x="248275" y="238280"/>
                </a:lnTo>
                <a:lnTo>
                  <a:pt x="248692" y="240988"/>
                </a:lnTo>
                <a:lnTo>
                  <a:pt x="249118" y="243710"/>
                </a:lnTo>
                <a:lnTo>
                  <a:pt x="249541" y="246443"/>
                </a:lnTo>
                <a:lnTo>
                  <a:pt x="249967" y="249190"/>
                </a:lnTo>
                <a:lnTo>
                  <a:pt x="250384" y="251949"/>
                </a:lnTo>
                <a:lnTo>
                  <a:pt x="250810" y="254721"/>
                </a:lnTo>
                <a:lnTo>
                  <a:pt x="251231" y="257519"/>
                </a:lnTo>
                <a:lnTo>
                  <a:pt x="251659" y="260316"/>
                </a:lnTo>
                <a:lnTo>
                  <a:pt x="252075" y="263126"/>
                </a:lnTo>
                <a:lnTo>
                  <a:pt x="252502" y="265962"/>
                </a:lnTo>
                <a:lnTo>
                  <a:pt x="252923" y="268798"/>
                </a:lnTo>
                <a:lnTo>
                  <a:pt x="253350" y="271646"/>
                </a:lnTo>
                <a:lnTo>
                  <a:pt x="253767" y="274520"/>
                </a:lnTo>
                <a:lnTo>
                  <a:pt x="254193" y="277394"/>
                </a:lnTo>
                <a:lnTo>
                  <a:pt x="254616" y="280293"/>
                </a:lnTo>
                <a:lnTo>
                  <a:pt x="255042" y="283205"/>
                </a:lnTo>
                <a:lnTo>
                  <a:pt x="255459" y="286117"/>
                </a:lnTo>
                <a:lnTo>
                  <a:pt x="255885" y="289054"/>
                </a:lnTo>
                <a:lnTo>
                  <a:pt x="256306" y="291991"/>
                </a:lnTo>
                <a:lnTo>
                  <a:pt x="256734" y="294954"/>
                </a:lnTo>
                <a:lnTo>
                  <a:pt x="257150" y="297929"/>
                </a:lnTo>
                <a:lnTo>
                  <a:pt x="257577" y="300905"/>
                </a:lnTo>
                <a:lnTo>
                  <a:pt x="257998" y="303906"/>
                </a:lnTo>
                <a:lnTo>
                  <a:pt x="258425" y="306920"/>
                </a:lnTo>
                <a:lnTo>
                  <a:pt x="258842" y="309946"/>
                </a:lnTo>
                <a:lnTo>
                  <a:pt x="259268" y="312972"/>
                </a:lnTo>
                <a:lnTo>
                  <a:pt x="259691" y="316024"/>
                </a:lnTo>
                <a:lnTo>
                  <a:pt x="260117" y="319076"/>
                </a:lnTo>
                <a:lnTo>
                  <a:pt x="260534" y="322140"/>
                </a:lnTo>
                <a:lnTo>
                  <a:pt x="260960" y="325230"/>
                </a:lnTo>
                <a:lnTo>
                  <a:pt x="261381" y="328320"/>
                </a:lnTo>
                <a:lnTo>
                  <a:pt x="261809" y="331435"/>
                </a:lnTo>
                <a:lnTo>
                  <a:pt x="262225" y="334564"/>
                </a:lnTo>
                <a:lnTo>
                  <a:pt x="262652" y="337692"/>
                </a:lnTo>
                <a:lnTo>
                  <a:pt x="263073" y="340832"/>
                </a:lnTo>
                <a:lnTo>
                  <a:pt x="263500" y="343986"/>
                </a:lnTo>
                <a:lnTo>
                  <a:pt x="263917" y="347165"/>
                </a:lnTo>
                <a:lnTo>
                  <a:pt x="264343" y="350344"/>
                </a:lnTo>
                <a:lnTo>
                  <a:pt x="264766" y="353535"/>
                </a:lnTo>
                <a:lnTo>
                  <a:pt x="265192" y="356753"/>
                </a:lnTo>
                <a:lnTo>
                  <a:pt x="265609" y="359970"/>
                </a:lnTo>
                <a:lnTo>
                  <a:pt x="266035" y="363199"/>
                </a:lnTo>
                <a:lnTo>
                  <a:pt x="266458" y="366429"/>
                </a:lnTo>
                <a:lnTo>
                  <a:pt x="266884" y="369684"/>
                </a:lnTo>
                <a:lnTo>
                  <a:pt x="267310" y="372952"/>
                </a:lnTo>
                <a:lnTo>
                  <a:pt x="267727" y="376233"/>
                </a:lnTo>
                <a:lnTo>
                  <a:pt x="268153" y="379526"/>
                </a:lnTo>
                <a:lnTo>
                  <a:pt x="268576" y="382820"/>
                </a:lnTo>
                <a:lnTo>
                  <a:pt x="269002" y="386126"/>
                </a:lnTo>
                <a:lnTo>
                  <a:pt x="269418" y="389457"/>
                </a:lnTo>
                <a:lnTo>
                  <a:pt x="269846" y="392789"/>
                </a:lnTo>
                <a:lnTo>
                  <a:pt x="270267" y="396133"/>
                </a:lnTo>
                <a:lnTo>
                  <a:pt x="270694" y="399490"/>
                </a:lnTo>
                <a:lnTo>
                  <a:pt x="271110" y="402860"/>
                </a:lnTo>
                <a:lnTo>
                  <a:pt x="271536" y="406242"/>
                </a:lnTo>
                <a:lnTo>
                  <a:pt x="271959" y="409637"/>
                </a:lnTo>
                <a:lnTo>
                  <a:pt x="272385" y="413032"/>
                </a:lnTo>
                <a:lnTo>
                  <a:pt x="272802" y="416440"/>
                </a:lnTo>
                <a:lnTo>
                  <a:pt x="273228" y="419874"/>
                </a:lnTo>
                <a:lnTo>
                  <a:pt x="273651" y="423307"/>
                </a:lnTo>
                <a:lnTo>
                  <a:pt x="274077" y="426753"/>
                </a:lnTo>
                <a:lnTo>
                  <a:pt x="274493" y="430211"/>
                </a:lnTo>
                <a:lnTo>
                  <a:pt x="274921" y="433683"/>
                </a:lnTo>
                <a:lnTo>
                  <a:pt x="275342" y="437154"/>
                </a:lnTo>
                <a:lnTo>
                  <a:pt x="275769" y="440651"/>
                </a:lnTo>
                <a:lnTo>
                  <a:pt x="276185" y="444148"/>
                </a:lnTo>
                <a:lnTo>
                  <a:pt x="276613" y="447657"/>
                </a:lnTo>
                <a:lnTo>
                  <a:pt x="277034" y="451180"/>
                </a:lnTo>
                <a:lnTo>
                  <a:pt x="277460" y="454715"/>
                </a:lnTo>
                <a:lnTo>
                  <a:pt x="277877" y="458262"/>
                </a:lnTo>
                <a:lnTo>
                  <a:pt x="278303" y="461810"/>
                </a:lnTo>
                <a:lnTo>
                  <a:pt x="278726" y="465370"/>
                </a:lnTo>
                <a:lnTo>
                  <a:pt x="279152" y="468956"/>
                </a:lnTo>
                <a:lnTo>
                  <a:pt x="279569" y="472529"/>
                </a:lnTo>
                <a:lnTo>
                  <a:pt x="279995" y="476128"/>
                </a:lnTo>
                <a:lnTo>
                  <a:pt x="280417" y="479739"/>
                </a:lnTo>
                <a:lnTo>
                  <a:pt x="280844" y="483351"/>
                </a:lnTo>
                <a:lnTo>
                  <a:pt x="281260" y="486975"/>
                </a:lnTo>
                <a:lnTo>
                  <a:pt x="281688" y="490611"/>
                </a:lnTo>
                <a:lnTo>
                  <a:pt x="282109" y="494261"/>
                </a:lnTo>
                <a:lnTo>
                  <a:pt x="282535" y="497910"/>
                </a:lnTo>
                <a:lnTo>
                  <a:pt x="282952" y="501572"/>
                </a:lnTo>
                <a:lnTo>
                  <a:pt x="283378" y="505247"/>
                </a:lnTo>
                <a:lnTo>
                  <a:pt x="283801" y="508947"/>
                </a:lnTo>
                <a:lnTo>
                  <a:pt x="284227" y="512635"/>
                </a:lnTo>
                <a:lnTo>
                  <a:pt x="284644" y="516335"/>
                </a:lnTo>
                <a:lnTo>
                  <a:pt x="285070" y="520048"/>
                </a:lnTo>
                <a:lnTo>
                  <a:pt x="285492" y="523774"/>
                </a:lnTo>
                <a:lnTo>
                  <a:pt x="285919" y="527512"/>
                </a:lnTo>
                <a:lnTo>
                  <a:pt x="286335" y="531251"/>
                </a:lnTo>
                <a:lnTo>
                  <a:pt x="286763" y="535002"/>
                </a:lnTo>
                <a:lnTo>
                  <a:pt x="287184" y="538766"/>
                </a:lnTo>
                <a:lnTo>
                  <a:pt x="287610" y="542542"/>
                </a:lnTo>
                <a:lnTo>
                  <a:pt x="288027" y="546319"/>
                </a:lnTo>
                <a:lnTo>
                  <a:pt x="288453" y="550108"/>
                </a:lnTo>
                <a:lnTo>
                  <a:pt x="288876" y="553897"/>
                </a:lnTo>
                <a:lnTo>
                  <a:pt x="289302" y="557712"/>
                </a:lnTo>
                <a:lnTo>
                  <a:pt x="289719" y="561527"/>
                </a:lnTo>
                <a:lnTo>
                  <a:pt x="290145" y="565354"/>
                </a:lnTo>
                <a:lnTo>
                  <a:pt x="290567" y="569195"/>
                </a:lnTo>
                <a:lnTo>
                  <a:pt x="290994" y="573035"/>
                </a:lnTo>
                <a:lnTo>
                  <a:pt x="291410" y="576888"/>
                </a:lnTo>
                <a:lnTo>
                  <a:pt x="291838" y="580753"/>
                </a:lnTo>
                <a:lnTo>
                  <a:pt x="292259" y="584619"/>
                </a:lnTo>
                <a:lnTo>
                  <a:pt x="292685" y="588497"/>
                </a:lnTo>
                <a:lnTo>
                  <a:pt x="293102" y="592375"/>
                </a:lnTo>
                <a:lnTo>
                  <a:pt x="293528" y="596279"/>
                </a:lnTo>
                <a:lnTo>
                  <a:pt x="293951" y="600196"/>
                </a:lnTo>
                <a:lnTo>
                  <a:pt x="294377" y="604099"/>
                </a:lnTo>
                <a:lnTo>
                  <a:pt x="294794" y="608016"/>
                </a:lnTo>
                <a:lnTo>
                  <a:pt x="295220" y="611958"/>
                </a:lnTo>
                <a:lnTo>
                  <a:pt x="295643" y="615887"/>
                </a:lnTo>
                <a:lnTo>
                  <a:pt x="296069" y="619829"/>
                </a:lnTo>
                <a:lnTo>
                  <a:pt x="296485" y="623783"/>
                </a:lnTo>
                <a:lnTo>
                  <a:pt x="296912" y="627751"/>
                </a:lnTo>
                <a:lnTo>
                  <a:pt x="297334" y="631718"/>
                </a:lnTo>
                <a:lnTo>
                  <a:pt x="297761" y="635698"/>
                </a:lnTo>
                <a:lnTo>
                  <a:pt x="298177" y="639691"/>
                </a:lnTo>
                <a:lnTo>
                  <a:pt x="298603" y="643683"/>
                </a:lnTo>
                <a:lnTo>
                  <a:pt x="299026" y="647689"/>
                </a:lnTo>
                <a:lnTo>
                  <a:pt x="299452" y="651694"/>
                </a:lnTo>
                <a:lnTo>
                  <a:pt x="299869" y="655712"/>
                </a:lnTo>
                <a:lnTo>
                  <a:pt x="300295" y="659731"/>
                </a:lnTo>
                <a:lnTo>
                  <a:pt x="300718" y="663774"/>
                </a:lnTo>
                <a:lnTo>
                  <a:pt x="301144" y="667805"/>
                </a:lnTo>
                <a:lnTo>
                  <a:pt x="301560" y="671849"/>
                </a:lnTo>
                <a:lnTo>
                  <a:pt x="301987" y="675918"/>
                </a:lnTo>
                <a:lnTo>
                  <a:pt x="302409" y="679974"/>
                </a:lnTo>
                <a:lnTo>
                  <a:pt x="302836" y="684043"/>
                </a:lnTo>
                <a:lnTo>
                  <a:pt x="303252" y="688125"/>
                </a:lnTo>
                <a:lnTo>
                  <a:pt x="303678" y="692219"/>
                </a:lnTo>
                <a:lnTo>
                  <a:pt x="304101" y="696301"/>
                </a:lnTo>
                <a:lnTo>
                  <a:pt x="304527" y="700396"/>
                </a:lnTo>
                <a:lnTo>
                  <a:pt x="304954" y="704503"/>
                </a:lnTo>
                <a:lnTo>
                  <a:pt x="305370" y="708623"/>
                </a:lnTo>
                <a:lnTo>
                  <a:pt x="305798" y="712743"/>
                </a:lnTo>
                <a:lnTo>
                  <a:pt x="306219" y="716863"/>
                </a:lnTo>
                <a:lnTo>
                  <a:pt x="306645" y="721008"/>
                </a:lnTo>
                <a:lnTo>
                  <a:pt x="307062" y="725140"/>
                </a:lnTo>
                <a:lnTo>
                  <a:pt x="307489" y="729299"/>
                </a:lnTo>
                <a:lnTo>
                  <a:pt x="307911" y="733444"/>
                </a:lnTo>
                <a:lnTo>
                  <a:pt x="308337" y="737602"/>
                </a:lnTo>
                <a:lnTo>
                  <a:pt x="308754" y="741773"/>
                </a:lnTo>
                <a:lnTo>
                  <a:pt x="309181" y="745943"/>
                </a:lnTo>
                <a:lnTo>
                  <a:pt x="309602" y="750127"/>
                </a:lnTo>
                <a:lnTo>
                  <a:pt x="310029" y="754310"/>
                </a:lnTo>
                <a:lnTo>
                  <a:pt x="310445" y="758507"/>
                </a:lnTo>
                <a:lnTo>
                  <a:pt x="310873" y="762703"/>
                </a:lnTo>
                <a:lnTo>
                  <a:pt x="311294" y="766912"/>
                </a:lnTo>
                <a:lnTo>
                  <a:pt x="311720" y="771121"/>
                </a:lnTo>
                <a:lnTo>
                  <a:pt x="312137" y="775330"/>
                </a:lnTo>
                <a:lnTo>
                  <a:pt x="312564" y="779551"/>
                </a:lnTo>
                <a:lnTo>
                  <a:pt x="312986" y="783786"/>
                </a:lnTo>
                <a:lnTo>
                  <a:pt x="313412" y="788020"/>
                </a:lnTo>
                <a:lnTo>
                  <a:pt x="313829" y="792267"/>
                </a:lnTo>
                <a:lnTo>
                  <a:pt x="314256" y="796514"/>
                </a:lnTo>
                <a:lnTo>
                  <a:pt x="314677" y="800761"/>
                </a:lnTo>
                <a:lnTo>
                  <a:pt x="315104" y="805021"/>
                </a:lnTo>
                <a:lnTo>
                  <a:pt x="315520" y="809281"/>
                </a:lnTo>
                <a:lnTo>
                  <a:pt x="315948" y="813540"/>
                </a:lnTo>
                <a:lnTo>
                  <a:pt x="316369" y="817826"/>
                </a:lnTo>
                <a:lnTo>
                  <a:pt x="316795" y="822098"/>
                </a:lnTo>
                <a:lnTo>
                  <a:pt x="317212" y="826383"/>
                </a:lnTo>
                <a:lnTo>
                  <a:pt x="317639" y="830668"/>
                </a:lnTo>
                <a:lnTo>
                  <a:pt x="318061" y="834966"/>
                </a:lnTo>
                <a:lnTo>
                  <a:pt x="318487" y="839277"/>
                </a:lnTo>
                <a:lnTo>
                  <a:pt x="318904" y="843575"/>
                </a:lnTo>
                <a:lnTo>
                  <a:pt x="319331" y="847873"/>
                </a:lnTo>
                <a:lnTo>
                  <a:pt x="319752" y="852196"/>
                </a:lnTo>
                <a:lnTo>
                  <a:pt x="320179" y="856520"/>
                </a:lnTo>
                <a:lnTo>
                  <a:pt x="320595" y="860843"/>
                </a:lnTo>
                <a:lnTo>
                  <a:pt x="321023" y="865179"/>
                </a:lnTo>
                <a:lnTo>
                  <a:pt x="321444" y="869502"/>
                </a:lnTo>
                <a:lnTo>
                  <a:pt x="321871" y="873838"/>
                </a:lnTo>
                <a:lnTo>
                  <a:pt x="322287" y="878187"/>
                </a:lnTo>
                <a:lnTo>
                  <a:pt x="322714" y="882536"/>
                </a:lnTo>
                <a:lnTo>
                  <a:pt x="323136" y="886898"/>
                </a:lnTo>
                <a:lnTo>
                  <a:pt x="323562" y="891246"/>
                </a:lnTo>
                <a:lnTo>
                  <a:pt x="323979" y="895608"/>
                </a:lnTo>
                <a:lnTo>
                  <a:pt x="324406" y="899969"/>
                </a:lnTo>
                <a:lnTo>
                  <a:pt x="324828" y="904344"/>
                </a:lnTo>
                <a:lnTo>
                  <a:pt x="325254" y="908718"/>
                </a:lnTo>
                <a:lnTo>
                  <a:pt x="325670" y="913092"/>
                </a:lnTo>
                <a:lnTo>
                  <a:pt x="326098" y="917479"/>
                </a:lnTo>
                <a:lnTo>
                  <a:pt x="326519" y="921866"/>
                </a:lnTo>
                <a:lnTo>
                  <a:pt x="326946" y="926253"/>
                </a:lnTo>
                <a:lnTo>
                  <a:pt x="327362" y="930652"/>
                </a:lnTo>
                <a:lnTo>
                  <a:pt x="327788" y="935039"/>
                </a:lnTo>
                <a:lnTo>
                  <a:pt x="328211" y="939439"/>
                </a:lnTo>
                <a:lnTo>
                  <a:pt x="328637" y="943851"/>
                </a:lnTo>
                <a:lnTo>
                  <a:pt x="329054" y="948251"/>
                </a:lnTo>
                <a:lnTo>
                  <a:pt x="329481" y="952663"/>
                </a:lnTo>
                <a:lnTo>
                  <a:pt x="329903" y="957076"/>
                </a:lnTo>
                <a:lnTo>
                  <a:pt x="330329" y="961501"/>
                </a:lnTo>
                <a:lnTo>
                  <a:pt x="330745" y="965926"/>
                </a:lnTo>
                <a:lnTo>
                  <a:pt x="331173" y="970351"/>
                </a:lnTo>
                <a:lnTo>
                  <a:pt x="331594" y="974776"/>
                </a:lnTo>
                <a:lnTo>
                  <a:pt x="332021" y="979214"/>
                </a:lnTo>
                <a:lnTo>
                  <a:pt x="332437" y="983639"/>
                </a:lnTo>
                <a:lnTo>
                  <a:pt x="332865" y="988077"/>
                </a:lnTo>
                <a:lnTo>
                  <a:pt x="333286" y="992515"/>
                </a:lnTo>
                <a:lnTo>
                  <a:pt x="333712" y="996965"/>
                </a:lnTo>
                <a:lnTo>
                  <a:pt x="334129" y="1001403"/>
                </a:lnTo>
                <a:lnTo>
                  <a:pt x="334556" y="1005866"/>
                </a:lnTo>
                <a:lnTo>
                  <a:pt x="334978" y="1010304"/>
                </a:lnTo>
                <a:lnTo>
                  <a:pt x="335404" y="1014767"/>
                </a:lnTo>
                <a:lnTo>
                  <a:pt x="335821" y="1019218"/>
                </a:lnTo>
                <a:lnTo>
                  <a:pt x="336248" y="1023681"/>
                </a:lnTo>
                <a:lnTo>
                  <a:pt x="336669" y="1028144"/>
                </a:lnTo>
                <a:lnTo>
                  <a:pt x="337096" y="1032607"/>
                </a:lnTo>
                <a:lnTo>
                  <a:pt x="337512" y="1037070"/>
                </a:lnTo>
                <a:lnTo>
                  <a:pt x="337940" y="1041534"/>
                </a:lnTo>
                <a:lnTo>
                  <a:pt x="338361" y="1046010"/>
                </a:lnTo>
                <a:lnTo>
                  <a:pt x="338787" y="1050486"/>
                </a:lnTo>
                <a:lnTo>
                  <a:pt x="339204" y="1054962"/>
                </a:lnTo>
                <a:lnTo>
                  <a:pt x="339630" y="1059437"/>
                </a:lnTo>
                <a:lnTo>
                  <a:pt x="340053" y="1063913"/>
                </a:lnTo>
                <a:lnTo>
                  <a:pt x="340479" y="1068402"/>
                </a:lnTo>
                <a:lnTo>
                  <a:pt x="340896" y="1072878"/>
                </a:lnTo>
                <a:lnTo>
                  <a:pt x="341323" y="1077367"/>
                </a:lnTo>
                <a:lnTo>
                  <a:pt x="341744" y="1081855"/>
                </a:lnTo>
                <a:lnTo>
                  <a:pt x="342171" y="1086331"/>
                </a:lnTo>
                <a:lnTo>
                  <a:pt x="342597" y="1090820"/>
                </a:lnTo>
                <a:lnTo>
                  <a:pt x="343015" y="1095321"/>
                </a:lnTo>
                <a:lnTo>
                  <a:pt x="343441" y="1099810"/>
                </a:lnTo>
                <a:lnTo>
                  <a:pt x="343862" y="1104299"/>
                </a:lnTo>
                <a:lnTo>
                  <a:pt x="344289" y="1108800"/>
                </a:lnTo>
                <a:lnTo>
                  <a:pt x="344705" y="1113289"/>
                </a:lnTo>
                <a:lnTo>
                  <a:pt x="345133" y="1117790"/>
                </a:lnTo>
                <a:lnTo>
                  <a:pt x="345554" y="1122291"/>
                </a:lnTo>
                <a:lnTo>
                  <a:pt x="345980" y="1126793"/>
                </a:lnTo>
                <a:lnTo>
                  <a:pt x="346398" y="1131294"/>
                </a:lnTo>
                <a:lnTo>
                  <a:pt x="346824" y="1135796"/>
                </a:lnTo>
                <a:lnTo>
                  <a:pt x="347246" y="1140297"/>
                </a:lnTo>
                <a:lnTo>
                  <a:pt x="347672" y="1144798"/>
                </a:lnTo>
                <a:lnTo>
                  <a:pt x="348090" y="1149300"/>
                </a:lnTo>
                <a:lnTo>
                  <a:pt x="348516" y="1153801"/>
                </a:lnTo>
                <a:lnTo>
                  <a:pt x="348937" y="1158315"/>
                </a:lnTo>
                <a:lnTo>
                  <a:pt x="349364" y="1162817"/>
                </a:lnTo>
                <a:lnTo>
                  <a:pt x="349780" y="1167318"/>
                </a:lnTo>
                <a:lnTo>
                  <a:pt x="350208" y="1171819"/>
                </a:lnTo>
                <a:lnTo>
                  <a:pt x="350629" y="1176333"/>
                </a:lnTo>
                <a:lnTo>
                  <a:pt x="351056" y="1180835"/>
                </a:lnTo>
                <a:lnTo>
                  <a:pt x="351473" y="1185349"/>
                </a:lnTo>
                <a:lnTo>
                  <a:pt x="351899" y="1189850"/>
                </a:lnTo>
                <a:lnTo>
                  <a:pt x="352316" y="1194352"/>
                </a:lnTo>
                <a:lnTo>
                  <a:pt x="352747" y="1198878"/>
                </a:lnTo>
                <a:lnTo>
                  <a:pt x="353165" y="1203380"/>
                </a:lnTo>
                <a:lnTo>
                  <a:pt x="353591" y="1207894"/>
                </a:lnTo>
                <a:lnTo>
                  <a:pt x="354008" y="1212395"/>
                </a:lnTo>
                <a:lnTo>
                  <a:pt x="354439" y="1216897"/>
                </a:lnTo>
                <a:lnTo>
                  <a:pt x="354855" y="1221411"/>
                </a:lnTo>
                <a:lnTo>
                  <a:pt x="355283" y="1225912"/>
                </a:lnTo>
                <a:lnTo>
                  <a:pt x="355699" y="1230413"/>
                </a:lnTo>
                <a:lnTo>
                  <a:pt x="356126" y="1234928"/>
                </a:lnTo>
                <a:lnTo>
                  <a:pt x="356547" y="1239429"/>
                </a:lnTo>
                <a:lnTo>
                  <a:pt x="356974" y="1243930"/>
                </a:lnTo>
                <a:lnTo>
                  <a:pt x="357391" y="1248432"/>
                </a:lnTo>
                <a:lnTo>
                  <a:pt x="357817" y="1252933"/>
                </a:lnTo>
                <a:lnTo>
                  <a:pt x="358240" y="1257434"/>
                </a:lnTo>
                <a:lnTo>
                  <a:pt x="358666" y="1261936"/>
                </a:lnTo>
                <a:lnTo>
                  <a:pt x="359083" y="1266437"/>
                </a:lnTo>
                <a:lnTo>
                  <a:pt x="359509" y="1270939"/>
                </a:lnTo>
                <a:lnTo>
                  <a:pt x="359930" y="1275440"/>
                </a:lnTo>
                <a:lnTo>
                  <a:pt x="360358" y="1279929"/>
                </a:lnTo>
                <a:lnTo>
                  <a:pt x="360774" y="1284430"/>
                </a:lnTo>
                <a:lnTo>
                  <a:pt x="361201" y="1288919"/>
                </a:lnTo>
                <a:lnTo>
                  <a:pt x="361622" y="1293407"/>
                </a:lnTo>
                <a:lnTo>
                  <a:pt x="362050" y="1297909"/>
                </a:lnTo>
                <a:lnTo>
                  <a:pt x="362466" y="1302397"/>
                </a:lnTo>
                <a:lnTo>
                  <a:pt x="362892" y="1306886"/>
                </a:lnTo>
                <a:lnTo>
                  <a:pt x="363315" y="1311375"/>
                </a:lnTo>
                <a:lnTo>
                  <a:pt x="363741" y="1315851"/>
                </a:lnTo>
                <a:lnTo>
                  <a:pt x="364158" y="1320339"/>
                </a:lnTo>
                <a:lnTo>
                  <a:pt x="364584" y="1324828"/>
                </a:lnTo>
                <a:lnTo>
                  <a:pt x="365007" y="1329304"/>
                </a:lnTo>
                <a:lnTo>
                  <a:pt x="365433" y="1333780"/>
                </a:lnTo>
                <a:lnTo>
                  <a:pt x="365849" y="1338256"/>
                </a:lnTo>
                <a:lnTo>
                  <a:pt x="366276" y="1342732"/>
                </a:lnTo>
                <a:lnTo>
                  <a:pt x="366697" y="1347195"/>
                </a:lnTo>
                <a:lnTo>
                  <a:pt x="367125" y="1351671"/>
                </a:lnTo>
                <a:lnTo>
                  <a:pt x="367541" y="1356134"/>
                </a:lnTo>
                <a:lnTo>
                  <a:pt x="367967" y="1360597"/>
                </a:lnTo>
                <a:lnTo>
                  <a:pt x="368390" y="1365060"/>
                </a:lnTo>
                <a:lnTo>
                  <a:pt x="368816" y="1369524"/>
                </a:lnTo>
                <a:lnTo>
                  <a:pt x="369233" y="1373987"/>
                </a:lnTo>
                <a:lnTo>
                  <a:pt x="369659" y="1378437"/>
                </a:lnTo>
                <a:lnTo>
                  <a:pt x="370082" y="1382901"/>
                </a:lnTo>
                <a:lnTo>
                  <a:pt x="370508" y="1387351"/>
                </a:lnTo>
                <a:lnTo>
                  <a:pt x="370924" y="1391802"/>
                </a:lnTo>
                <a:lnTo>
                  <a:pt x="371351" y="1396240"/>
                </a:lnTo>
                <a:lnTo>
                  <a:pt x="371772" y="1400677"/>
                </a:lnTo>
                <a:lnTo>
                  <a:pt x="372200" y="1405115"/>
                </a:lnTo>
                <a:lnTo>
                  <a:pt x="372616" y="1409553"/>
                </a:lnTo>
                <a:lnTo>
                  <a:pt x="373043" y="1413991"/>
                </a:lnTo>
                <a:lnTo>
                  <a:pt x="373464" y="1418416"/>
                </a:lnTo>
                <a:lnTo>
                  <a:pt x="373891" y="1422841"/>
                </a:lnTo>
                <a:lnTo>
                  <a:pt x="374308" y="1427266"/>
                </a:lnTo>
                <a:lnTo>
                  <a:pt x="374734" y="1431678"/>
                </a:lnTo>
                <a:lnTo>
                  <a:pt x="375157" y="1436103"/>
                </a:lnTo>
                <a:lnTo>
                  <a:pt x="375583" y="1440516"/>
                </a:lnTo>
                <a:lnTo>
                  <a:pt x="376000" y="1444928"/>
                </a:lnTo>
                <a:lnTo>
                  <a:pt x="376426" y="1449328"/>
                </a:lnTo>
                <a:lnTo>
                  <a:pt x="376847" y="1453740"/>
                </a:lnTo>
                <a:lnTo>
                  <a:pt x="377275" y="1458140"/>
                </a:lnTo>
                <a:lnTo>
                  <a:pt x="377691" y="1462527"/>
                </a:lnTo>
                <a:lnTo>
                  <a:pt x="378118" y="1466926"/>
                </a:lnTo>
                <a:lnTo>
                  <a:pt x="378539" y="1471301"/>
                </a:lnTo>
                <a:lnTo>
                  <a:pt x="378966" y="1475688"/>
                </a:lnTo>
                <a:lnTo>
                  <a:pt x="379383" y="1480074"/>
                </a:lnTo>
                <a:lnTo>
                  <a:pt x="379809" y="1484449"/>
                </a:lnTo>
                <a:lnTo>
                  <a:pt x="380232" y="1488823"/>
                </a:lnTo>
                <a:lnTo>
                  <a:pt x="380658" y="1493184"/>
                </a:lnTo>
                <a:lnTo>
                  <a:pt x="381075" y="1497559"/>
                </a:lnTo>
                <a:lnTo>
                  <a:pt x="381501" y="1501907"/>
                </a:lnTo>
                <a:lnTo>
                  <a:pt x="381927" y="1506269"/>
                </a:lnTo>
                <a:lnTo>
                  <a:pt x="382350" y="1510618"/>
                </a:lnTo>
                <a:lnTo>
                  <a:pt x="382776" y="1514966"/>
                </a:lnTo>
                <a:lnTo>
                  <a:pt x="383193" y="1519303"/>
                </a:lnTo>
                <a:lnTo>
                  <a:pt x="383619" y="1523639"/>
                </a:lnTo>
                <a:lnTo>
                  <a:pt x="384041" y="1527975"/>
                </a:lnTo>
                <a:lnTo>
                  <a:pt x="384468" y="1532298"/>
                </a:lnTo>
                <a:lnTo>
                  <a:pt x="384884" y="1536621"/>
                </a:lnTo>
                <a:lnTo>
                  <a:pt x="385312" y="1540932"/>
                </a:lnTo>
                <a:lnTo>
                  <a:pt x="385733" y="1545255"/>
                </a:lnTo>
                <a:lnTo>
                  <a:pt x="386159" y="1549553"/>
                </a:lnTo>
                <a:lnTo>
                  <a:pt x="386576" y="1553864"/>
                </a:lnTo>
                <a:lnTo>
                  <a:pt x="387002" y="1558162"/>
                </a:lnTo>
                <a:lnTo>
                  <a:pt x="387425" y="1562447"/>
                </a:lnTo>
                <a:lnTo>
                  <a:pt x="387851" y="1566732"/>
                </a:lnTo>
                <a:lnTo>
                  <a:pt x="388268" y="1571020"/>
                </a:lnTo>
                <a:lnTo>
                  <a:pt x="388694" y="1575296"/>
                </a:lnTo>
                <a:lnTo>
                  <a:pt x="389116" y="1579568"/>
                </a:lnTo>
                <a:lnTo>
                  <a:pt x="389543" y="1583829"/>
                </a:lnTo>
                <a:lnTo>
                  <a:pt x="389959" y="1588091"/>
                </a:lnTo>
                <a:lnTo>
                  <a:pt x="390387" y="1592347"/>
                </a:lnTo>
                <a:lnTo>
                  <a:pt x="390808" y="1596594"/>
                </a:lnTo>
                <a:lnTo>
                  <a:pt x="391235" y="1600840"/>
                </a:lnTo>
                <a:lnTo>
                  <a:pt x="391651" y="1605082"/>
                </a:lnTo>
                <a:lnTo>
                  <a:pt x="392077" y="1609313"/>
                </a:lnTo>
                <a:lnTo>
                  <a:pt x="392500" y="1613535"/>
                </a:lnTo>
                <a:lnTo>
                  <a:pt x="392926" y="1617752"/>
                </a:lnTo>
                <a:lnTo>
                  <a:pt x="393343" y="1621968"/>
                </a:lnTo>
                <a:lnTo>
                  <a:pt x="393769" y="1626181"/>
                </a:lnTo>
                <a:lnTo>
                  <a:pt x="394192" y="1630382"/>
                </a:lnTo>
                <a:lnTo>
                  <a:pt x="394618" y="1634575"/>
                </a:lnTo>
                <a:lnTo>
                  <a:pt x="395034" y="1638762"/>
                </a:lnTo>
                <a:lnTo>
                  <a:pt x="395462" y="1642948"/>
                </a:lnTo>
                <a:lnTo>
                  <a:pt x="395883" y="1647125"/>
                </a:lnTo>
                <a:lnTo>
                  <a:pt x="396310" y="1651288"/>
                </a:lnTo>
                <a:lnTo>
                  <a:pt x="396726" y="1655450"/>
                </a:lnTo>
                <a:lnTo>
                  <a:pt x="397152" y="1659612"/>
                </a:lnTo>
                <a:lnTo>
                  <a:pt x="397575" y="1663765"/>
                </a:lnTo>
                <a:lnTo>
                  <a:pt x="398001" y="1667903"/>
                </a:lnTo>
                <a:lnTo>
                  <a:pt x="398418" y="1672044"/>
                </a:lnTo>
                <a:lnTo>
                  <a:pt x="398844" y="1676177"/>
                </a:lnTo>
                <a:lnTo>
                  <a:pt x="399267" y="1680299"/>
                </a:lnTo>
                <a:lnTo>
                  <a:pt x="399693" y="1684411"/>
                </a:lnTo>
                <a:lnTo>
                  <a:pt x="400109" y="1688520"/>
                </a:lnTo>
                <a:lnTo>
                  <a:pt x="400536" y="1692632"/>
                </a:lnTo>
                <a:lnTo>
                  <a:pt x="400958" y="1696725"/>
                </a:lnTo>
                <a:lnTo>
                  <a:pt x="401385" y="1700813"/>
                </a:lnTo>
                <a:lnTo>
                  <a:pt x="401801" y="1704891"/>
                </a:lnTo>
                <a:lnTo>
                  <a:pt x="402229" y="1708968"/>
                </a:lnTo>
                <a:lnTo>
                  <a:pt x="402650" y="1713032"/>
                </a:lnTo>
                <a:lnTo>
                  <a:pt x="403076" y="1717090"/>
                </a:lnTo>
                <a:lnTo>
                  <a:pt x="403493" y="1721147"/>
                </a:lnTo>
                <a:lnTo>
                  <a:pt x="403919" y="1725186"/>
                </a:lnTo>
                <a:lnTo>
                  <a:pt x="404342" y="1729229"/>
                </a:lnTo>
                <a:lnTo>
                  <a:pt x="404768" y="1733253"/>
                </a:lnTo>
                <a:lnTo>
                  <a:pt x="405185" y="1737281"/>
                </a:lnTo>
                <a:lnTo>
                  <a:pt x="405611" y="1741289"/>
                </a:lnTo>
                <a:lnTo>
                  <a:pt x="406033" y="1745302"/>
                </a:lnTo>
                <a:lnTo>
                  <a:pt x="406460" y="1749296"/>
                </a:lnTo>
                <a:lnTo>
                  <a:pt x="406876" y="1753285"/>
                </a:lnTo>
                <a:lnTo>
                  <a:pt x="407304" y="1757269"/>
                </a:lnTo>
                <a:lnTo>
                  <a:pt x="407725" y="1761243"/>
                </a:lnTo>
                <a:lnTo>
                  <a:pt x="408151" y="1765206"/>
                </a:lnTo>
                <a:lnTo>
                  <a:pt x="408568" y="1769170"/>
                </a:lnTo>
                <a:lnTo>
                  <a:pt x="408994" y="1773124"/>
                </a:lnTo>
                <a:lnTo>
                  <a:pt x="409417" y="1777062"/>
                </a:lnTo>
                <a:lnTo>
                  <a:pt x="409843" y="1780996"/>
                </a:lnTo>
                <a:lnTo>
                  <a:pt x="410260" y="1784926"/>
                </a:lnTo>
                <a:lnTo>
                  <a:pt x="410686" y="1788834"/>
                </a:lnTo>
                <a:lnTo>
                  <a:pt x="411108" y="1792745"/>
                </a:lnTo>
                <a:lnTo>
                  <a:pt x="411535" y="1796648"/>
                </a:lnTo>
                <a:lnTo>
                  <a:pt x="411951" y="1800538"/>
                </a:lnTo>
                <a:lnTo>
                  <a:pt x="412378" y="1804426"/>
                </a:lnTo>
                <a:lnTo>
                  <a:pt x="412800" y="1808297"/>
                </a:lnTo>
                <a:lnTo>
                  <a:pt x="413226" y="1812167"/>
                </a:lnTo>
                <a:lnTo>
                  <a:pt x="413643" y="1816021"/>
                </a:lnTo>
                <a:lnTo>
                  <a:pt x="414069" y="1819866"/>
                </a:lnTo>
                <a:lnTo>
                  <a:pt x="414492" y="1823705"/>
                </a:lnTo>
                <a:lnTo>
                  <a:pt x="414918" y="1827535"/>
                </a:lnTo>
                <a:lnTo>
                  <a:pt x="415340" y="1831360"/>
                </a:lnTo>
                <a:lnTo>
                  <a:pt x="415759" y="1835169"/>
                </a:lnTo>
                <a:lnTo>
                  <a:pt x="416177" y="1838975"/>
                </a:lnTo>
                <a:lnTo>
                  <a:pt x="416609" y="1842766"/>
                </a:lnTo>
                <a:lnTo>
                  <a:pt x="417027" y="1846555"/>
                </a:lnTo>
                <a:lnTo>
                  <a:pt x="417459" y="1850325"/>
                </a:lnTo>
                <a:lnTo>
                  <a:pt x="417877" y="1854095"/>
                </a:lnTo>
                <a:lnTo>
                  <a:pt x="418296" y="1857852"/>
                </a:lnTo>
                <a:lnTo>
                  <a:pt x="418727" y="1861602"/>
                </a:lnTo>
                <a:lnTo>
                  <a:pt x="419146" y="1865337"/>
                </a:lnTo>
                <a:lnTo>
                  <a:pt x="419577" y="1869068"/>
                </a:lnTo>
                <a:lnTo>
                  <a:pt x="419995" y="1872784"/>
                </a:lnTo>
                <a:lnTo>
                  <a:pt x="420414" y="1876489"/>
                </a:lnTo>
                <a:lnTo>
                  <a:pt x="420833" y="1880196"/>
                </a:lnTo>
                <a:lnTo>
                  <a:pt x="421264" y="1883886"/>
                </a:lnTo>
                <a:lnTo>
                  <a:pt x="421682" y="1887567"/>
                </a:lnTo>
                <a:lnTo>
                  <a:pt x="422114" y="1891233"/>
                </a:lnTo>
                <a:lnTo>
                  <a:pt x="422532" y="1894895"/>
                </a:lnTo>
                <a:lnTo>
                  <a:pt x="422951" y="1898546"/>
                </a:lnTo>
                <a:lnTo>
                  <a:pt x="423382" y="1902188"/>
                </a:lnTo>
                <a:lnTo>
                  <a:pt x="423801" y="1905818"/>
                </a:lnTo>
                <a:lnTo>
                  <a:pt x="424219" y="1909441"/>
                </a:lnTo>
                <a:lnTo>
                  <a:pt x="424651" y="1913052"/>
                </a:lnTo>
                <a:lnTo>
                  <a:pt x="425069" y="1916648"/>
                </a:lnTo>
                <a:lnTo>
                  <a:pt x="425500" y="1920240"/>
                </a:lnTo>
                <a:lnTo>
                  <a:pt x="425906" y="1923812"/>
                </a:lnTo>
                <a:lnTo>
                  <a:pt x="426338" y="1927389"/>
                </a:lnTo>
                <a:lnTo>
                  <a:pt x="426756" y="1930941"/>
                </a:lnTo>
                <a:lnTo>
                  <a:pt x="427187" y="1934493"/>
                </a:lnTo>
                <a:lnTo>
                  <a:pt x="427606" y="1938030"/>
                </a:lnTo>
                <a:lnTo>
                  <a:pt x="428025" y="1941557"/>
                </a:lnTo>
                <a:lnTo>
                  <a:pt x="428456" y="1945074"/>
                </a:lnTo>
                <a:lnTo>
                  <a:pt x="428874" y="1948582"/>
                </a:lnTo>
                <a:lnTo>
                  <a:pt x="429293" y="1952079"/>
                </a:lnTo>
                <a:lnTo>
                  <a:pt x="429724" y="1955562"/>
                </a:lnTo>
                <a:lnTo>
                  <a:pt x="430143" y="1959030"/>
                </a:lnTo>
                <a:lnTo>
                  <a:pt x="430574" y="1962497"/>
                </a:lnTo>
                <a:lnTo>
                  <a:pt x="430993" y="1965950"/>
                </a:lnTo>
                <a:lnTo>
                  <a:pt x="431411" y="1969388"/>
                </a:lnTo>
                <a:lnTo>
                  <a:pt x="431830" y="1972816"/>
                </a:lnTo>
                <a:lnTo>
                  <a:pt x="432261" y="1976239"/>
                </a:lnTo>
                <a:lnTo>
                  <a:pt x="432680" y="1979647"/>
                </a:lnTo>
                <a:lnTo>
                  <a:pt x="433111" y="1983041"/>
                </a:lnTo>
                <a:lnTo>
                  <a:pt x="433529" y="1986430"/>
                </a:lnTo>
                <a:lnTo>
                  <a:pt x="433948" y="1989798"/>
                </a:lnTo>
                <a:lnTo>
                  <a:pt x="434367" y="1993166"/>
                </a:lnTo>
                <a:lnTo>
                  <a:pt x="434798" y="1996514"/>
                </a:lnTo>
                <a:lnTo>
                  <a:pt x="435216" y="1999859"/>
                </a:lnTo>
                <a:lnTo>
                  <a:pt x="435648" y="2003183"/>
                </a:lnTo>
                <a:lnTo>
                  <a:pt x="436066" y="2006506"/>
                </a:lnTo>
                <a:lnTo>
                  <a:pt x="436485" y="2009805"/>
                </a:lnTo>
                <a:lnTo>
                  <a:pt x="436916" y="2013103"/>
                </a:lnTo>
                <a:lnTo>
                  <a:pt x="437335" y="2016383"/>
                </a:lnTo>
                <a:lnTo>
                  <a:pt x="437753" y="2019657"/>
                </a:lnTo>
                <a:lnTo>
                  <a:pt x="438185" y="2022912"/>
                </a:lnTo>
                <a:lnTo>
                  <a:pt x="438603" y="2026161"/>
                </a:lnTo>
                <a:lnTo>
                  <a:pt x="439034" y="2029401"/>
                </a:lnTo>
                <a:lnTo>
                  <a:pt x="439440" y="2032625"/>
                </a:lnTo>
                <a:lnTo>
                  <a:pt x="439872" y="2035830"/>
                </a:lnTo>
                <a:lnTo>
                  <a:pt x="440290" y="2039029"/>
                </a:lnTo>
                <a:lnTo>
                  <a:pt x="440721" y="2042225"/>
                </a:lnTo>
                <a:lnTo>
                  <a:pt x="441140" y="2045395"/>
                </a:lnTo>
                <a:lnTo>
                  <a:pt x="441559" y="2048565"/>
                </a:lnTo>
                <a:lnTo>
                  <a:pt x="441990" y="2051715"/>
                </a:lnTo>
                <a:lnTo>
                  <a:pt x="442408" y="2054850"/>
                </a:lnTo>
                <a:lnTo>
                  <a:pt x="442827" y="2057976"/>
                </a:lnTo>
                <a:lnTo>
                  <a:pt x="443258" y="2061091"/>
                </a:lnTo>
                <a:lnTo>
                  <a:pt x="443677" y="2064196"/>
                </a:lnTo>
                <a:lnTo>
                  <a:pt x="444108" y="2067288"/>
                </a:lnTo>
                <a:lnTo>
                  <a:pt x="444514" y="2070367"/>
                </a:lnTo>
                <a:lnTo>
                  <a:pt x="444945" y="2073429"/>
                </a:lnTo>
                <a:lnTo>
                  <a:pt x="445364" y="2076485"/>
                </a:lnTo>
                <a:lnTo>
                  <a:pt x="445795" y="2079525"/>
                </a:lnTo>
                <a:lnTo>
                  <a:pt x="446214" y="2082552"/>
                </a:lnTo>
                <a:lnTo>
                  <a:pt x="446632" y="2085568"/>
                </a:lnTo>
                <a:lnTo>
                  <a:pt x="447064" y="2088570"/>
                </a:lnTo>
                <a:lnTo>
                  <a:pt x="447482" y="2091566"/>
                </a:lnTo>
                <a:lnTo>
                  <a:pt x="447901" y="2094538"/>
                </a:lnTo>
                <a:lnTo>
                  <a:pt x="448332" y="2097499"/>
                </a:lnTo>
                <a:lnTo>
                  <a:pt x="448751" y="2100455"/>
                </a:lnTo>
                <a:lnTo>
                  <a:pt x="449182" y="2103398"/>
                </a:lnTo>
                <a:lnTo>
                  <a:pt x="449600" y="2106325"/>
                </a:lnTo>
                <a:lnTo>
                  <a:pt x="450019" y="2109232"/>
                </a:lnTo>
                <a:lnTo>
                  <a:pt x="450438" y="2112129"/>
                </a:lnTo>
                <a:lnTo>
                  <a:pt x="450869" y="2115016"/>
                </a:lnTo>
                <a:lnTo>
                  <a:pt x="451287" y="2117899"/>
                </a:lnTo>
                <a:lnTo>
                  <a:pt x="451719" y="2120751"/>
                </a:lnTo>
                <a:lnTo>
                  <a:pt x="452137" y="2123603"/>
                </a:lnTo>
                <a:lnTo>
                  <a:pt x="452556" y="2126436"/>
                </a:lnTo>
                <a:lnTo>
                  <a:pt x="452974" y="2129254"/>
                </a:lnTo>
                <a:lnTo>
                  <a:pt x="453406" y="2132067"/>
                </a:lnTo>
                <a:lnTo>
                  <a:pt x="453824" y="2134860"/>
                </a:lnTo>
                <a:lnTo>
                  <a:pt x="454256" y="2137643"/>
                </a:lnTo>
                <a:lnTo>
                  <a:pt x="454674" y="2140407"/>
                </a:lnTo>
                <a:lnTo>
                  <a:pt x="455093" y="2143165"/>
                </a:lnTo>
                <a:lnTo>
                  <a:pt x="455524" y="2145908"/>
                </a:lnTo>
                <a:lnTo>
                  <a:pt x="455943" y="2148637"/>
                </a:lnTo>
                <a:lnTo>
                  <a:pt x="456361" y="2151345"/>
                </a:lnTo>
                <a:lnTo>
                  <a:pt x="456792" y="2154045"/>
                </a:lnTo>
                <a:lnTo>
                  <a:pt x="457211" y="2156733"/>
                </a:lnTo>
                <a:lnTo>
                  <a:pt x="457642" y="2159407"/>
                </a:lnTo>
                <a:lnTo>
                  <a:pt x="458061" y="2162066"/>
                </a:lnTo>
                <a:lnTo>
                  <a:pt x="458479" y="2164706"/>
                </a:lnTo>
                <a:lnTo>
                  <a:pt x="458911" y="2167344"/>
                </a:lnTo>
                <a:lnTo>
                  <a:pt x="459329" y="2169964"/>
                </a:lnTo>
                <a:lnTo>
                  <a:pt x="459761" y="2172568"/>
                </a:lnTo>
                <a:lnTo>
                  <a:pt x="460166" y="2175158"/>
                </a:lnTo>
                <a:lnTo>
                  <a:pt x="460598" y="2177733"/>
                </a:lnTo>
                <a:lnTo>
                  <a:pt x="461016" y="2180293"/>
                </a:lnTo>
                <a:lnTo>
                  <a:pt x="461448" y="2182842"/>
                </a:lnTo>
                <a:lnTo>
                  <a:pt x="461866" y="2185378"/>
                </a:lnTo>
                <a:lnTo>
                  <a:pt x="462285" y="2187898"/>
                </a:lnTo>
                <a:lnTo>
                  <a:pt x="462716" y="2190403"/>
                </a:lnTo>
                <a:lnTo>
                  <a:pt x="463135" y="2192893"/>
                </a:lnTo>
                <a:lnTo>
                  <a:pt x="463553" y="2195368"/>
                </a:lnTo>
                <a:lnTo>
                  <a:pt x="463984" y="2197839"/>
                </a:lnTo>
                <a:lnTo>
                  <a:pt x="464403" y="2200280"/>
                </a:lnTo>
                <a:lnTo>
                  <a:pt x="464834" y="2202721"/>
                </a:lnTo>
                <a:lnTo>
                  <a:pt x="465253" y="2205142"/>
                </a:lnTo>
                <a:lnTo>
                  <a:pt x="465671" y="2207547"/>
                </a:lnTo>
                <a:lnTo>
                  <a:pt x="466090" y="2209939"/>
                </a:lnTo>
                <a:lnTo>
                  <a:pt x="466521" y="2212316"/>
                </a:lnTo>
                <a:lnTo>
                  <a:pt x="466940" y="2214681"/>
                </a:lnTo>
                <a:lnTo>
                  <a:pt x="467371" y="2217028"/>
                </a:lnTo>
                <a:lnTo>
                  <a:pt x="467790" y="2219364"/>
                </a:lnTo>
                <a:lnTo>
                  <a:pt x="468208" y="2221676"/>
                </a:lnTo>
                <a:lnTo>
                  <a:pt x="468627" y="2223984"/>
                </a:lnTo>
                <a:lnTo>
                  <a:pt x="469058" y="2226275"/>
                </a:lnTo>
                <a:lnTo>
                  <a:pt x="469477" y="2228553"/>
                </a:lnTo>
                <a:lnTo>
                  <a:pt x="469908" y="2230815"/>
                </a:lnTo>
                <a:lnTo>
                  <a:pt x="470326" y="2233062"/>
                </a:lnTo>
                <a:lnTo>
                  <a:pt x="470745" y="2235289"/>
                </a:lnTo>
                <a:lnTo>
                  <a:pt x="471164" y="2237507"/>
                </a:lnTo>
                <a:lnTo>
                  <a:pt x="471595" y="2239715"/>
                </a:lnTo>
                <a:lnTo>
                  <a:pt x="472014" y="2241898"/>
                </a:lnTo>
                <a:lnTo>
                  <a:pt x="472445" y="2244070"/>
                </a:lnTo>
                <a:lnTo>
                  <a:pt x="472851" y="2246229"/>
                </a:lnTo>
                <a:lnTo>
                  <a:pt x="473295" y="2248371"/>
                </a:lnTo>
                <a:lnTo>
                  <a:pt x="473701" y="2250500"/>
                </a:lnTo>
                <a:lnTo>
                  <a:pt x="474132" y="2252608"/>
                </a:lnTo>
                <a:lnTo>
                  <a:pt x="474550" y="2254711"/>
                </a:lnTo>
                <a:lnTo>
                  <a:pt x="474969" y="2256785"/>
                </a:lnTo>
                <a:lnTo>
                  <a:pt x="475400" y="2258859"/>
                </a:lnTo>
                <a:lnTo>
                  <a:pt x="475819" y="2260913"/>
                </a:lnTo>
                <a:lnTo>
                  <a:pt x="476237" y="2262946"/>
                </a:lnTo>
                <a:lnTo>
                  <a:pt x="476669" y="2264971"/>
                </a:lnTo>
                <a:lnTo>
                  <a:pt x="477087" y="2266980"/>
                </a:lnTo>
                <a:lnTo>
                  <a:pt x="477518" y="2268965"/>
                </a:lnTo>
                <a:lnTo>
                  <a:pt x="477937" y="2270943"/>
                </a:lnTo>
                <a:lnTo>
                  <a:pt x="478356" y="2272903"/>
                </a:lnTo>
                <a:lnTo>
                  <a:pt x="478774" y="2274848"/>
                </a:lnTo>
                <a:lnTo>
                  <a:pt x="479205" y="2276777"/>
                </a:lnTo>
                <a:lnTo>
                  <a:pt x="479624" y="2278697"/>
                </a:lnTo>
                <a:lnTo>
                  <a:pt x="480055" y="2280593"/>
                </a:lnTo>
                <a:lnTo>
                  <a:pt x="480474" y="2282478"/>
                </a:lnTo>
                <a:lnTo>
                  <a:pt x="480892" y="2284348"/>
                </a:lnTo>
                <a:lnTo>
                  <a:pt x="481311" y="2286198"/>
                </a:lnTo>
                <a:lnTo>
                  <a:pt x="481742" y="2288039"/>
                </a:lnTo>
                <a:lnTo>
                  <a:pt x="482161" y="2289855"/>
                </a:lnTo>
                <a:lnTo>
                  <a:pt x="482592" y="2291666"/>
                </a:lnTo>
                <a:lnTo>
                  <a:pt x="483011" y="2293456"/>
                </a:lnTo>
                <a:lnTo>
                  <a:pt x="483429" y="2295233"/>
                </a:lnTo>
                <a:lnTo>
                  <a:pt x="483861" y="2296989"/>
                </a:lnTo>
                <a:lnTo>
                  <a:pt x="484279" y="2298735"/>
                </a:lnTo>
                <a:lnTo>
                  <a:pt x="484698" y="2300467"/>
                </a:lnTo>
                <a:lnTo>
                  <a:pt x="485129" y="2302178"/>
                </a:lnTo>
                <a:lnTo>
                  <a:pt x="485548" y="2303874"/>
                </a:lnTo>
                <a:lnTo>
                  <a:pt x="485979" y="2305557"/>
                </a:lnTo>
                <a:lnTo>
                  <a:pt x="486385" y="2307219"/>
                </a:lnTo>
                <a:lnTo>
                  <a:pt x="486816" y="2308870"/>
                </a:lnTo>
                <a:lnTo>
                  <a:pt x="487235" y="2310502"/>
                </a:lnTo>
                <a:lnTo>
                  <a:pt x="487666" y="2312124"/>
                </a:lnTo>
                <a:lnTo>
                  <a:pt x="488084" y="2313721"/>
                </a:lnTo>
                <a:lnTo>
                  <a:pt x="488503" y="2315310"/>
                </a:lnTo>
                <a:lnTo>
                  <a:pt x="488934" y="2316877"/>
                </a:lnTo>
                <a:lnTo>
                  <a:pt x="489353" y="2318435"/>
                </a:lnTo>
                <a:lnTo>
                  <a:pt x="489771" y="2319967"/>
                </a:lnTo>
                <a:lnTo>
                  <a:pt x="490203" y="2321496"/>
                </a:lnTo>
                <a:lnTo>
                  <a:pt x="490621" y="2323004"/>
                </a:lnTo>
                <a:lnTo>
                  <a:pt x="491053" y="2324492"/>
                </a:lnTo>
                <a:lnTo>
                  <a:pt x="491471" y="2325965"/>
                </a:lnTo>
                <a:lnTo>
                  <a:pt x="491890" y="2327424"/>
                </a:lnTo>
                <a:lnTo>
                  <a:pt x="492308" y="2328862"/>
                </a:lnTo>
                <a:lnTo>
                  <a:pt x="492740" y="2330291"/>
                </a:lnTo>
                <a:lnTo>
                  <a:pt x="493158" y="2331700"/>
                </a:lnTo>
                <a:lnTo>
                  <a:pt x="493589" y="2333094"/>
                </a:lnTo>
                <a:lnTo>
                  <a:pt x="494008" y="2334474"/>
                </a:lnTo>
                <a:lnTo>
                  <a:pt x="494427" y="2335833"/>
                </a:lnTo>
                <a:lnTo>
                  <a:pt x="494845" y="2337177"/>
                </a:lnTo>
                <a:lnTo>
                  <a:pt x="495276" y="2338507"/>
                </a:lnTo>
                <a:lnTo>
                  <a:pt x="495708" y="2339822"/>
                </a:lnTo>
                <a:lnTo>
                  <a:pt x="496126" y="2341111"/>
                </a:lnTo>
                <a:lnTo>
                  <a:pt x="496545" y="2342395"/>
                </a:lnTo>
                <a:lnTo>
                  <a:pt x="496963" y="2343656"/>
                </a:lnTo>
                <a:lnTo>
                  <a:pt x="497395" y="2344911"/>
                </a:lnTo>
                <a:lnTo>
                  <a:pt x="497813" y="2346142"/>
                </a:lnTo>
                <a:lnTo>
                  <a:pt x="498245" y="2347352"/>
                </a:lnTo>
                <a:lnTo>
                  <a:pt x="498663" y="2348552"/>
                </a:lnTo>
                <a:lnTo>
                  <a:pt x="499082" y="2349729"/>
                </a:lnTo>
                <a:lnTo>
                  <a:pt x="499513" y="2350898"/>
                </a:lnTo>
                <a:lnTo>
                  <a:pt x="499932" y="2352045"/>
                </a:lnTo>
                <a:lnTo>
                  <a:pt x="500350" y="2353181"/>
                </a:lnTo>
                <a:lnTo>
                  <a:pt x="500781" y="2354297"/>
                </a:lnTo>
                <a:lnTo>
                  <a:pt x="501200" y="2355399"/>
                </a:lnTo>
                <a:lnTo>
                  <a:pt x="501631" y="2356484"/>
                </a:lnTo>
                <a:lnTo>
                  <a:pt x="502037" y="2357546"/>
                </a:lnTo>
                <a:lnTo>
                  <a:pt x="502468" y="2358598"/>
                </a:lnTo>
                <a:lnTo>
                  <a:pt x="502887" y="2359630"/>
                </a:lnTo>
                <a:lnTo>
                  <a:pt x="503318" y="2360648"/>
                </a:lnTo>
                <a:lnTo>
                  <a:pt x="503737" y="2361645"/>
                </a:lnTo>
                <a:lnTo>
                  <a:pt x="504155" y="2362631"/>
                </a:lnTo>
                <a:lnTo>
                  <a:pt x="504587" y="2363604"/>
                </a:lnTo>
                <a:lnTo>
                  <a:pt x="505005" y="2364551"/>
                </a:lnTo>
                <a:lnTo>
                  <a:pt x="505424" y="2365480"/>
                </a:lnTo>
                <a:lnTo>
                  <a:pt x="505855" y="2366407"/>
                </a:lnTo>
                <a:lnTo>
                  <a:pt x="506274" y="2367301"/>
                </a:lnTo>
                <a:lnTo>
                  <a:pt x="506705" y="2368188"/>
                </a:lnTo>
                <a:lnTo>
                  <a:pt x="507111" y="2369057"/>
                </a:lnTo>
                <a:lnTo>
                  <a:pt x="507542" y="2369905"/>
                </a:lnTo>
                <a:lnTo>
                  <a:pt x="507961" y="2370738"/>
                </a:lnTo>
                <a:lnTo>
                  <a:pt x="508392" y="2371556"/>
                </a:lnTo>
                <a:lnTo>
                  <a:pt x="508811" y="2372355"/>
                </a:lnTo>
                <a:lnTo>
                  <a:pt x="509229" y="2373143"/>
                </a:lnTo>
                <a:lnTo>
                  <a:pt x="509660" y="2373908"/>
                </a:lnTo>
                <a:lnTo>
                  <a:pt x="510079" y="2374662"/>
                </a:lnTo>
                <a:lnTo>
                  <a:pt x="514315" y="2381240"/>
                </a:lnTo>
                <a:lnTo>
                  <a:pt x="514734" y="2381805"/>
                </a:lnTo>
                <a:lnTo>
                  <a:pt x="515153" y="2382356"/>
                </a:lnTo>
                <a:lnTo>
                  <a:pt x="515571" y="2382893"/>
                </a:lnTo>
                <a:lnTo>
                  <a:pt x="516002" y="2383402"/>
                </a:lnTo>
                <a:lnTo>
                  <a:pt x="516421" y="2383900"/>
                </a:lnTo>
                <a:lnTo>
                  <a:pt x="520239" y="2387625"/>
                </a:lnTo>
                <a:lnTo>
                  <a:pt x="520645" y="2387957"/>
                </a:lnTo>
                <a:lnTo>
                  <a:pt x="528687" y="2390979"/>
                </a:lnTo>
                <a:lnTo>
                  <a:pt x="529105" y="2390973"/>
                </a:lnTo>
                <a:lnTo>
                  <a:pt x="541371" y="2383279"/>
                </a:lnTo>
                <a:lnTo>
                  <a:pt x="541802" y="2382763"/>
                </a:lnTo>
                <a:lnTo>
                  <a:pt x="542221" y="2382217"/>
                </a:lnTo>
                <a:lnTo>
                  <a:pt x="542652" y="2381667"/>
                </a:lnTo>
                <a:lnTo>
                  <a:pt x="543071" y="2381096"/>
                </a:lnTo>
                <a:lnTo>
                  <a:pt x="547295" y="2374473"/>
                </a:lnTo>
                <a:lnTo>
                  <a:pt x="547726" y="2373714"/>
                </a:lnTo>
                <a:lnTo>
                  <a:pt x="548144" y="2372945"/>
                </a:lnTo>
                <a:lnTo>
                  <a:pt x="548576" y="2372157"/>
                </a:lnTo>
                <a:lnTo>
                  <a:pt x="548994" y="2371358"/>
                </a:lnTo>
                <a:lnTo>
                  <a:pt x="549413" y="2370529"/>
                </a:lnTo>
                <a:lnTo>
                  <a:pt x="549831" y="2369696"/>
                </a:lnTo>
                <a:lnTo>
                  <a:pt x="550263" y="2368843"/>
                </a:lnTo>
                <a:lnTo>
                  <a:pt x="550681" y="2367964"/>
                </a:lnTo>
                <a:lnTo>
                  <a:pt x="551112" y="2367077"/>
                </a:lnTo>
                <a:lnTo>
                  <a:pt x="551531" y="2366179"/>
                </a:lnTo>
                <a:lnTo>
                  <a:pt x="551950" y="2365251"/>
                </a:lnTo>
                <a:lnTo>
                  <a:pt x="552381" y="2364314"/>
                </a:lnTo>
                <a:lnTo>
                  <a:pt x="552800" y="2363356"/>
                </a:lnTo>
                <a:lnTo>
                  <a:pt x="553218" y="2362388"/>
                </a:lnTo>
                <a:lnTo>
                  <a:pt x="553649" y="2361402"/>
                </a:lnTo>
                <a:lnTo>
                  <a:pt x="554068" y="2360395"/>
                </a:lnTo>
                <a:lnTo>
                  <a:pt x="554499" y="2359372"/>
                </a:lnTo>
                <a:lnTo>
                  <a:pt x="554905" y="2358341"/>
                </a:lnTo>
                <a:lnTo>
                  <a:pt x="555336" y="2357284"/>
                </a:lnTo>
                <a:lnTo>
                  <a:pt x="555755" y="2356207"/>
                </a:lnTo>
                <a:lnTo>
                  <a:pt x="556186" y="2355121"/>
                </a:lnTo>
                <a:lnTo>
                  <a:pt x="556605" y="2354015"/>
                </a:lnTo>
                <a:lnTo>
                  <a:pt x="557023" y="2352899"/>
                </a:lnTo>
                <a:lnTo>
                  <a:pt x="557455" y="2351762"/>
                </a:lnTo>
                <a:lnTo>
                  <a:pt x="557873" y="2350606"/>
                </a:lnTo>
                <a:lnTo>
                  <a:pt x="558292" y="2349440"/>
                </a:lnTo>
                <a:lnTo>
                  <a:pt x="558723" y="2348255"/>
                </a:lnTo>
                <a:lnTo>
                  <a:pt x="559142" y="2347049"/>
                </a:lnTo>
                <a:lnTo>
                  <a:pt x="559573" y="2345834"/>
                </a:lnTo>
                <a:lnTo>
                  <a:pt x="559991" y="2344599"/>
                </a:lnTo>
                <a:lnTo>
                  <a:pt x="560410" y="2343344"/>
                </a:lnTo>
                <a:lnTo>
                  <a:pt x="560829" y="2342074"/>
                </a:lnTo>
                <a:lnTo>
                  <a:pt x="561260" y="2340793"/>
                </a:lnTo>
                <a:lnTo>
                  <a:pt x="561678" y="2339494"/>
                </a:lnTo>
                <a:lnTo>
                  <a:pt x="562110" y="2338174"/>
                </a:lnTo>
                <a:lnTo>
                  <a:pt x="562528" y="2336845"/>
                </a:lnTo>
                <a:lnTo>
                  <a:pt x="562947" y="2335491"/>
                </a:lnTo>
                <a:lnTo>
                  <a:pt x="563365" y="2334131"/>
                </a:lnTo>
                <a:lnTo>
                  <a:pt x="563797" y="2332747"/>
                </a:lnTo>
                <a:lnTo>
                  <a:pt x="564215" y="2331353"/>
                </a:lnTo>
                <a:lnTo>
                  <a:pt x="564647" y="2329939"/>
                </a:lnTo>
                <a:lnTo>
                  <a:pt x="565065" y="2328510"/>
                </a:lnTo>
                <a:lnTo>
                  <a:pt x="565484" y="2327056"/>
                </a:lnTo>
                <a:lnTo>
                  <a:pt x="565915" y="2325598"/>
                </a:lnTo>
                <a:lnTo>
                  <a:pt x="566334" y="2324115"/>
                </a:lnTo>
                <a:lnTo>
                  <a:pt x="566752" y="2322626"/>
                </a:lnTo>
                <a:lnTo>
                  <a:pt x="567183" y="2321113"/>
                </a:lnTo>
                <a:lnTo>
                  <a:pt x="567602" y="2319586"/>
                </a:lnTo>
                <a:lnTo>
                  <a:pt x="568033" y="2318042"/>
                </a:lnTo>
                <a:lnTo>
                  <a:pt x="568439" y="2316485"/>
                </a:lnTo>
                <a:lnTo>
                  <a:pt x="568870" y="2314913"/>
                </a:lnTo>
                <a:lnTo>
                  <a:pt x="569289" y="2313325"/>
                </a:lnTo>
                <a:lnTo>
                  <a:pt x="569720" y="2311717"/>
                </a:lnTo>
                <a:lnTo>
                  <a:pt x="570139" y="2310100"/>
                </a:lnTo>
                <a:lnTo>
                  <a:pt x="570557" y="2308458"/>
                </a:lnTo>
                <a:lnTo>
                  <a:pt x="570989" y="2306807"/>
                </a:lnTo>
                <a:lnTo>
                  <a:pt x="571407" y="2305134"/>
                </a:lnTo>
                <a:lnTo>
                  <a:pt x="571839" y="2303452"/>
                </a:lnTo>
                <a:lnTo>
                  <a:pt x="572257" y="2301751"/>
                </a:lnTo>
                <a:lnTo>
                  <a:pt x="572676" y="2300029"/>
                </a:lnTo>
                <a:lnTo>
                  <a:pt x="573107" y="2298299"/>
                </a:lnTo>
                <a:lnTo>
                  <a:pt x="573526" y="2296556"/>
                </a:lnTo>
                <a:lnTo>
                  <a:pt x="573944" y="2294790"/>
                </a:lnTo>
                <a:lnTo>
                  <a:pt x="574375" y="2293010"/>
                </a:lnTo>
                <a:lnTo>
                  <a:pt x="574794" y="2291215"/>
                </a:lnTo>
                <a:lnTo>
                  <a:pt x="575225" y="2289404"/>
                </a:lnTo>
                <a:lnTo>
                  <a:pt x="575644" y="2287578"/>
                </a:lnTo>
                <a:lnTo>
                  <a:pt x="576062" y="2285737"/>
                </a:lnTo>
                <a:lnTo>
                  <a:pt x="576481" y="2283881"/>
                </a:lnTo>
                <a:lnTo>
                  <a:pt x="576912" y="2282011"/>
                </a:lnTo>
                <a:lnTo>
                  <a:pt x="577331" y="2280116"/>
                </a:lnTo>
                <a:lnTo>
                  <a:pt x="577762" y="2278217"/>
                </a:lnTo>
                <a:lnTo>
                  <a:pt x="578181" y="2276296"/>
                </a:lnTo>
                <a:lnTo>
                  <a:pt x="578599" y="2274366"/>
                </a:lnTo>
                <a:lnTo>
                  <a:pt x="579018" y="2272417"/>
                </a:lnTo>
                <a:lnTo>
                  <a:pt x="579449" y="2270452"/>
                </a:lnTo>
                <a:lnTo>
                  <a:pt x="579868" y="2268469"/>
                </a:lnTo>
                <a:lnTo>
                  <a:pt x="580299" y="2266474"/>
                </a:lnTo>
                <a:lnTo>
                  <a:pt x="580718" y="2264464"/>
                </a:lnTo>
                <a:lnTo>
                  <a:pt x="581136" y="2262440"/>
                </a:lnTo>
                <a:lnTo>
                  <a:pt x="581555" y="2260402"/>
                </a:lnTo>
                <a:lnTo>
                  <a:pt x="581986" y="2258348"/>
                </a:lnTo>
                <a:lnTo>
                  <a:pt x="582405" y="2256269"/>
                </a:lnTo>
                <a:lnTo>
                  <a:pt x="582836" y="2254181"/>
                </a:lnTo>
                <a:lnTo>
                  <a:pt x="583254" y="2252082"/>
                </a:lnTo>
                <a:lnTo>
                  <a:pt x="583673" y="2249963"/>
                </a:lnTo>
                <a:lnTo>
                  <a:pt x="584092" y="2247836"/>
                </a:lnTo>
                <a:lnTo>
                  <a:pt x="584523" y="2245687"/>
                </a:lnTo>
                <a:lnTo>
                  <a:pt x="584941" y="2243524"/>
                </a:lnTo>
                <a:lnTo>
                  <a:pt x="585373" y="2241356"/>
                </a:lnTo>
                <a:lnTo>
                  <a:pt x="585791" y="2239164"/>
                </a:lnTo>
                <a:lnTo>
                  <a:pt x="586210" y="2236956"/>
                </a:lnTo>
                <a:lnTo>
                  <a:pt x="586641" y="2234734"/>
                </a:lnTo>
                <a:lnTo>
                  <a:pt x="587060" y="2232501"/>
                </a:lnTo>
                <a:lnTo>
                  <a:pt x="587478" y="2230249"/>
                </a:lnTo>
                <a:lnTo>
                  <a:pt x="587910" y="2227987"/>
                </a:lnTo>
                <a:lnTo>
                  <a:pt x="588328" y="2225704"/>
                </a:lnTo>
                <a:lnTo>
                  <a:pt x="588759" y="2223413"/>
                </a:lnTo>
                <a:lnTo>
                  <a:pt x="589165" y="2221106"/>
                </a:lnTo>
                <a:lnTo>
                  <a:pt x="589597" y="2218784"/>
                </a:lnTo>
                <a:lnTo>
                  <a:pt x="590015" y="2216447"/>
                </a:lnTo>
                <a:lnTo>
                  <a:pt x="590446" y="2214091"/>
                </a:lnTo>
                <a:lnTo>
                  <a:pt x="590865" y="2211725"/>
                </a:lnTo>
                <a:lnTo>
                  <a:pt x="591284" y="2209344"/>
                </a:lnTo>
                <a:lnTo>
                  <a:pt x="591702" y="2206952"/>
                </a:lnTo>
                <a:lnTo>
                  <a:pt x="592133" y="2204536"/>
                </a:lnTo>
                <a:lnTo>
                  <a:pt x="592552" y="2202115"/>
                </a:lnTo>
                <a:lnTo>
                  <a:pt x="592983" y="2199670"/>
                </a:lnTo>
                <a:lnTo>
                  <a:pt x="593402" y="2197220"/>
                </a:lnTo>
                <a:lnTo>
                  <a:pt x="593820" y="2194754"/>
                </a:lnTo>
                <a:lnTo>
                  <a:pt x="594252" y="2192278"/>
                </a:lnTo>
                <a:lnTo>
                  <a:pt x="594670" y="2189777"/>
                </a:lnTo>
                <a:lnTo>
                  <a:pt x="595089" y="2187267"/>
                </a:lnTo>
                <a:lnTo>
                  <a:pt x="595520" y="2184742"/>
                </a:lnTo>
                <a:lnTo>
                  <a:pt x="595939" y="2182208"/>
                </a:lnTo>
                <a:lnTo>
                  <a:pt x="596370" y="2179658"/>
                </a:lnTo>
                <a:lnTo>
                  <a:pt x="596776" y="2177092"/>
                </a:lnTo>
                <a:lnTo>
                  <a:pt x="597207" y="2174508"/>
                </a:lnTo>
                <a:lnTo>
                  <a:pt x="597626" y="2171913"/>
                </a:lnTo>
                <a:lnTo>
                  <a:pt x="598057" y="2169304"/>
                </a:lnTo>
                <a:lnTo>
                  <a:pt x="598475" y="2166684"/>
                </a:lnTo>
                <a:lnTo>
                  <a:pt x="598894" y="2164051"/>
                </a:lnTo>
                <a:lnTo>
                  <a:pt x="599325" y="2161401"/>
                </a:lnTo>
                <a:lnTo>
                  <a:pt x="599744" y="2158742"/>
                </a:lnTo>
                <a:lnTo>
                  <a:pt x="600163" y="2156058"/>
                </a:lnTo>
                <a:lnTo>
                  <a:pt x="600594" y="2153369"/>
                </a:lnTo>
                <a:lnTo>
                  <a:pt x="601012" y="2150666"/>
                </a:lnTo>
                <a:lnTo>
                  <a:pt x="601444" y="2147947"/>
                </a:lnTo>
                <a:lnTo>
                  <a:pt x="601862" y="2145219"/>
                </a:lnTo>
                <a:lnTo>
                  <a:pt x="602281" y="2142480"/>
                </a:lnTo>
                <a:lnTo>
                  <a:pt x="602699" y="2139722"/>
                </a:lnTo>
                <a:lnTo>
                  <a:pt x="603131" y="2136948"/>
                </a:lnTo>
                <a:lnTo>
                  <a:pt x="603549" y="2134161"/>
                </a:lnTo>
                <a:lnTo>
                  <a:pt x="603980" y="2131362"/>
                </a:lnTo>
                <a:lnTo>
                  <a:pt x="604399" y="2128555"/>
                </a:lnTo>
                <a:lnTo>
                  <a:pt x="604818" y="2125727"/>
                </a:lnTo>
                <a:lnTo>
                  <a:pt x="605236" y="2122895"/>
                </a:lnTo>
                <a:lnTo>
                  <a:pt x="605667" y="2120042"/>
                </a:lnTo>
                <a:lnTo>
                  <a:pt x="606086" y="2117179"/>
                </a:lnTo>
                <a:lnTo>
                  <a:pt x="606517" y="2114297"/>
                </a:lnTo>
                <a:lnTo>
                  <a:pt x="606936" y="2111410"/>
                </a:lnTo>
                <a:lnTo>
                  <a:pt x="607354" y="2108507"/>
                </a:lnTo>
                <a:lnTo>
                  <a:pt x="607786" y="2105590"/>
                </a:lnTo>
                <a:lnTo>
                  <a:pt x="608204" y="2102664"/>
                </a:lnTo>
                <a:lnTo>
                  <a:pt x="608623" y="2099717"/>
                </a:lnTo>
                <a:lnTo>
                  <a:pt x="609054" y="2096765"/>
                </a:lnTo>
                <a:lnTo>
                  <a:pt x="609473" y="2093794"/>
                </a:lnTo>
                <a:lnTo>
                  <a:pt x="609904" y="2090817"/>
                </a:lnTo>
                <a:lnTo>
                  <a:pt x="610323" y="2087821"/>
                </a:lnTo>
                <a:lnTo>
                  <a:pt x="610741" y="2084819"/>
                </a:lnTo>
                <a:lnTo>
                  <a:pt x="611172" y="2081793"/>
                </a:lnTo>
                <a:lnTo>
                  <a:pt x="611591" y="2078771"/>
                </a:lnTo>
                <a:lnTo>
                  <a:pt x="612022" y="2075721"/>
                </a:lnTo>
                <a:lnTo>
                  <a:pt x="612428" y="2072665"/>
                </a:lnTo>
                <a:lnTo>
                  <a:pt x="612859" y="2069594"/>
                </a:lnTo>
                <a:lnTo>
                  <a:pt x="613278" y="2066518"/>
                </a:lnTo>
                <a:lnTo>
                  <a:pt x="613709" y="2063422"/>
                </a:lnTo>
                <a:lnTo>
                  <a:pt x="614128" y="2060312"/>
                </a:lnTo>
                <a:lnTo>
                  <a:pt x="614546" y="2057196"/>
                </a:lnTo>
                <a:lnTo>
                  <a:pt x="614978" y="2054066"/>
                </a:lnTo>
                <a:lnTo>
                  <a:pt x="615396" y="2050926"/>
                </a:lnTo>
                <a:lnTo>
                  <a:pt x="615815" y="2047770"/>
                </a:lnTo>
                <a:lnTo>
                  <a:pt x="616246" y="2044610"/>
                </a:lnTo>
                <a:lnTo>
                  <a:pt x="616665" y="2041421"/>
                </a:lnTo>
                <a:lnTo>
                  <a:pt x="617096" y="2038236"/>
                </a:lnTo>
                <a:lnTo>
                  <a:pt x="617502" y="2035032"/>
                </a:lnTo>
                <a:lnTo>
                  <a:pt x="617933" y="2031821"/>
                </a:lnTo>
                <a:lnTo>
                  <a:pt x="618352" y="2028592"/>
                </a:lnTo>
                <a:lnTo>
                  <a:pt x="618783" y="2025352"/>
                </a:lnTo>
                <a:lnTo>
                  <a:pt x="619202" y="2022104"/>
                </a:lnTo>
                <a:lnTo>
                  <a:pt x="619620" y="2018843"/>
                </a:lnTo>
                <a:lnTo>
                  <a:pt x="620051" y="2015565"/>
                </a:lnTo>
                <a:lnTo>
                  <a:pt x="620470" y="2012281"/>
                </a:lnTo>
                <a:lnTo>
                  <a:pt x="620889" y="2008981"/>
                </a:lnTo>
                <a:lnTo>
                  <a:pt x="621320" y="2005672"/>
                </a:lnTo>
                <a:lnTo>
                  <a:pt x="621738" y="2002359"/>
                </a:lnTo>
                <a:lnTo>
                  <a:pt x="622170" y="1999019"/>
                </a:lnTo>
                <a:lnTo>
                  <a:pt x="622588" y="1995682"/>
                </a:lnTo>
                <a:lnTo>
                  <a:pt x="623007" y="1992327"/>
                </a:lnTo>
                <a:lnTo>
                  <a:pt x="623425" y="1988959"/>
                </a:lnTo>
                <a:lnTo>
                  <a:pt x="623857" y="1985580"/>
                </a:lnTo>
                <a:lnTo>
                  <a:pt x="624275" y="1982193"/>
                </a:lnTo>
                <a:lnTo>
                  <a:pt x="624707" y="1978789"/>
                </a:lnTo>
                <a:lnTo>
                  <a:pt x="625125" y="1975386"/>
                </a:lnTo>
                <a:lnTo>
                  <a:pt x="625544" y="1971963"/>
                </a:lnTo>
                <a:lnTo>
                  <a:pt x="625962" y="1968535"/>
                </a:lnTo>
                <a:lnTo>
                  <a:pt x="626394" y="1965087"/>
                </a:lnTo>
                <a:lnTo>
                  <a:pt x="626812" y="1961634"/>
                </a:lnTo>
                <a:lnTo>
                  <a:pt x="627243" y="1958166"/>
                </a:lnTo>
                <a:lnTo>
                  <a:pt x="627662" y="1954688"/>
                </a:lnTo>
                <a:lnTo>
                  <a:pt x="628081" y="1951202"/>
                </a:lnTo>
                <a:lnTo>
                  <a:pt x="628512" y="1947699"/>
                </a:lnTo>
                <a:lnTo>
                  <a:pt x="628930" y="1944197"/>
                </a:lnTo>
                <a:lnTo>
                  <a:pt x="629349" y="1940674"/>
                </a:lnTo>
                <a:lnTo>
                  <a:pt x="629780" y="1937142"/>
                </a:lnTo>
                <a:lnTo>
                  <a:pt x="630199" y="1933610"/>
                </a:lnTo>
                <a:lnTo>
                  <a:pt x="630630" y="1930053"/>
                </a:lnTo>
                <a:lnTo>
                  <a:pt x="631036" y="1926496"/>
                </a:lnTo>
                <a:lnTo>
                  <a:pt x="631467" y="1922919"/>
                </a:lnTo>
                <a:lnTo>
                  <a:pt x="631886" y="1919337"/>
                </a:lnTo>
                <a:lnTo>
                  <a:pt x="632317" y="1915745"/>
                </a:lnTo>
                <a:lnTo>
                  <a:pt x="632736" y="1912144"/>
                </a:lnTo>
                <a:lnTo>
                  <a:pt x="633154" y="1908537"/>
                </a:lnTo>
                <a:lnTo>
                  <a:pt x="633586" y="1904906"/>
                </a:lnTo>
                <a:lnTo>
                  <a:pt x="634004" y="1901280"/>
                </a:lnTo>
                <a:lnTo>
                  <a:pt x="634423" y="1897633"/>
                </a:lnTo>
                <a:lnTo>
                  <a:pt x="634854" y="1893982"/>
                </a:lnTo>
                <a:lnTo>
                  <a:pt x="635273" y="1890316"/>
                </a:lnTo>
                <a:lnTo>
                  <a:pt x="635704" y="1886645"/>
                </a:lnTo>
                <a:lnTo>
                  <a:pt x="636122" y="1882964"/>
                </a:lnTo>
                <a:lnTo>
                  <a:pt x="636541" y="1879273"/>
                </a:lnTo>
                <a:lnTo>
                  <a:pt x="636960" y="1875567"/>
                </a:lnTo>
                <a:lnTo>
                  <a:pt x="637391" y="1871856"/>
                </a:lnTo>
                <a:lnTo>
                  <a:pt x="637809" y="1868135"/>
                </a:lnTo>
                <a:lnTo>
                  <a:pt x="638241" y="1864404"/>
                </a:lnTo>
                <a:lnTo>
                  <a:pt x="638659" y="1860664"/>
                </a:lnTo>
                <a:lnTo>
                  <a:pt x="639078" y="1856913"/>
                </a:lnTo>
                <a:lnTo>
                  <a:pt x="639496" y="1853153"/>
                </a:lnTo>
                <a:lnTo>
                  <a:pt x="639928" y="1849388"/>
                </a:lnTo>
                <a:lnTo>
                  <a:pt x="640346" y="1845608"/>
                </a:lnTo>
                <a:lnTo>
                  <a:pt x="640777" y="1841817"/>
                </a:lnTo>
                <a:lnTo>
                  <a:pt x="641196" y="1838023"/>
                </a:lnTo>
                <a:lnTo>
                  <a:pt x="641615" y="1834217"/>
                </a:lnTo>
                <a:lnTo>
                  <a:pt x="642046" y="1830407"/>
                </a:lnTo>
                <a:lnTo>
                  <a:pt x="642464" y="1826577"/>
                </a:lnTo>
                <a:lnTo>
                  <a:pt x="642883" y="1822742"/>
                </a:lnTo>
                <a:lnTo>
                  <a:pt x="643314" y="1818908"/>
                </a:lnTo>
                <a:lnTo>
                  <a:pt x="643733" y="1815058"/>
                </a:lnTo>
                <a:lnTo>
                  <a:pt x="644164" y="1811194"/>
                </a:lnTo>
                <a:lnTo>
                  <a:pt x="644570" y="1807329"/>
                </a:lnTo>
                <a:lnTo>
                  <a:pt x="645001" y="1803455"/>
                </a:lnTo>
                <a:lnTo>
                  <a:pt x="645420" y="1799565"/>
                </a:lnTo>
                <a:lnTo>
                  <a:pt x="645851" y="1795670"/>
                </a:lnTo>
                <a:lnTo>
                  <a:pt x="646270" y="1791767"/>
                </a:lnTo>
                <a:lnTo>
                  <a:pt x="646688" y="1787858"/>
                </a:lnTo>
                <a:lnTo>
                  <a:pt x="647120" y="1783939"/>
                </a:lnTo>
                <a:lnTo>
                  <a:pt x="647538" y="1780010"/>
                </a:lnTo>
                <a:lnTo>
                  <a:pt x="647969" y="1776075"/>
                </a:lnTo>
                <a:lnTo>
                  <a:pt x="648388" y="1772136"/>
                </a:lnTo>
                <a:lnTo>
                  <a:pt x="648807" y="1768178"/>
                </a:lnTo>
                <a:lnTo>
                  <a:pt x="649238" y="1764223"/>
                </a:lnTo>
                <a:lnTo>
                  <a:pt x="649656" y="1760249"/>
                </a:lnTo>
                <a:lnTo>
                  <a:pt x="650075" y="1756271"/>
                </a:lnTo>
                <a:lnTo>
                  <a:pt x="650506" y="1752288"/>
                </a:lnTo>
                <a:lnTo>
                  <a:pt x="650925" y="1748294"/>
                </a:lnTo>
                <a:lnTo>
                  <a:pt x="651356" y="1744300"/>
                </a:lnTo>
                <a:lnTo>
                  <a:pt x="651762" y="1740287"/>
                </a:lnTo>
                <a:lnTo>
                  <a:pt x="652193" y="1736269"/>
                </a:lnTo>
                <a:lnTo>
                  <a:pt x="652612" y="1732246"/>
                </a:lnTo>
                <a:lnTo>
                  <a:pt x="653043" y="1728222"/>
                </a:lnTo>
                <a:lnTo>
                  <a:pt x="653462" y="1724179"/>
                </a:lnTo>
                <a:lnTo>
                  <a:pt x="653880" y="1720131"/>
                </a:lnTo>
                <a:lnTo>
                  <a:pt x="654312" y="1716083"/>
                </a:lnTo>
                <a:lnTo>
                  <a:pt x="654730" y="1712020"/>
                </a:lnTo>
                <a:lnTo>
                  <a:pt x="655149" y="1707947"/>
                </a:lnTo>
                <a:lnTo>
                  <a:pt x="655580" y="1703874"/>
                </a:lnTo>
                <a:lnTo>
                  <a:pt x="655999" y="1699786"/>
                </a:lnTo>
                <a:lnTo>
                  <a:pt x="656430" y="1695703"/>
                </a:lnTo>
                <a:lnTo>
                  <a:pt x="656848" y="1691601"/>
                </a:lnTo>
                <a:lnTo>
                  <a:pt x="657267" y="1687498"/>
                </a:lnTo>
                <a:lnTo>
                  <a:pt x="657686" y="1683385"/>
                </a:lnTo>
                <a:lnTo>
                  <a:pt x="658117" y="1679268"/>
                </a:lnTo>
                <a:lnTo>
                  <a:pt x="658535" y="1675145"/>
                </a:lnTo>
                <a:lnTo>
                  <a:pt x="658967" y="1671013"/>
                </a:lnTo>
                <a:lnTo>
                  <a:pt x="659385" y="1666870"/>
                </a:lnTo>
                <a:lnTo>
                  <a:pt x="659804" y="1662723"/>
                </a:lnTo>
                <a:lnTo>
                  <a:pt x="660222" y="1658576"/>
                </a:lnTo>
                <a:lnTo>
                  <a:pt x="660654" y="1654414"/>
                </a:lnTo>
                <a:lnTo>
                  <a:pt x="661072" y="1650251"/>
                </a:lnTo>
                <a:lnTo>
                  <a:pt x="661504" y="1646079"/>
                </a:lnTo>
                <a:lnTo>
                  <a:pt x="661922" y="1641901"/>
                </a:lnTo>
                <a:lnTo>
                  <a:pt x="662341" y="1637714"/>
                </a:lnTo>
                <a:lnTo>
                  <a:pt x="662772" y="1633528"/>
                </a:lnTo>
                <a:lnTo>
                  <a:pt x="663191" y="1629326"/>
                </a:lnTo>
                <a:lnTo>
                  <a:pt x="663609" y="1625124"/>
                </a:lnTo>
                <a:lnTo>
                  <a:pt x="664040" y="1620917"/>
                </a:lnTo>
                <a:lnTo>
                  <a:pt x="664459" y="1616700"/>
                </a:lnTo>
                <a:lnTo>
                  <a:pt x="664890" y="1612473"/>
                </a:lnTo>
                <a:lnTo>
                  <a:pt x="665296" y="1608252"/>
                </a:lnTo>
                <a:lnTo>
                  <a:pt x="665727" y="1604020"/>
                </a:lnTo>
                <a:lnTo>
                  <a:pt x="666146" y="1599778"/>
                </a:lnTo>
                <a:lnTo>
                  <a:pt x="666577" y="1595532"/>
                </a:lnTo>
                <a:lnTo>
                  <a:pt x="666996" y="1591285"/>
                </a:lnTo>
                <a:lnTo>
                  <a:pt x="667414" y="1587029"/>
                </a:lnTo>
                <a:lnTo>
                  <a:pt x="667846" y="1582767"/>
                </a:lnTo>
                <a:lnTo>
                  <a:pt x="668264" y="1578496"/>
                </a:lnTo>
                <a:lnTo>
                  <a:pt x="668683" y="1574224"/>
                </a:lnTo>
                <a:lnTo>
                  <a:pt x="669114" y="1569949"/>
                </a:lnTo>
                <a:lnTo>
                  <a:pt x="669533" y="1565664"/>
                </a:lnTo>
                <a:lnTo>
                  <a:pt x="669964" y="1561379"/>
                </a:lnTo>
                <a:lnTo>
                  <a:pt x="670383" y="1557081"/>
                </a:lnTo>
                <a:lnTo>
                  <a:pt x="670801" y="1552783"/>
                </a:lnTo>
                <a:lnTo>
                  <a:pt x="671220" y="1548485"/>
                </a:lnTo>
                <a:lnTo>
                  <a:pt x="671651" y="1544175"/>
                </a:lnTo>
                <a:lnTo>
                  <a:pt x="672070" y="1539864"/>
                </a:lnTo>
                <a:lnTo>
                  <a:pt x="672501" y="1535541"/>
                </a:lnTo>
                <a:lnTo>
                  <a:pt x="672919" y="1531217"/>
                </a:lnTo>
                <a:lnTo>
                  <a:pt x="673338" y="1526881"/>
                </a:lnTo>
                <a:lnTo>
                  <a:pt x="673757" y="1522558"/>
                </a:lnTo>
                <a:lnTo>
                  <a:pt x="674188" y="1518222"/>
                </a:lnTo>
                <a:lnTo>
                  <a:pt x="674606" y="1513873"/>
                </a:lnTo>
                <a:lnTo>
                  <a:pt x="675038" y="1509524"/>
                </a:lnTo>
                <a:lnTo>
                  <a:pt x="675456" y="1505175"/>
                </a:lnTo>
                <a:lnTo>
                  <a:pt x="675875" y="1500827"/>
                </a:lnTo>
                <a:lnTo>
                  <a:pt x="676306" y="1496465"/>
                </a:lnTo>
                <a:lnTo>
                  <a:pt x="676725" y="1492104"/>
                </a:lnTo>
                <a:lnTo>
                  <a:pt x="677143" y="1487729"/>
                </a:lnTo>
                <a:lnTo>
                  <a:pt x="677574" y="1483355"/>
                </a:lnTo>
                <a:lnTo>
                  <a:pt x="677993" y="1478981"/>
                </a:lnTo>
                <a:lnTo>
                  <a:pt x="678424" y="1474594"/>
                </a:lnTo>
                <a:lnTo>
                  <a:pt x="678830" y="1470220"/>
                </a:lnTo>
                <a:lnTo>
                  <a:pt x="679261" y="1465820"/>
                </a:lnTo>
                <a:lnTo>
                  <a:pt x="679680" y="1461433"/>
                </a:lnTo>
                <a:lnTo>
                  <a:pt x="680111" y="1457034"/>
                </a:lnTo>
                <a:lnTo>
                  <a:pt x="680530" y="1452634"/>
                </a:lnTo>
                <a:lnTo>
                  <a:pt x="680949" y="1448234"/>
                </a:lnTo>
                <a:lnTo>
                  <a:pt x="681380" y="1443822"/>
                </a:lnTo>
                <a:lnTo>
                  <a:pt x="681798" y="1439422"/>
                </a:lnTo>
                <a:lnTo>
                  <a:pt x="682217" y="1434997"/>
                </a:lnTo>
                <a:lnTo>
                  <a:pt x="682648" y="1430585"/>
                </a:lnTo>
                <a:lnTo>
                  <a:pt x="683067" y="1426160"/>
                </a:lnTo>
                <a:lnTo>
                  <a:pt x="683498" y="1421735"/>
                </a:lnTo>
                <a:lnTo>
                  <a:pt x="683904" y="1417310"/>
                </a:lnTo>
                <a:lnTo>
                  <a:pt x="684335" y="1412872"/>
                </a:lnTo>
                <a:lnTo>
                  <a:pt x="684754" y="1408447"/>
                </a:lnTo>
                <a:lnTo>
                  <a:pt x="685185" y="1404009"/>
                </a:lnTo>
                <a:lnTo>
                  <a:pt x="685616" y="1399571"/>
                </a:lnTo>
                <a:lnTo>
                  <a:pt x="686022" y="1395121"/>
                </a:lnTo>
                <a:lnTo>
                  <a:pt x="686453" y="1390683"/>
                </a:lnTo>
                <a:lnTo>
                  <a:pt x="686872" y="1386232"/>
                </a:lnTo>
                <a:lnTo>
                  <a:pt x="687303" y="1381782"/>
                </a:lnTo>
                <a:lnTo>
                  <a:pt x="687722" y="1377331"/>
                </a:lnTo>
                <a:lnTo>
                  <a:pt x="688140" y="1372868"/>
                </a:lnTo>
                <a:lnTo>
                  <a:pt x="688572" y="1368405"/>
                </a:lnTo>
                <a:lnTo>
                  <a:pt x="688990" y="1363954"/>
                </a:lnTo>
                <a:lnTo>
                  <a:pt x="689409" y="1359491"/>
                </a:lnTo>
                <a:lnTo>
                  <a:pt x="689840" y="1355015"/>
                </a:lnTo>
                <a:lnTo>
                  <a:pt x="690259" y="1350552"/>
                </a:lnTo>
                <a:lnTo>
                  <a:pt x="690690" y="1346076"/>
                </a:lnTo>
                <a:lnTo>
                  <a:pt x="691109" y="1341613"/>
                </a:lnTo>
                <a:lnTo>
                  <a:pt x="691527" y="1337137"/>
                </a:lnTo>
                <a:lnTo>
                  <a:pt x="691946" y="1332661"/>
                </a:lnTo>
                <a:lnTo>
                  <a:pt x="692377" y="1328185"/>
                </a:lnTo>
                <a:lnTo>
                  <a:pt x="692796" y="1323696"/>
                </a:lnTo>
                <a:lnTo>
                  <a:pt x="693227" y="1319220"/>
                </a:lnTo>
                <a:lnTo>
                  <a:pt x="693645" y="1314732"/>
                </a:lnTo>
                <a:lnTo>
                  <a:pt x="694064" y="1310243"/>
                </a:lnTo>
                <a:lnTo>
                  <a:pt x="694483" y="1305767"/>
                </a:lnTo>
                <a:lnTo>
                  <a:pt x="694914" y="1301278"/>
                </a:lnTo>
                <a:lnTo>
                  <a:pt x="695332" y="1296777"/>
                </a:lnTo>
                <a:lnTo>
                  <a:pt x="695764" y="1292288"/>
                </a:lnTo>
                <a:lnTo>
                  <a:pt x="696182" y="1287800"/>
                </a:lnTo>
                <a:lnTo>
                  <a:pt x="696601" y="1283311"/>
                </a:lnTo>
                <a:lnTo>
                  <a:pt x="697032" y="1278810"/>
                </a:lnTo>
                <a:lnTo>
                  <a:pt x="697451" y="1274308"/>
                </a:lnTo>
                <a:lnTo>
                  <a:pt x="697869" y="1269820"/>
                </a:lnTo>
                <a:lnTo>
                  <a:pt x="698301" y="1265318"/>
                </a:lnTo>
                <a:lnTo>
                  <a:pt x="698719" y="1260804"/>
                </a:lnTo>
                <a:lnTo>
                  <a:pt x="699150" y="1256303"/>
                </a:lnTo>
                <a:lnTo>
                  <a:pt x="699556" y="1251814"/>
                </a:lnTo>
                <a:lnTo>
                  <a:pt x="699988" y="1247300"/>
                </a:lnTo>
                <a:lnTo>
                  <a:pt x="700406" y="1242799"/>
                </a:lnTo>
                <a:lnTo>
                  <a:pt x="700837" y="1238297"/>
                </a:lnTo>
                <a:lnTo>
                  <a:pt x="701256" y="1233796"/>
                </a:lnTo>
                <a:lnTo>
                  <a:pt x="701675" y="1229294"/>
                </a:lnTo>
                <a:lnTo>
                  <a:pt x="702106" y="1224780"/>
                </a:lnTo>
                <a:lnTo>
                  <a:pt x="702524" y="1220279"/>
                </a:lnTo>
                <a:lnTo>
                  <a:pt x="702943" y="1215778"/>
                </a:lnTo>
                <a:lnTo>
                  <a:pt x="703374" y="1211264"/>
                </a:lnTo>
                <a:lnTo>
                  <a:pt x="703793" y="1206762"/>
                </a:lnTo>
                <a:lnTo>
                  <a:pt x="704224" y="1202248"/>
                </a:lnTo>
                <a:lnTo>
                  <a:pt x="704643" y="1197747"/>
                </a:lnTo>
                <a:lnTo>
                  <a:pt x="705061" y="1193233"/>
                </a:lnTo>
                <a:lnTo>
                  <a:pt x="705480" y="1188731"/>
                </a:lnTo>
                <a:lnTo>
                  <a:pt x="705911" y="1184217"/>
                </a:lnTo>
                <a:lnTo>
                  <a:pt x="706330" y="1179716"/>
                </a:lnTo>
                <a:lnTo>
                  <a:pt x="706761" y="1175202"/>
                </a:lnTo>
                <a:lnTo>
                  <a:pt x="707167" y="1170700"/>
                </a:lnTo>
                <a:lnTo>
                  <a:pt x="707598" y="1166199"/>
                </a:lnTo>
                <a:lnTo>
                  <a:pt x="708017" y="1161685"/>
                </a:lnTo>
                <a:lnTo>
                  <a:pt x="708448" y="1157183"/>
                </a:lnTo>
                <a:lnTo>
                  <a:pt x="708867" y="1152682"/>
                </a:lnTo>
                <a:lnTo>
                  <a:pt x="709285" y="1148181"/>
                </a:lnTo>
                <a:lnTo>
                  <a:pt x="709716" y="1143679"/>
                </a:lnTo>
                <a:lnTo>
                  <a:pt x="710135" y="1139165"/>
                </a:lnTo>
                <a:lnTo>
                  <a:pt x="710554" y="1134664"/>
                </a:lnTo>
                <a:lnTo>
                  <a:pt x="710985" y="1130162"/>
                </a:lnTo>
                <a:lnTo>
                  <a:pt x="711403" y="1125661"/>
                </a:lnTo>
                <a:lnTo>
                  <a:pt x="711835" y="1121160"/>
                </a:lnTo>
                <a:lnTo>
                  <a:pt x="712241" y="1116671"/>
                </a:lnTo>
                <a:lnTo>
                  <a:pt x="712672" y="1112170"/>
                </a:lnTo>
                <a:lnTo>
                  <a:pt x="713090" y="1107668"/>
                </a:lnTo>
                <a:lnTo>
                  <a:pt x="713522" y="1103180"/>
                </a:lnTo>
                <a:lnTo>
                  <a:pt x="713940" y="1098691"/>
                </a:lnTo>
                <a:lnTo>
                  <a:pt x="714372" y="1094190"/>
                </a:lnTo>
                <a:lnTo>
                  <a:pt x="714790" y="1089701"/>
                </a:lnTo>
                <a:lnTo>
                  <a:pt x="715209" y="1085212"/>
                </a:lnTo>
                <a:lnTo>
                  <a:pt x="715627" y="1080736"/>
                </a:lnTo>
                <a:lnTo>
                  <a:pt x="716059" y="1076248"/>
                </a:lnTo>
                <a:lnTo>
                  <a:pt x="716477" y="1071759"/>
                </a:lnTo>
                <a:lnTo>
                  <a:pt x="716908" y="1067270"/>
                </a:lnTo>
                <a:lnTo>
                  <a:pt x="717327" y="1062794"/>
                </a:lnTo>
                <a:lnTo>
                  <a:pt x="717746" y="1058319"/>
                </a:lnTo>
                <a:lnTo>
                  <a:pt x="718164" y="1053843"/>
                </a:lnTo>
                <a:lnTo>
                  <a:pt x="718595" y="1049367"/>
                </a:lnTo>
                <a:lnTo>
                  <a:pt x="719014" y="1044891"/>
                </a:lnTo>
                <a:lnTo>
                  <a:pt x="719445" y="1040427"/>
                </a:lnTo>
                <a:lnTo>
                  <a:pt x="719864" y="1035964"/>
                </a:lnTo>
                <a:lnTo>
                  <a:pt x="720282" y="1031488"/>
                </a:lnTo>
                <a:lnTo>
                  <a:pt x="720701" y="1027025"/>
                </a:lnTo>
                <a:lnTo>
                  <a:pt x="721132" y="1022575"/>
                </a:lnTo>
                <a:lnTo>
                  <a:pt x="721551" y="1018099"/>
                </a:lnTo>
                <a:lnTo>
                  <a:pt x="721982" y="1013648"/>
                </a:lnTo>
                <a:lnTo>
                  <a:pt x="722401" y="1009198"/>
                </a:lnTo>
                <a:lnTo>
                  <a:pt x="722819" y="1004747"/>
                </a:lnTo>
                <a:lnTo>
                  <a:pt x="723250" y="1000297"/>
                </a:lnTo>
                <a:lnTo>
                  <a:pt x="723669" y="995859"/>
                </a:lnTo>
                <a:lnTo>
                  <a:pt x="724088" y="991408"/>
                </a:lnTo>
                <a:lnTo>
                  <a:pt x="724519" y="986970"/>
                </a:lnTo>
                <a:lnTo>
                  <a:pt x="724937" y="982533"/>
                </a:lnTo>
                <a:lnTo>
                  <a:pt x="725369" y="978095"/>
                </a:lnTo>
                <a:lnTo>
                  <a:pt x="725787" y="973670"/>
                </a:lnTo>
                <a:lnTo>
                  <a:pt x="726206" y="969245"/>
                </a:lnTo>
                <a:lnTo>
                  <a:pt x="726637" y="964820"/>
                </a:lnTo>
                <a:lnTo>
                  <a:pt x="727056" y="960395"/>
                </a:lnTo>
                <a:lnTo>
                  <a:pt x="727487" y="955982"/>
                </a:lnTo>
                <a:lnTo>
                  <a:pt x="727893" y="951557"/>
                </a:lnTo>
                <a:lnTo>
                  <a:pt x="728324" y="947157"/>
                </a:lnTo>
                <a:lnTo>
                  <a:pt x="728743" y="942745"/>
                </a:lnTo>
                <a:lnTo>
                  <a:pt x="729174" y="938345"/>
                </a:lnTo>
                <a:lnTo>
                  <a:pt x="729593" y="933946"/>
                </a:lnTo>
                <a:lnTo>
                  <a:pt x="730011" y="929546"/>
                </a:lnTo>
                <a:lnTo>
                  <a:pt x="730442" y="925159"/>
                </a:lnTo>
                <a:lnTo>
                  <a:pt x="730861" y="920760"/>
                </a:lnTo>
                <a:lnTo>
                  <a:pt x="731280" y="916385"/>
                </a:lnTo>
                <a:lnTo>
                  <a:pt x="731711" y="911998"/>
                </a:lnTo>
                <a:lnTo>
                  <a:pt x="732129" y="907624"/>
                </a:lnTo>
                <a:lnTo>
                  <a:pt x="732561" y="903250"/>
                </a:lnTo>
                <a:lnTo>
                  <a:pt x="732979" y="898876"/>
                </a:lnTo>
                <a:lnTo>
                  <a:pt x="733398" y="894514"/>
                </a:lnTo>
                <a:lnTo>
                  <a:pt x="733816" y="890153"/>
                </a:lnTo>
                <a:lnTo>
                  <a:pt x="734248" y="885804"/>
                </a:lnTo>
                <a:lnTo>
                  <a:pt x="734666" y="881455"/>
                </a:lnTo>
                <a:lnTo>
                  <a:pt x="735098" y="877106"/>
                </a:lnTo>
                <a:lnTo>
                  <a:pt x="735516" y="872758"/>
                </a:lnTo>
                <a:lnTo>
                  <a:pt x="735935" y="868422"/>
                </a:lnTo>
                <a:lnTo>
                  <a:pt x="736353" y="864085"/>
                </a:lnTo>
                <a:lnTo>
                  <a:pt x="736785" y="859762"/>
                </a:lnTo>
                <a:lnTo>
                  <a:pt x="737203" y="855439"/>
                </a:lnTo>
                <a:lnTo>
                  <a:pt x="737634" y="851115"/>
                </a:lnTo>
                <a:lnTo>
                  <a:pt x="738053" y="846805"/>
                </a:lnTo>
                <a:lnTo>
                  <a:pt x="738472" y="842494"/>
                </a:lnTo>
                <a:lnTo>
                  <a:pt x="738903" y="838196"/>
                </a:lnTo>
                <a:lnTo>
                  <a:pt x="739321" y="833898"/>
                </a:lnTo>
                <a:lnTo>
                  <a:pt x="739740" y="829600"/>
                </a:lnTo>
                <a:lnTo>
                  <a:pt x="740171" y="825315"/>
                </a:lnTo>
                <a:lnTo>
                  <a:pt x="740590" y="821030"/>
                </a:lnTo>
                <a:lnTo>
                  <a:pt x="741021" y="816745"/>
                </a:lnTo>
                <a:lnTo>
                  <a:pt x="741427" y="812485"/>
                </a:lnTo>
                <a:lnTo>
                  <a:pt x="741858" y="808212"/>
                </a:lnTo>
                <a:lnTo>
                  <a:pt x="742277" y="803953"/>
                </a:lnTo>
                <a:lnTo>
                  <a:pt x="742708" y="799693"/>
                </a:lnTo>
                <a:lnTo>
                  <a:pt x="743127" y="795446"/>
                </a:lnTo>
                <a:lnTo>
                  <a:pt x="743545" y="791199"/>
                </a:lnTo>
                <a:lnTo>
                  <a:pt x="743977" y="786964"/>
                </a:lnTo>
                <a:lnTo>
                  <a:pt x="744395" y="782730"/>
                </a:lnTo>
                <a:lnTo>
                  <a:pt x="744814" y="778508"/>
                </a:lnTo>
                <a:lnTo>
                  <a:pt x="745245" y="774274"/>
                </a:lnTo>
                <a:lnTo>
                  <a:pt x="745664" y="770065"/>
                </a:lnTo>
                <a:lnTo>
                  <a:pt x="746095" y="765856"/>
                </a:lnTo>
                <a:lnTo>
                  <a:pt x="746513" y="761647"/>
                </a:lnTo>
                <a:lnTo>
                  <a:pt x="746932" y="757451"/>
                </a:lnTo>
                <a:lnTo>
                  <a:pt x="747351" y="753268"/>
                </a:lnTo>
                <a:lnTo>
                  <a:pt x="747782" y="749072"/>
                </a:lnTo>
                <a:lnTo>
                  <a:pt x="748200" y="744901"/>
                </a:lnTo>
                <a:lnTo>
                  <a:pt x="748632" y="740730"/>
                </a:lnTo>
                <a:lnTo>
                  <a:pt x="749050" y="736559"/>
                </a:lnTo>
                <a:lnTo>
                  <a:pt x="749469" y="732401"/>
                </a:lnTo>
                <a:lnTo>
                  <a:pt x="749887" y="728256"/>
                </a:lnTo>
                <a:lnTo>
                  <a:pt x="750319" y="724110"/>
                </a:lnTo>
                <a:lnTo>
                  <a:pt x="750737" y="719965"/>
                </a:lnTo>
                <a:lnTo>
                  <a:pt x="751169" y="715833"/>
                </a:lnTo>
                <a:lnTo>
                  <a:pt x="751587" y="711700"/>
                </a:lnTo>
                <a:lnTo>
                  <a:pt x="752006" y="707593"/>
                </a:lnTo>
                <a:lnTo>
                  <a:pt x="752424" y="703486"/>
                </a:lnTo>
                <a:lnTo>
                  <a:pt x="752856" y="699378"/>
                </a:lnTo>
                <a:lnTo>
                  <a:pt x="753274" y="695271"/>
                </a:lnTo>
                <a:lnTo>
                  <a:pt x="753705" y="691189"/>
                </a:lnTo>
                <a:lnTo>
                  <a:pt x="754124" y="687108"/>
                </a:lnTo>
                <a:lnTo>
                  <a:pt x="754543" y="683026"/>
                </a:lnTo>
                <a:lnTo>
                  <a:pt x="754961" y="678957"/>
                </a:lnTo>
                <a:lnTo>
                  <a:pt x="755392" y="674901"/>
                </a:lnTo>
                <a:lnTo>
                  <a:pt x="755811" y="670844"/>
                </a:lnTo>
                <a:lnTo>
                  <a:pt x="756242" y="666801"/>
                </a:lnTo>
                <a:lnTo>
                  <a:pt x="756661" y="662757"/>
                </a:lnTo>
                <a:lnTo>
                  <a:pt x="757079" y="658739"/>
                </a:lnTo>
                <a:lnTo>
                  <a:pt x="757511" y="654708"/>
                </a:lnTo>
                <a:lnTo>
                  <a:pt x="757929" y="650690"/>
                </a:lnTo>
                <a:lnTo>
                  <a:pt x="758348" y="646684"/>
                </a:lnTo>
                <a:lnTo>
                  <a:pt x="758779" y="642679"/>
                </a:lnTo>
                <a:lnTo>
                  <a:pt x="759198" y="638686"/>
                </a:lnTo>
                <a:lnTo>
                  <a:pt x="759629" y="634706"/>
                </a:lnTo>
                <a:lnTo>
                  <a:pt x="760035" y="630726"/>
                </a:lnTo>
                <a:lnTo>
                  <a:pt x="760466" y="626759"/>
                </a:lnTo>
                <a:lnTo>
                  <a:pt x="760885" y="622791"/>
                </a:lnTo>
                <a:lnTo>
                  <a:pt x="761316" y="618837"/>
                </a:lnTo>
                <a:lnTo>
                  <a:pt x="761735" y="614895"/>
                </a:lnTo>
                <a:lnTo>
                  <a:pt x="762153" y="610966"/>
                </a:lnTo>
                <a:lnTo>
                  <a:pt x="762584" y="607037"/>
                </a:lnTo>
                <a:lnTo>
                  <a:pt x="763003" y="603120"/>
                </a:lnTo>
                <a:lnTo>
                  <a:pt x="763434" y="599216"/>
                </a:lnTo>
                <a:lnTo>
                  <a:pt x="763853" y="595313"/>
                </a:lnTo>
                <a:lnTo>
                  <a:pt x="764271" y="591409"/>
                </a:lnTo>
                <a:lnTo>
                  <a:pt x="764703" y="587518"/>
                </a:lnTo>
                <a:lnTo>
                  <a:pt x="765121" y="583652"/>
                </a:lnTo>
                <a:lnTo>
                  <a:pt x="765540" y="579787"/>
                </a:lnTo>
                <a:lnTo>
                  <a:pt x="765971" y="575921"/>
                </a:lnTo>
                <a:lnTo>
                  <a:pt x="766390" y="572068"/>
                </a:lnTo>
                <a:lnTo>
                  <a:pt x="766821" y="568241"/>
                </a:lnTo>
                <a:lnTo>
                  <a:pt x="767239" y="564401"/>
                </a:lnTo>
                <a:lnTo>
                  <a:pt x="767658" y="560573"/>
                </a:lnTo>
                <a:lnTo>
                  <a:pt x="768077" y="556759"/>
                </a:lnTo>
                <a:lnTo>
                  <a:pt x="768508" y="552957"/>
                </a:lnTo>
                <a:lnTo>
                  <a:pt x="768926" y="549167"/>
                </a:lnTo>
                <a:lnTo>
                  <a:pt x="769358" y="545365"/>
                </a:lnTo>
                <a:lnTo>
                  <a:pt x="769776" y="541589"/>
                </a:lnTo>
                <a:lnTo>
                  <a:pt x="770195" y="537825"/>
                </a:lnTo>
                <a:lnTo>
                  <a:pt x="770613" y="534061"/>
                </a:lnTo>
                <a:lnTo>
                  <a:pt x="771045" y="530310"/>
                </a:lnTo>
                <a:lnTo>
                  <a:pt x="771463" y="526571"/>
                </a:lnTo>
                <a:lnTo>
                  <a:pt x="771895" y="522846"/>
                </a:lnTo>
                <a:lnTo>
                  <a:pt x="772313" y="519120"/>
                </a:lnTo>
                <a:lnTo>
                  <a:pt x="772732" y="515407"/>
                </a:lnTo>
                <a:lnTo>
                  <a:pt x="773163" y="511707"/>
                </a:lnTo>
                <a:lnTo>
                  <a:pt x="773582" y="508019"/>
                </a:lnTo>
                <a:lnTo>
                  <a:pt x="774000" y="504332"/>
                </a:lnTo>
                <a:lnTo>
                  <a:pt x="774431" y="500657"/>
                </a:lnTo>
                <a:lnTo>
                  <a:pt x="774850" y="496995"/>
                </a:lnTo>
                <a:lnTo>
                  <a:pt x="775281" y="493345"/>
                </a:lnTo>
                <a:lnTo>
                  <a:pt x="775687" y="489696"/>
                </a:lnTo>
                <a:lnTo>
                  <a:pt x="776118" y="486072"/>
                </a:lnTo>
                <a:lnTo>
                  <a:pt x="776537" y="482448"/>
                </a:lnTo>
                <a:lnTo>
                  <a:pt x="776968" y="478836"/>
                </a:lnTo>
                <a:lnTo>
                  <a:pt x="777387" y="475225"/>
                </a:lnTo>
                <a:lnTo>
                  <a:pt x="777805" y="471639"/>
                </a:lnTo>
                <a:lnTo>
                  <a:pt x="778237" y="468053"/>
                </a:lnTo>
                <a:lnTo>
                  <a:pt x="778655" y="464480"/>
                </a:lnTo>
                <a:lnTo>
                  <a:pt x="779074" y="460920"/>
                </a:lnTo>
                <a:lnTo>
                  <a:pt x="779505" y="457372"/>
                </a:lnTo>
                <a:lnTo>
                  <a:pt x="779924" y="453837"/>
                </a:lnTo>
                <a:lnTo>
                  <a:pt x="780355" y="450302"/>
                </a:lnTo>
                <a:lnTo>
                  <a:pt x="780774" y="446780"/>
                </a:lnTo>
                <a:lnTo>
                  <a:pt x="781192" y="443270"/>
                </a:lnTo>
                <a:lnTo>
                  <a:pt x="781611" y="439774"/>
                </a:lnTo>
                <a:lnTo>
                  <a:pt x="782042" y="436290"/>
                </a:lnTo>
                <a:lnTo>
                  <a:pt x="782461" y="432818"/>
                </a:lnTo>
                <a:lnTo>
                  <a:pt x="782892" y="429347"/>
                </a:lnTo>
                <a:lnTo>
                  <a:pt x="783310" y="425888"/>
                </a:lnTo>
                <a:lnTo>
                  <a:pt x="783729" y="422442"/>
                </a:lnTo>
                <a:lnTo>
                  <a:pt x="784148" y="419022"/>
                </a:lnTo>
                <a:lnTo>
                  <a:pt x="784579" y="415588"/>
                </a:lnTo>
                <a:lnTo>
                  <a:pt x="784997" y="412180"/>
                </a:lnTo>
                <a:lnTo>
                  <a:pt x="785429" y="408785"/>
                </a:lnTo>
                <a:lnTo>
                  <a:pt x="785847" y="405390"/>
                </a:lnTo>
                <a:lnTo>
                  <a:pt x="786266" y="402021"/>
                </a:lnTo>
                <a:lnTo>
                  <a:pt x="786684" y="398651"/>
                </a:lnTo>
                <a:lnTo>
                  <a:pt x="787116" y="395294"/>
                </a:lnTo>
                <a:lnTo>
                  <a:pt x="787534" y="391962"/>
                </a:lnTo>
                <a:lnTo>
                  <a:pt x="787966" y="388618"/>
                </a:lnTo>
                <a:lnTo>
                  <a:pt x="788384" y="385312"/>
                </a:lnTo>
                <a:lnTo>
                  <a:pt x="788803" y="381993"/>
                </a:lnTo>
                <a:lnTo>
                  <a:pt x="789221" y="378700"/>
                </a:lnTo>
                <a:lnTo>
                  <a:pt x="789653" y="375419"/>
                </a:lnTo>
                <a:lnTo>
                  <a:pt x="790071" y="372139"/>
                </a:lnTo>
                <a:lnTo>
                  <a:pt x="790502" y="368871"/>
                </a:lnTo>
                <a:lnTo>
                  <a:pt x="790921" y="365628"/>
                </a:lnTo>
                <a:lnTo>
                  <a:pt x="791340" y="362386"/>
                </a:lnTo>
                <a:lnTo>
                  <a:pt x="791771" y="359156"/>
                </a:lnTo>
                <a:lnTo>
                  <a:pt x="792189" y="355951"/>
                </a:lnTo>
                <a:lnTo>
                  <a:pt x="792608" y="352734"/>
                </a:lnTo>
                <a:lnTo>
                  <a:pt x="793039" y="349555"/>
                </a:lnTo>
                <a:lnTo>
                  <a:pt x="793458" y="346364"/>
                </a:lnTo>
                <a:lnTo>
                  <a:pt x="793889" y="343210"/>
                </a:lnTo>
                <a:lnTo>
                  <a:pt x="794295" y="340057"/>
                </a:lnTo>
                <a:lnTo>
                  <a:pt x="794726" y="336916"/>
                </a:lnTo>
                <a:lnTo>
                  <a:pt x="795145" y="333788"/>
                </a:lnTo>
                <a:lnTo>
                  <a:pt x="795576" y="330660"/>
                </a:lnTo>
                <a:lnTo>
                  <a:pt x="795995" y="327557"/>
                </a:lnTo>
                <a:lnTo>
                  <a:pt x="796413" y="324455"/>
                </a:lnTo>
                <a:lnTo>
                  <a:pt x="796845" y="321377"/>
                </a:lnTo>
                <a:lnTo>
                  <a:pt x="797263" y="318313"/>
                </a:lnTo>
                <a:lnTo>
                  <a:pt x="797682" y="315261"/>
                </a:lnTo>
                <a:lnTo>
                  <a:pt x="798113" y="312209"/>
                </a:lnTo>
                <a:lnTo>
                  <a:pt x="798532" y="309183"/>
                </a:lnTo>
                <a:lnTo>
                  <a:pt x="798963" y="306157"/>
                </a:lnTo>
                <a:lnTo>
                  <a:pt x="799381" y="303156"/>
                </a:lnTo>
                <a:lnTo>
                  <a:pt x="799800" y="300167"/>
                </a:lnTo>
                <a:lnTo>
                  <a:pt x="800219" y="297179"/>
                </a:lnTo>
                <a:lnTo>
                  <a:pt x="800650" y="294204"/>
                </a:lnTo>
                <a:lnTo>
                  <a:pt x="801081" y="291266"/>
                </a:lnTo>
                <a:lnTo>
                  <a:pt x="801500" y="288316"/>
                </a:lnTo>
                <a:lnTo>
                  <a:pt x="801918" y="285392"/>
                </a:lnTo>
                <a:lnTo>
                  <a:pt x="802337" y="282467"/>
                </a:lnTo>
                <a:lnTo>
                  <a:pt x="802768" y="279568"/>
                </a:lnTo>
                <a:lnTo>
                  <a:pt x="803187" y="276681"/>
                </a:lnTo>
                <a:lnTo>
                  <a:pt x="803618" y="273795"/>
                </a:lnTo>
                <a:lnTo>
                  <a:pt x="804036" y="270934"/>
                </a:lnTo>
                <a:lnTo>
                  <a:pt x="804455" y="268086"/>
                </a:lnTo>
                <a:lnTo>
                  <a:pt x="804874" y="265250"/>
                </a:lnTo>
                <a:lnTo>
                  <a:pt x="805305" y="262427"/>
                </a:lnTo>
                <a:lnTo>
                  <a:pt x="805723" y="259617"/>
                </a:lnTo>
                <a:lnTo>
                  <a:pt x="806155" y="256819"/>
                </a:lnTo>
                <a:lnTo>
                  <a:pt x="806573" y="254035"/>
                </a:lnTo>
                <a:lnTo>
                  <a:pt x="806992" y="251263"/>
                </a:lnTo>
                <a:lnTo>
                  <a:pt x="807423" y="248503"/>
                </a:lnTo>
                <a:lnTo>
                  <a:pt x="807842" y="245757"/>
                </a:lnTo>
                <a:lnTo>
                  <a:pt x="808260" y="243036"/>
                </a:lnTo>
                <a:lnTo>
                  <a:pt x="808692" y="240314"/>
                </a:lnTo>
                <a:lnTo>
                  <a:pt x="809110" y="237606"/>
                </a:lnTo>
                <a:lnTo>
                  <a:pt x="809541" y="234910"/>
                </a:lnTo>
                <a:lnTo>
                  <a:pt x="809947" y="232240"/>
                </a:lnTo>
                <a:lnTo>
                  <a:pt x="810379" y="229582"/>
                </a:lnTo>
                <a:lnTo>
                  <a:pt x="810797" y="226925"/>
                </a:lnTo>
                <a:lnTo>
                  <a:pt x="811228" y="224293"/>
                </a:lnTo>
                <a:lnTo>
                  <a:pt x="811647" y="221673"/>
                </a:lnTo>
                <a:lnTo>
                  <a:pt x="812066" y="219066"/>
                </a:lnTo>
                <a:lnTo>
                  <a:pt x="812497" y="216472"/>
                </a:lnTo>
                <a:lnTo>
                  <a:pt x="812915" y="213891"/>
                </a:lnTo>
                <a:lnTo>
                  <a:pt x="813334" y="211323"/>
                </a:lnTo>
                <a:lnTo>
                  <a:pt x="813765" y="208767"/>
                </a:lnTo>
                <a:lnTo>
                  <a:pt x="814184" y="206236"/>
                </a:lnTo>
                <a:lnTo>
                  <a:pt x="814615" y="203706"/>
                </a:lnTo>
                <a:lnTo>
                  <a:pt x="815034" y="201201"/>
                </a:lnTo>
                <a:lnTo>
                  <a:pt x="815452" y="198696"/>
                </a:lnTo>
                <a:lnTo>
                  <a:pt x="815871" y="196229"/>
                </a:lnTo>
                <a:lnTo>
                  <a:pt x="816302" y="193762"/>
                </a:lnTo>
                <a:lnTo>
                  <a:pt x="816721" y="191308"/>
                </a:lnTo>
                <a:lnTo>
                  <a:pt x="817152" y="188867"/>
                </a:lnTo>
                <a:lnTo>
                  <a:pt x="817571" y="186438"/>
                </a:lnTo>
                <a:lnTo>
                  <a:pt x="817989" y="184022"/>
                </a:lnTo>
                <a:lnTo>
                  <a:pt x="818408" y="181631"/>
                </a:lnTo>
                <a:lnTo>
                  <a:pt x="818839" y="179253"/>
                </a:lnTo>
                <a:lnTo>
                  <a:pt x="819258" y="176888"/>
                </a:lnTo>
                <a:lnTo>
                  <a:pt x="819689" y="174536"/>
                </a:lnTo>
                <a:lnTo>
                  <a:pt x="820107" y="172196"/>
                </a:lnTo>
                <a:lnTo>
                  <a:pt x="820526" y="169869"/>
                </a:lnTo>
                <a:lnTo>
                  <a:pt x="820957" y="167568"/>
                </a:lnTo>
                <a:lnTo>
                  <a:pt x="821376" y="165279"/>
                </a:lnTo>
                <a:lnTo>
                  <a:pt x="821794" y="162990"/>
                </a:lnTo>
                <a:lnTo>
                  <a:pt x="822226" y="160727"/>
                </a:lnTo>
                <a:lnTo>
                  <a:pt x="822632" y="158476"/>
                </a:lnTo>
                <a:lnTo>
                  <a:pt x="823076" y="156251"/>
                </a:lnTo>
                <a:lnTo>
                  <a:pt x="823481" y="154025"/>
                </a:lnTo>
                <a:lnTo>
                  <a:pt x="823913" y="151813"/>
                </a:lnTo>
                <a:lnTo>
                  <a:pt x="824331" y="149626"/>
                </a:lnTo>
                <a:lnTo>
                  <a:pt x="824763" y="147451"/>
                </a:lnTo>
                <a:lnTo>
                  <a:pt x="825181" y="145290"/>
                </a:lnTo>
                <a:lnTo>
                  <a:pt x="825600" y="143141"/>
                </a:lnTo>
                <a:lnTo>
                  <a:pt x="826018" y="141004"/>
                </a:lnTo>
                <a:lnTo>
                  <a:pt x="826450" y="138894"/>
                </a:lnTo>
                <a:lnTo>
                  <a:pt x="826868" y="136796"/>
                </a:lnTo>
                <a:lnTo>
                  <a:pt x="827299" y="134710"/>
                </a:lnTo>
                <a:lnTo>
                  <a:pt x="827718" y="132625"/>
                </a:lnTo>
                <a:lnTo>
                  <a:pt x="828137" y="130578"/>
                </a:lnTo>
                <a:lnTo>
                  <a:pt x="828555" y="128543"/>
                </a:lnTo>
                <a:lnTo>
                  <a:pt x="828986" y="126508"/>
                </a:lnTo>
                <a:lnTo>
                  <a:pt x="829405" y="124499"/>
                </a:lnTo>
                <a:lnTo>
                  <a:pt x="829836" y="122516"/>
                </a:lnTo>
                <a:lnTo>
                  <a:pt x="830255" y="120532"/>
                </a:lnTo>
                <a:lnTo>
                  <a:pt x="830673" y="118561"/>
                </a:lnTo>
                <a:lnTo>
                  <a:pt x="831092" y="116616"/>
                </a:lnTo>
                <a:lnTo>
                  <a:pt x="831523" y="114683"/>
                </a:lnTo>
                <a:lnTo>
                  <a:pt x="831942" y="112763"/>
                </a:lnTo>
                <a:lnTo>
                  <a:pt x="832373" y="110868"/>
                </a:lnTo>
                <a:lnTo>
                  <a:pt x="832792" y="108973"/>
                </a:lnTo>
                <a:lnTo>
                  <a:pt x="833210" y="107092"/>
                </a:lnTo>
                <a:lnTo>
                  <a:pt x="833642" y="105235"/>
                </a:lnTo>
                <a:lnTo>
                  <a:pt x="834060" y="103391"/>
                </a:lnTo>
                <a:lnTo>
                  <a:pt x="834479" y="101573"/>
                </a:lnTo>
                <a:lnTo>
                  <a:pt x="834910" y="99755"/>
                </a:lnTo>
                <a:lnTo>
                  <a:pt x="835329" y="97974"/>
                </a:lnTo>
                <a:lnTo>
                  <a:pt x="835760" y="96194"/>
                </a:lnTo>
                <a:lnTo>
                  <a:pt x="836166" y="94427"/>
                </a:lnTo>
                <a:lnTo>
                  <a:pt x="836597" y="92685"/>
                </a:lnTo>
                <a:lnTo>
                  <a:pt x="837016" y="90943"/>
                </a:lnTo>
                <a:lnTo>
                  <a:pt x="837447" y="89226"/>
                </a:lnTo>
                <a:lnTo>
                  <a:pt x="837865" y="87522"/>
                </a:lnTo>
                <a:lnTo>
                  <a:pt x="838284" y="85844"/>
                </a:lnTo>
                <a:lnTo>
                  <a:pt x="838715" y="84178"/>
                </a:lnTo>
                <a:lnTo>
                  <a:pt x="839134" y="82525"/>
                </a:lnTo>
                <a:lnTo>
                  <a:pt x="839565" y="80884"/>
                </a:lnTo>
                <a:lnTo>
                  <a:pt x="839984" y="79257"/>
                </a:lnTo>
                <a:lnTo>
                  <a:pt x="840402" y="77655"/>
                </a:lnTo>
                <a:lnTo>
                  <a:pt x="840834" y="76065"/>
                </a:lnTo>
                <a:lnTo>
                  <a:pt x="841252" y="74488"/>
                </a:lnTo>
                <a:lnTo>
                  <a:pt x="841671" y="72937"/>
                </a:lnTo>
                <a:lnTo>
                  <a:pt x="842102" y="71398"/>
                </a:lnTo>
                <a:lnTo>
                  <a:pt x="842521" y="69860"/>
                </a:lnTo>
                <a:lnTo>
                  <a:pt x="842952" y="68347"/>
                </a:lnTo>
                <a:lnTo>
                  <a:pt x="843370" y="66859"/>
                </a:lnTo>
                <a:lnTo>
                  <a:pt x="843789" y="65384"/>
                </a:lnTo>
                <a:lnTo>
                  <a:pt x="844208" y="63922"/>
                </a:lnTo>
                <a:lnTo>
                  <a:pt x="844639" y="62472"/>
                </a:lnTo>
                <a:lnTo>
                  <a:pt x="845057" y="61035"/>
                </a:lnTo>
                <a:lnTo>
                  <a:pt x="845489" y="59624"/>
                </a:lnTo>
                <a:lnTo>
                  <a:pt x="845907" y="58225"/>
                </a:lnTo>
                <a:lnTo>
                  <a:pt x="846326" y="56852"/>
                </a:lnTo>
                <a:lnTo>
                  <a:pt x="846744" y="55491"/>
                </a:lnTo>
                <a:lnTo>
                  <a:pt x="847176" y="54130"/>
                </a:lnTo>
                <a:lnTo>
                  <a:pt x="847594" y="52808"/>
                </a:lnTo>
                <a:lnTo>
                  <a:pt x="848025" y="51486"/>
                </a:lnTo>
                <a:lnTo>
                  <a:pt x="848444" y="50189"/>
                </a:lnTo>
                <a:lnTo>
                  <a:pt x="848863" y="48904"/>
                </a:lnTo>
                <a:lnTo>
                  <a:pt x="849294" y="47633"/>
                </a:lnTo>
                <a:lnTo>
                  <a:pt x="849712" y="46374"/>
                </a:lnTo>
                <a:lnTo>
                  <a:pt x="850131" y="45140"/>
                </a:lnTo>
                <a:lnTo>
                  <a:pt x="850562" y="43932"/>
                </a:lnTo>
                <a:lnTo>
                  <a:pt x="850981" y="42724"/>
                </a:lnTo>
                <a:lnTo>
                  <a:pt x="851412" y="41542"/>
                </a:lnTo>
                <a:lnTo>
                  <a:pt x="851818" y="40372"/>
                </a:lnTo>
                <a:lnTo>
                  <a:pt x="852249" y="39215"/>
                </a:lnTo>
                <a:lnTo>
                  <a:pt x="852668" y="38070"/>
                </a:lnTo>
                <a:lnTo>
                  <a:pt x="853099" y="36964"/>
                </a:lnTo>
                <a:lnTo>
                  <a:pt x="853518" y="35858"/>
                </a:lnTo>
                <a:lnTo>
                  <a:pt x="853936" y="34777"/>
                </a:lnTo>
                <a:lnTo>
                  <a:pt x="854368" y="33696"/>
                </a:lnTo>
                <a:lnTo>
                  <a:pt x="854786" y="32641"/>
                </a:lnTo>
                <a:lnTo>
                  <a:pt x="855205" y="31611"/>
                </a:lnTo>
                <a:lnTo>
                  <a:pt x="855636" y="30581"/>
                </a:lnTo>
                <a:lnTo>
                  <a:pt x="856055" y="29576"/>
                </a:lnTo>
                <a:lnTo>
                  <a:pt x="856486" y="28585"/>
                </a:lnTo>
                <a:lnTo>
                  <a:pt x="856892" y="27618"/>
                </a:lnTo>
                <a:lnTo>
                  <a:pt x="857323" y="26664"/>
                </a:lnTo>
                <a:lnTo>
                  <a:pt x="857742" y="25723"/>
                </a:lnTo>
                <a:lnTo>
                  <a:pt x="858173" y="24795"/>
                </a:lnTo>
                <a:lnTo>
                  <a:pt x="858591" y="23892"/>
                </a:lnTo>
                <a:lnTo>
                  <a:pt x="859010" y="23015"/>
                </a:lnTo>
                <a:lnTo>
                  <a:pt x="859441" y="22138"/>
                </a:lnTo>
                <a:lnTo>
                  <a:pt x="859860" y="21273"/>
                </a:lnTo>
                <a:lnTo>
                  <a:pt x="860278" y="20446"/>
                </a:lnTo>
                <a:lnTo>
                  <a:pt x="860710" y="19620"/>
                </a:lnTo>
                <a:lnTo>
                  <a:pt x="861128" y="18819"/>
                </a:lnTo>
                <a:lnTo>
                  <a:pt x="861560" y="18030"/>
                </a:lnTo>
                <a:lnTo>
                  <a:pt x="861978" y="17255"/>
                </a:lnTo>
                <a:lnTo>
                  <a:pt x="866633" y="9880"/>
                </a:lnTo>
                <a:lnTo>
                  <a:pt x="867052" y="9307"/>
                </a:lnTo>
                <a:lnTo>
                  <a:pt x="867470" y="8761"/>
                </a:lnTo>
                <a:lnTo>
                  <a:pt x="867902" y="8214"/>
                </a:lnTo>
                <a:lnTo>
                  <a:pt x="868320" y="7705"/>
                </a:lnTo>
                <a:lnTo>
                  <a:pt x="868739" y="7197"/>
                </a:lnTo>
                <a:lnTo>
                  <a:pt x="869170" y="6713"/>
                </a:lnTo>
                <a:lnTo>
                  <a:pt x="869589" y="6243"/>
                </a:lnTo>
                <a:lnTo>
                  <a:pt x="870020" y="5798"/>
                </a:lnTo>
                <a:lnTo>
                  <a:pt x="870426" y="5353"/>
                </a:lnTo>
                <a:lnTo>
                  <a:pt x="870857" y="4946"/>
                </a:lnTo>
                <a:lnTo>
                  <a:pt x="871276" y="4539"/>
                </a:lnTo>
                <a:lnTo>
                  <a:pt x="876362" y="1055"/>
                </a:lnTo>
                <a:lnTo>
                  <a:pt x="876781" y="864"/>
                </a:lnTo>
                <a:lnTo>
                  <a:pt x="877212" y="712"/>
                </a:lnTo>
                <a:lnTo>
                  <a:pt x="877631" y="559"/>
                </a:lnTo>
                <a:lnTo>
                  <a:pt x="878049" y="432"/>
                </a:lnTo>
                <a:lnTo>
                  <a:pt x="880167" y="38"/>
                </a:lnTo>
                <a:lnTo>
                  <a:pt x="880586" y="0"/>
                </a:lnTo>
                <a:lnTo>
                  <a:pt x="881005" y="0"/>
                </a:lnTo>
                <a:lnTo>
                  <a:pt x="881436" y="0"/>
                </a:lnTo>
                <a:lnTo>
                  <a:pt x="881854" y="25"/>
                </a:lnTo>
                <a:lnTo>
                  <a:pt x="882286" y="63"/>
                </a:lnTo>
                <a:lnTo>
                  <a:pt x="882704" y="127"/>
                </a:lnTo>
                <a:lnTo>
                  <a:pt x="883123" y="190"/>
                </a:lnTo>
                <a:lnTo>
                  <a:pt x="891152" y="4844"/>
                </a:lnTo>
                <a:lnTo>
                  <a:pt x="891583" y="5251"/>
                </a:lnTo>
                <a:lnTo>
                  <a:pt x="892002" y="5683"/>
                </a:lnTo>
                <a:lnTo>
                  <a:pt x="892433" y="6128"/>
                </a:lnTo>
                <a:lnTo>
                  <a:pt x="892852" y="6599"/>
                </a:lnTo>
                <a:lnTo>
                  <a:pt x="893270" y="7082"/>
                </a:lnTo>
                <a:lnTo>
                  <a:pt x="893701" y="7578"/>
                </a:lnTo>
                <a:lnTo>
                  <a:pt x="894120" y="8087"/>
                </a:lnTo>
                <a:lnTo>
                  <a:pt x="894539" y="8621"/>
                </a:lnTo>
                <a:lnTo>
                  <a:pt x="894970" y="9168"/>
                </a:lnTo>
                <a:lnTo>
                  <a:pt x="895388" y="9740"/>
                </a:lnTo>
                <a:lnTo>
                  <a:pt x="895820" y="10325"/>
                </a:lnTo>
                <a:lnTo>
                  <a:pt x="896238" y="10910"/>
                </a:lnTo>
                <a:lnTo>
                  <a:pt x="896657" y="11533"/>
                </a:lnTo>
                <a:lnTo>
                  <a:pt x="897075" y="12168"/>
                </a:lnTo>
                <a:lnTo>
                  <a:pt x="897507" y="12817"/>
                </a:lnTo>
                <a:lnTo>
                  <a:pt x="900462" y="17840"/>
                </a:lnTo>
                <a:lnTo>
                  <a:pt x="900893" y="18615"/>
                </a:lnTo>
                <a:lnTo>
                  <a:pt x="901312" y="19416"/>
                </a:lnTo>
                <a:lnTo>
                  <a:pt x="901731" y="20243"/>
                </a:lnTo>
                <a:lnTo>
                  <a:pt x="902162" y="21069"/>
                </a:lnTo>
                <a:lnTo>
                  <a:pt x="902580" y="21921"/>
                </a:lnTo>
                <a:lnTo>
                  <a:pt x="902999" y="22786"/>
                </a:lnTo>
                <a:lnTo>
                  <a:pt x="903430" y="23676"/>
                </a:lnTo>
                <a:lnTo>
                  <a:pt x="903849" y="24566"/>
                </a:lnTo>
                <a:lnTo>
                  <a:pt x="904280" y="25495"/>
                </a:lnTo>
                <a:lnTo>
                  <a:pt x="904686" y="26423"/>
                </a:lnTo>
                <a:lnTo>
                  <a:pt x="905117" y="27377"/>
                </a:lnTo>
                <a:lnTo>
                  <a:pt x="905536" y="28343"/>
                </a:lnTo>
                <a:lnTo>
                  <a:pt x="905967" y="29335"/>
                </a:lnTo>
                <a:lnTo>
                  <a:pt x="906386" y="30327"/>
                </a:lnTo>
                <a:lnTo>
                  <a:pt x="906804" y="31344"/>
                </a:lnTo>
                <a:lnTo>
                  <a:pt x="907236" y="32387"/>
                </a:lnTo>
                <a:lnTo>
                  <a:pt x="907654" y="33429"/>
                </a:lnTo>
                <a:lnTo>
                  <a:pt x="908073" y="34497"/>
                </a:lnTo>
                <a:lnTo>
                  <a:pt x="908504" y="35578"/>
                </a:lnTo>
                <a:lnTo>
                  <a:pt x="908923" y="36684"/>
                </a:lnTo>
                <a:lnTo>
                  <a:pt x="909354" y="37791"/>
                </a:lnTo>
                <a:lnTo>
                  <a:pt x="909772" y="38935"/>
                </a:lnTo>
                <a:lnTo>
                  <a:pt x="910191" y="40080"/>
                </a:lnTo>
                <a:lnTo>
                  <a:pt x="910610" y="41249"/>
                </a:lnTo>
                <a:lnTo>
                  <a:pt x="911041" y="42432"/>
                </a:lnTo>
                <a:lnTo>
                  <a:pt x="911459" y="43627"/>
                </a:lnTo>
                <a:lnTo>
                  <a:pt x="911891" y="44835"/>
                </a:lnTo>
                <a:lnTo>
                  <a:pt x="912309" y="46069"/>
                </a:lnTo>
                <a:lnTo>
                  <a:pt x="912728" y="47328"/>
                </a:lnTo>
                <a:lnTo>
                  <a:pt x="913146" y="48586"/>
                </a:lnTo>
                <a:lnTo>
                  <a:pt x="913578" y="49858"/>
                </a:lnTo>
                <a:lnTo>
                  <a:pt x="913996" y="51155"/>
                </a:lnTo>
                <a:lnTo>
                  <a:pt x="914428" y="52465"/>
                </a:lnTo>
                <a:lnTo>
                  <a:pt x="914846" y="53800"/>
                </a:lnTo>
                <a:lnTo>
                  <a:pt x="915265" y="55135"/>
                </a:lnTo>
                <a:lnTo>
                  <a:pt x="915696" y="56496"/>
                </a:lnTo>
                <a:lnTo>
                  <a:pt x="916115" y="57882"/>
                </a:lnTo>
                <a:lnTo>
                  <a:pt x="916546" y="59268"/>
                </a:lnTo>
                <a:lnTo>
                  <a:pt x="916964" y="60692"/>
                </a:lnTo>
                <a:lnTo>
                  <a:pt x="917383" y="62116"/>
                </a:lnTo>
                <a:lnTo>
                  <a:pt x="917814" y="63553"/>
                </a:lnTo>
                <a:lnTo>
                  <a:pt x="918233" y="65015"/>
                </a:lnTo>
                <a:lnTo>
                  <a:pt x="918651" y="66490"/>
                </a:lnTo>
                <a:lnTo>
                  <a:pt x="919083" y="67978"/>
                </a:lnTo>
                <a:lnTo>
                  <a:pt x="919501" y="69478"/>
                </a:lnTo>
                <a:lnTo>
                  <a:pt x="919933" y="71017"/>
                </a:lnTo>
                <a:lnTo>
                  <a:pt x="920338" y="72543"/>
                </a:lnTo>
                <a:lnTo>
                  <a:pt x="920770" y="74107"/>
                </a:lnTo>
                <a:lnTo>
                  <a:pt x="921188" y="75671"/>
                </a:lnTo>
                <a:lnTo>
                  <a:pt x="921620" y="77260"/>
                </a:lnTo>
                <a:lnTo>
                  <a:pt x="922038" y="78850"/>
                </a:lnTo>
                <a:lnTo>
                  <a:pt x="922457" y="80477"/>
                </a:lnTo>
                <a:lnTo>
                  <a:pt x="922888" y="82105"/>
                </a:lnTo>
                <a:lnTo>
                  <a:pt x="923307" y="83758"/>
                </a:lnTo>
                <a:lnTo>
                  <a:pt x="923725" y="85424"/>
                </a:lnTo>
                <a:lnTo>
                  <a:pt x="924156" y="87102"/>
                </a:lnTo>
                <a:lnTo>
                  <a:pt x="924575" y="88806"/>
                </a:lnTo>
                <a:lnTo>
                  <a:pt x="925006" y="90510"/>
                </a:lnTo>
                <a:lnTo>
                  <a:pt x="925412" y="92240"/>
                </a:lnTo>
                <a:lnTo>
                  <a:pt x="925843" y="93982"/>
                </a:lnTo>
                <a:lnTo>
                  <a:pt x="926262" y="95736"/>
                </a:lnTo>
                <a:lnTo>
                  <a:pt x="926693" y="97517"/>
                </a:lnTo>
                <a:lnTo>
                  <a:pt x="927112" y="99309"/>
                </a:lnTo>
                <a:lnTo>
                  <a:pt x="927543" y="101115"/>
                </a:lnTo>
                <a:lnTo>
                  <a:pt x="927962" y="102933"/>
                </a:lnTo>
                <a:lnTo>
                  <a:pt x="928380" y="104777"/>
                </a:lnTo>
                <a:lnTo>
                  <a:pt x="928799" y="106634"/>
                </a:lnTo>
                <a:lnTo>
                  <a:pt x="929230" y="108503"/>
                </a:lnTo>
                <a:lnTo>
                  <a:pt x="929649" y="110385"/>
                </a:lnTo>
                <a:lnTo>
                  <a:pt x="930080" y="112280"/>
                </a:lnTo>
                <a:lnTo>
                  <a:pt x="930498" y="114200"/>
                </a:lnTo>
                <a:lnTo>
                  <a:pt x="930917" y="116132"/>
                </a:lnTo>
                <a:lnTo>
                  <a:pt x="931336" y="118065"/>
                </a:lnTo>
                <a:lnTo>
                  <a:pt x="931767" y="120036"/>
                </a:lnTo>
                <a:lnTo>
                  <a:pt x="932185" y="122020"/>
                </a:lnTo>
                <a:lnTo>
                  <a:pt x="932617" y="124003"/>
                </a:lnTo>
                <a:lnTo>
                  <a:pt x="933035" y="126013"/>
                </a:lnTo>
                <a:lnTo>
                  <a:pt x="933454" y="128034"/>
                </a:lnTo>
                <a:lnTo>
                  <a:pt x="933872" y="130069"/>
                </a:lnTo>
                <a:lnTo>
                  <a:pt x="934304" y="132116"/>
                </a:lnTo>
                <a:lnTo>
                  <a:pt x="934722" y="134189"/>
                </a:lnTo>
                <a:lnTo>
                  <a:pt x="935154" y="136261"/>
                </a:lnTo>
                <a:lnTo>
                  <a:pt x="935572" y="138372"/>
                </a:lnTo>
                <a:lnTo>
                  <a:pt x="935991" y="140483"/>
                </a:lnTo>
                <a:lnTo>
                  <a:pt x="936422" y="142607"/>
                </a:lnTo>
                <a:lnTo>
                  <a:pt x="936841" y="144743"/>
                </a:lnTo>
                <a:lnTo>
                  <a:pt x="937259" y="146905"/>
                </a:lnTo>
                <a:lnTo>
                  <a:pt x="937690" y="149079"/>
                </a:lnTo>
                <a:lnTo>
                  <a:pt x="938109" y="151266"/>
                </a:lnTo>
                <a:lnTo>
                  <a:pt x="938540" y="153466"/>
                </a:lnTo>
                <a:lnTo>
                  <a:pt x="938946" y="155678"/>
                </a:lnTo>
                <a:lnTo>
                  <a:pt x="939377" y="157916"/>
                </a:lnTo>
                <a:lnTo>
                  <a:pt x="939796" y="160167"/>
                </a:lnTo>
                <a:lnTo>
                  <a:pt x="940227" y="162418"/>
                </a:lnTo>
                <a:lnTo>
                  <a:pt x="940646" y="164694"/>
                </a:lnTo>
                <a:lnTo>
                  <a:pt x="941064" y="166995"/>
                </a:lnTo>
                <a:lnTo>
                  <a:pt x="941483" y="169297"/>
                </a:lnTo>
                <a:lnTo>
                  <a:pt x="941914" y="171611"/>
                </a:lnTo>
                <a:lnTo>
                  <a:pt x="942333" y="173951"/>
                </a:lnTo>
                <a:lnTo>
                  <a:pt x="942764" y="176303"/>
                </a:lnTo>
                <a:lnTo>
                  <a:pt x="943183" y="178668"/>
                </a:lnTo>
                <a:lnTo>
                  <a:pt x="943601" y="181034"/>
                </a:lnTo>
                <a:lnTo>
                  <a:pt x="944033" y="183437"/>
                </a:lnTo>
                <a:lnTo>
                  <a:pt x="944451" y="185840"/>
                </a:lnTo>
                <a:lnTo>
                  <a:pt x="944870" y="188256"/>
                </a:lnTo>
                <a:lnTo>
                  <a:pt x="945301" y="190698"/>
                </a:lnTo>
                <a:lnTo>
                  <a:pt x="945720" y="193139"/>
                </a:lnTo>
                <a:lnTo>
                  <a:pt x="946151" y="195606"/>
                </a:lnTo>
                <a:lnTo>
                  <a:pt x="946557" y="198085"/>
                </a:lnTo>
                <a:lnTo>
                  <a:pt x="946988" y="200565"/>
                </a:lnTo>
                <a:lnTo>
                  <a:pt x="947407" y="203070"/>
                </a:lnTo>
                <a:lnTo>
                  <a:pt x="947838" y="205600"/>
                </a:lnTo>
                <a:lnTo>
                  <a:pt x="948256" y="208131"/>
                </a:lnTo>
                <a:lnTo>
                  <a:pt x="948675" y="210687"/>
                </a:lnTo>
                <a:lnTo>
                  <a:pt x="949106" y="213243"/>
                </a:lnTo>
                <a:lnTo>
                  <a:pt x="949525" y="215824"/>
                </a:lnTo>
                <a:lnTo>
                  <a:pt x="949943" y="218405"/>
                </a:lnTo>
                <a:lnTo>
                  <a:pt x="950375" y="221012"/>
                </a:lnTo>
                <a:lnTo>
                  <a:pt x="950793" y="223631"/>
                </a:lnTo>
                <a:lnTo>
                  <a:pt x="951225" y="226264"/>
                </a:lnTo>
                <a:lnTo>
                  <a:pt x="951643" y="228908"/>
                </a:lnTo>
                <a:lnTo>
                  <a:pt x="952062" y="231566"/>
                </a:lnTo>
                <a:lnTo>
                  <a:pt x="952493" y="234249"/>
                </a:lnTo>
                <a:lnTo>
                  <a:pt x="952912" y="236932"/>
                </a:lnTo>
                <a:lnTo>
                  <a:pt x="953343" y="239628"/>
                </a:lnTo>
                <a:lnTo>
                  <a:pt x="953761" y="242336"/>
                </a:lnTo>
                <a:lnTo>
                  <a:pt x="954180" y="245070"/>
                </a:lnTo>
                <a:lnTo>
                  <a:pt x="954599" y="247817"/>
                </a:lnTo>
                <a:lnTo>
                  <a:pt x="955030" y="250563"/>
                </a:lnTo>
                <a:lnTo>
                  <a:pt x="955448" y="253335"/>
                </a:lnTo>
                <a:lnTo>
                  <a:pt x="955880" y="256107"/>
                </a:lnTo>
                <a:lnTo>
                  <a:pt x="956298" y="258918"/>
                </a:lnTo>
                <a:lnTo>
                  <a:pt x="956717" y="261728"/>
                </a:lnTo>
                <a:lnTo>
                  <a:pt x="957135" y="264538"/>
                </a:lnTo>
                <a:lnTo>
                  <a:pt x="957567" y="267374"/>
                </a:lnTo>
                <a:lnTo>
                  <a:pt x="957985" y="270222"/>
                </a:lnTo>
                <a:lnTo>
                  <a:pt x="958417" y="273083"/>
                </a:lnTo>
                <a:lnTo>
                  <a:pt x="958835" y="275957"/>
                </a:lnTo>
                <a:lnTo>
                  <a:pt x="959254" y="278843"/>
                </a:lnTo>
                <a:lnTo>
                  <a:pt x="959685" y="281742"/>
                </a:lnTo>
                <a:lnTo>
                  <a:pt x="960104" y="284654"/>
                </a:lnTo>
                <a:lnTo>
                  <a:pt x="960522" y="287579"/>
                </a:lnTo>
                <a:lnTo>
                  <a:pt x="960953" y="290529"/>
                </a:lnTo>
                <a:lnTo>
                  <a:pt x="961372" y="293479"/>
                </a:lnTo>
                <a:lnTo>
                  <a:pt x="961803" y="296442"/>
                </a:lnTo>
                <a:lnTo>
                  <a:pt x="962209" y="299417"/>
                </a:lnTo>
                <a:lnTo>
                  <a:pt x="962640" y="302405"/>
                </a:lnTo>
                <a:lnTo>
                  <a:pt x="963059" y="305406"/>
                </a:lnTo>
                <a:lnTo>
                  <a:pt x="963490" y="308433"/>
                </a:lnTo>
                <a:lnTo>
                  <a:pt x="963909" y="311459"/>
                </a:lnTo>
                <a:lnTo>
                  <a:pt x="964327" y="314498"/>
                </a:lnTo>
                <a:lnTo>
                  <a:pt x="964759" y="317550"/>
                </a:lnTo>
                <a:lnTo>
                  <a:pt x="965177" y="320614"/>
                </a:lnTo>
                <a:lnTo>
                  <a:pt x="965596" y="323692"/>
                </a:lnTo>
                <a:lnTo>
                  <a:pt x="966027" y="326782"/>
                </a:lnTo>
                <a:lnTo>
                  <a:pt x="966446" y="329884"/>
                </a:lnTo>
                <a:lnTo>
                  <a:pt x="966877" y="333000"/>
                </a:lnTo>
                <a:lnTo>
                  <a:pt x="967283" y="336128"/>
                </a:lnTo>
                <a:lnTo>
                  <a:pt x="967714" y="339268"/>
                </a:lnTo>
                <a:lnTo>
                  <a:pt x="968133" y="342409"/>
                </a:lnTo>
                <a:lnTo>
                  <a:pt x="968564" y="345588"/>
                </a:lnTo>
                <a:lnTo>
                  <a:pt x="968983" y="348754"/>
                </a:lnTo>
                <a:lnTo>
                  <a:pt x="969401" y="351946"/>
                </a:lnTo>
                <a:lnTo>
                  <a:pt x="969832" y="355138"/>
                </a:lnTo>
                <a:lnTo>
                  <a:pt x="970251" y="358355"/>
                </a:lnTo>
                <a:lnTo>
                  <a:pt x="970670" y="361585"/>
                </a:lnTo>
                <a:lnTo>
                  <a:pt x="971101" y="364814"/>
                </a:lnTo>
                <a:lnTo>
                  <a:pt x="971519" y="368057"/>
                </a:lnTo>
                <a:lnTo>
                  <a:pt x="971951" y="371312"/>
                </a:lnTo>
                <a:lnTo>
                  <a:pt x="972369" y="374593"/>
                </a:lnTo>
                <a:lnTo>
                  <a:pt x="972788" y="377873"/>
                </a:lnTo>
                <a:lnTo>
                  <a:pt x="973206" y="381179"/>
                </a:lnTo>
                <a:lnTo>
                  <a:pt x="973638" y="384473"/>
                </a:lnTo>
                <a:lnTo>
                  <a:pt x="974056" y="387792"/>
                </a:lnTo>
                <a:lnTo>
                  <a:pt x="974487" y="391110"/>
                </a:lnTo>
                <a:lnTo>
                  <a:pt x="974906" y="394467"/>
                </a:lnTo>
                <a:lnTo>
                  <a:pt x="975325" y="397812"/>
                </a:lnTo>
                <a:lnTo>
                  <a:pt x="975743" y="401181"/>
                </a:lnTo>
                <a:lnTo>
                  <a:pt x="976174" y="404551"/>
                </a:lnTo>
                <a:lnTo>
                  <a:pt x="976593" y="407933"/>
                </a:lnTo>
                <a:lnTo>
                  <a:pt x="977024" y="411329"/>
                </a:lnTo>
                <a:lnTo>
                  <a:pt x="977443" y="414736"/>
                </a:lnTo>
                <a:lnTo>
                  <a:pt x="977861" y="418157"/>
                </a:lnTo>
                <a:lnTo>
                  <a:pt x="978293" y="421590"/>
                </a:lnTo>
                <a:lnTo>
                  <a:pt x="978711" y="425023"/>
                </a:lnTo>
                <a:lnTo>
                  <a:pt x="979130" y="428482"/>
                </a:lnTo>
                <a:lnTo>
                  <a:pt x="979561" y="431953"/>
                </a:lnTo>
                <a:lnTo>
                  <a:pt x="979980" y="435412"/>
                </a:lnTo>
                <a:lnTo>
                  <a:pt x="980411" y="438896"/>
                </a:lnTo>
                <a:lnTo>
                  <a:pt x="980817" y="442393"/>
                </a:lnTo>
                <a:lnTo>
                  <a:pt x="981248" y="445903"/>
                </a:lnTo>
                <a:lnTo>
                  <a:pt x="981667" y="449412"/>
                </a:lnTo>
                <a:lnTo>
                  <a:pt x="982098" y="452947"/>
                </a:lnTo>
                <a:lnTo>
                  <a:pt x="982517" y="456482"/>
                </a:lnTo>
                <a:lnTo>
                  <a:pt x="982935" y="460043"/>
                </a:lnTo>
                <a:lnTo>
                  <a:pt x="983366" y="463590"/>
                </a:lnTo>
                <a:lnTo>
                  <a:pt x="983785" y="467163"/>
                </a:lnTo>
                <a:lnTo>
                  <a:pt x="984204" y="470736"/>
                </a:lnTo>
                <a:lnTo>
                  <a:pt x="984635" y="474335"/>
                </a:lnTo>
                <a:lnTo>
                  <a:pt x="985053" y="477921"/>
                </a:lnTo>
                <a:lnTo>
                  <a:pt x="985485" y="481545"/>
                </a:lnTo>
                <a:lnTo>
                  <a:pt x="985903" y="485156"/>
                </a:lnTo>
                <a:lnTo>
                  <a:pt x="986322" y="488793"/>
                </a:lnTo>
                <a:lnTo>
                  <a:pt x="986740" y="492430"/>
                </a:lnTo>
                <a:lnTo>
                  <a:pt x="987172" y="496079"/>
                </a:lnTo>
                <a:lnTo>
                  <a:pt x="987590" y="499741"/>
                </a:lnTo>
                <a:lnTo>
                  <a:pt x="988022" y="503416"/>
                </a:lnTo>
                <a:lnTo>
                  <a:pt x="988440" y="507091"/>
                </a:lnTo>
                <a:lnTo>
                  <a:pt x="988859" y="510778"/>
                </a:lnTo>
                <a:lnTo>
                  <a:pt x="989277" y="514479"/>
                </a:lnTo>
                <a:lnTo>
                  <a:pt x="989709" y="518192"/>
                </a:lnTo>
                <a:lnTo>
                  <a:pt x="990127" y="521905"/>
                </a:lnTo>
                <a:lnTo>
                  <a:pt x="990558" y="525643"/>
                </a:lnTo>
                <a:lnTo>
                  <a:pt x="990977" y="529382"/>
                </a:lnTo>
                <a:lnTo>
                  <a:pt x="991396" y="533133"/>
                </a:lnTo>
                <a:lnTo>
                  <a:pt x="991827" y="536884"/>
                </a:lnTo>
                <a:lnTo>
                  <a:pt x="992245" y="540648"/>
                </a:lnTo>
                <a:lnTo>
                  <a:pt x="992677" y="544424"/>
                </a:lnTo>
                <a:lnTo>
                  <a:pt x="993095" y="548214"/>
                </a:lnTo>
                <a:lnTo>
                  <a:pt x="993514" y="552003"/>
                </a:lnTo>
                <a:lnTo>
                  <a:pt x="993945" y="555805"/>
                </a:lnTo>
                <a:lnTo>
                  <a:pt x="994364" y="559620"/>
                </a:lnTo>
                <a:lnTo>
                  <a:pt x="994782" y="563447"/>
                </a:lnTo>
                <a:lnTo>
                  <a:pt x="995214" y="567274"/>
                </a:lnTo>
                <a:lnTo>
                  <a:pt x="995632" y="571115"/>
                </a:lnTo>
                <a:lnTo>
                  <a:pt x="996063" y="574955"/>
                </a:lnTo>
                <a:lnTo>
                  <a:pt x="996469" y="578808"/>
                </a:lnTo>
                <a:lnTo>
                  <a:pt x="996901" y="582673"/>
                </a:lnTo>
                <a:lnTo>
                  <a:pt x="997319" y="586552"/>
                </a:lnTo>
                <a:lnTo>
                  <a:pt x="997750" y="590443"/>
                </a:lnTo>
                <a:lnTo>
                  <a:pt x="998169" y="594334"/>
                </a:lnTo>
                <a:lnTo>
                  <a:pt x="998588" y="598225"/>
                </a:lnTo>
                <a:lnTo>
                  <a:pt x="999019" y="602141"/>
                </a:lnTo>
                <a:lnTo>
                  <a:pt x="999437" y="606057"/>
                </a:lnTo>
                <a:lnTo>
                  <a:pt x="999856" y="609987"/>
                </a:lnTo>
                <a:lnTo>
                  <a:pt x="1000287" y="613916"/>
                </a:lnTo>
                <a:lnTo>
                  <a:pt x="1000706" y="617858"/>
                </a:lnTo>
                <a:lnTo>
                  <a:pt x="1001137" y="621800"/>
                </a:lnTo>
                <a:lnTo>
                  <a:pt x="1001543" y="625767"/>
                </a:lnTo>
                <a:lnTo>
                  <a:pt x="1001974" y="629734"/>
                </a:lnTo>
                <a:lnTo>
                  <a:pt x="1002393" y="633702"/>
                </a:lnTo>
                <a:lnTo>
                  <a:pt x="1002824" y="637694"/>
                </a:lnTo>
                <a:lnTo>
                  <a:pt x="1003243" y="641687"/>
                </a:lnTo>
                <a:lnTo>
                  <a:pt x="1003661" y="645680"/>
                </a:lnTo>
                <a:lnTo>
                  <a:pt x="1004093" y="649685"/>
                </a:lnTo>
                <a:lnTo>
                  <a:pt x="1004511" y="653703"/>
                </a:lnTo>
                <a:lnTo>
                  <a:pt x="1004930" y="657722"/>
                </a:lnTo>
                <a:lnTo>
                  <a:pt x="1005361" y="661752"/>
                </a:lnTo>
                <a:lnTo>
                  <a:pt x="1005780" y="665796"/>
                </a:lnTo>
                <a:lnTo>
                  <a:pt x="1006211" y="669827"/>
                </a:lnTo>
                <a:lnTo>
                  <a:pt x="1006629" y="673883"/>
                </a:lnTo>
                <a:lnTo>
                  <a:pt x="1007048" y="677940"/>
                </a:lnTo>
                <a:lnTo>
                  <a:pt x="1007467" y="682021"/>
                </a:lnTo>
                <a:lnTo>
                  <a:pt x="1007898" y="686090"/>
                </a:lnTo>
                <a:lnTo>
                  <a:pt x="1008316" y="690172"/>
                </a:lnTo>
                <a:lnTo>
                  <a:pt x="1008748" y="694254"/>
                </a:lnTo>
                <a:lnTo>
                  <a:pt x="1009166" y="698348"/>
                </a:lnTo>
                <a:lnTo>
                  <a:pt x="1009585" y="702456"/>
                </a:lnTo>
                <a:lnTo>
                  <a:pt x="1010003" y="706563"/>
                </a:lnTo>
                <a:lnTo>
                  <a:pt x="1010435" y="710683"/>
                </a:lnTo>
                <a:lnTo>
                  <a:pt x="1010853" y="714803"/>
                </a:lnTo>
                <a:lnTo>
                  <a:pt x="1011284" y="718935"/>
                </a:lnTo>
                <a:lnTo>
                  <a:pt x="1011703" y="723081"/>
                </a:lnTo>
                <a:lnTo>
                  <a:pt x="1012122" y="727213"/>
                </a:lnTo>
                <a:lnTo>
                  <a:pt x="1012553" y="731358"/>
                </a:lnTo>
                <a:lnTo>
                  <a:pt x="1012971" y="735529"/>
                </a:lnTo>
                <a:lnTo>
                  <a:pt x="1013390" y="739687"/>
                </a:lnTo>
                <a:lnTo>
                  <a:pt x="1013821" y="743858"/>
                </a:lnTo>
                <a:lnTo>
                  <a:pt x="1014240" y="748029"/>
                </a:lnTo>
                <a:lnTo>
                  <a:pt x="1014671" y="752212"/>
                </a:lnTo>
                <a:lnTo>
                  <a:pt x="1015077" y="756408"/>
                </a:lnTo>
                <a:lnTo>
                  <a:pt x="1015508" y="760592"/>
                </a:lnTo>
                <a:lnTo>
                  <a:pt x="1015927" y="764801"/>
                </a:lnTo>
                <a:lnTo>
                  <a:pt x="1016358" y="769010"/>
                </a:lnTo>
                <a:lnTo>
                  <a:pt x="1016777" y="773231"/>
                </a:lnTo>
                <a:lnTo>
                  <a:pt x="1017195" y="777440"/>
                </a:lnTo>
                <a:lnTo>
                  <a:pt x="1017627" y="781662"/>
                </a:lnTo>
                <a:lnTo>
                  <a:pt x="1018045" y="785896"/>
                </a:lnTo>
                <a:lnTo>
                  <a:pt x="1018464" y="790143"/>
                </a:lnTo>
                <a:lnTo>
                  <a:pt x="1018895" y="794390"/>
                </a:lnTo>
                <a:lnTo>
                  <a:pt x="1019314" y="798637"/>
                </a:lnTo>
                <a:lnTo>
                  <a:pt x="1019745" y="802885"/>
                </a:lnTo>
                <a:lnTo>
                  <a:pt x="1020163" y="807144"/>
                </a:lnTo>
                <a:lnTo>
                  <a:pt x="1020582" y="811417"/>
                </a:lnTo>
                <a:lnTo>
                  <a:pt x="1021001" y="815677"/>
                </a:lnTo>
                <a:lnTo>
                  <a:pt x="1021432" y="819962"/>
                </a:lnTo>
                <a:lnTo>
                  <a:pt x="1021850" y="824234"/>
                </a:lnTo>
                <a:lnTo>
                  <a:pt x="1022282" y="828532"/>
                </a:lnTo>
                <a:lnTo>
                  <a:pt x="1022700" y="832817"/>
                </a:lnTo>
                <a:lnTo>
                  <a:pt x="1023119" y="837115"/>
                </a:lnTo>
                <a:lnTo>
                  <a:pt x="1023537" y="841413"/>
                </a:lnTo>
                <a:lnTo>
                  <a:pt x="1023969" y="845724"/>
                </a:lnTo>
                <a:lnTo>
                  <a:pt x="1024387" y="850047"/>
                </a:lnTo>
                <a:lnTo>
                  <a:pt x="1024819" y="854358"/>
                </a:lnTo>
                <a:lnTo>
                  <a:pt x="1025237" y="858681"/>
                </a:lnTo>
                <a:lnTo>
                  <a:pt x="1025656" y="863005"/>
                </a:lnTo>
                <a:lnTo>
                  <a:pt x="1026087" y="867341"/>
                </a:lnTo>
                <a:lnTo>
                  <a:pt x="1026506" y="871677"/>
                </a:lnTo>
                <a:lnTo>
                  <a:pt x="1026924" y="876013"/>
                </a:lnTo>
                <a:lnTo>
                  <a:pt x="1027355" y="880362"/>
                </a:lnTo>
                <a:lnTo>
                  <a:pt x="1027774" y="884710"/>
                </a:lnTo>
                <a:lnTo>
                  <a:pt x="1028205" y="889072"/>
                </a:lnTo>
                <a:lnTo>
                  <a:pt x="1028624" y="893421"/>
                </a:lnTo>
                <a:lnTo>
                  <a:pt x="1029042" y="897795"/>
                </a:lnTo>
                <a:lnTo>
                  <a:pt x="1029474" y="902156"/>
                </a:lnTo>
                <a:lnTo>
                  <a:pt x="1029892" y="906531"/>
                </a:lnTo>
                <a:lnTo>
                  <a:pt x="1030324" y="910905"/>
                </a:lnTo>
                <a:lnTo>
                  <a:pt x="1030729" y="915279"/>
                </a:lnTo>
                <a:lnTo>
                  <a:pt x="1031161" y="919666"/>
                </a:lnTo>
                <a:lnTo>
                  <a:pt x="1031579" y="924053"/>
                </a:lnTo>
                <a:lnTo>
                  <a:pt x="1032011" y="928453"/>
                </a:lnTo>
                <a:lnTo>
                  <a:pt x="1032429" y="932840"/>
                </a:lnTo>
                <a:lnTo>
                  <a:pt x="1032848" y="937239"/>
                </a:lnTo>
                <a:lnTo>
                  <a:pt x="1033279" y="941652"/>
                </a:lnTo>
                <a:lnTo>
                  <a:pt x="1033698" y="946051"/>
                </a:lnTo>
                <a:lnTo>
                  <a:pt x="1034116" y="950464"/>
                </a:lnTo>
                <a:lnTo>
                  <a:pt x="1034547" y="954876"/>
                </a:lnTo>
                <a:lnTo>
                  <a:pt x="1034966" y="959288"/>
                </a:lnTo>
                <a:lnTo>
                  <a:pt x="1035397" y="963701"/>
                </a:lnTo>
                <a:lnTo>
                  <a:pt x="1035803" y="968138"/>
                </a:lnTo>
                <a:lnTo>
                  <a:pt x="1036234" y="972564"/>
                </a:lnTo>
                <a:lnTo>
                  <a:pt x="1036653" y="976989"/>
                </a:lnTo>
                <a:lnTo>
                  <a:pt x="1037084" y="981426"/>
                </a:lnTo>
                <a:lnTo>
                  <a:pt x="1037503" y="985864"/>
                </a:lnTo>
                <a:lnTo>
                  <a:pt x="1037921" y="990302"/>
                </a:lnTo>
                <a:lnTo>
                  <a:pt x="1038353" y="994740"/>
                </a:lnTo>
                <a:lnTo>
                  <a:pt x="1038771" y="999178"/>
                </a:lnTo>
                <a:lnTo>
                  <a:pt x="1039190" y="1003628"/>
                </a:lnTo>
                <a:lnTo>
                  <a:pt x="1039621" y="1008079"/>
                </a:lnTo>
                <a:lnTo>
                  <a:pt x="1040040" y="1012542"/>
                </a:lnTo>
                <a:lnTo>
                  <a:pt x="1040471" y="1016992"/>
                </a:lnTo>
                <a:lnTo>
                  <a:pt x="1040890" y="1021456"/>
                </a:lnTo>
                <a:lnTo>
                  <a:pt x="1041308" y="1025906"/>
                </a:lnTo>
                <a:lnTo>
                  <a:pt x="1041727" y="1030369"/>
                </a:lnTo>
                <a:lnTo>
                  <a:pt x="1042158" y="1034845"/>
                </a:lnTo>
                <a:lnTo>
                  <a:pt x="1042577" y="1039296"/>
                </a:lnTo>
                <a:lnTo>
                  <a:pt x="1043008" y="1043784"/>
                </a:lnTo>
                <a:lnTo>
                  <a:pt x="1043426" y="1048248"/>
                </a:lnTo>
                <a:lnTo>
                  <a:pt x="1043845" y="1052724"/>
                </a:lnTo>
                <a:lnTo>
                  <a:pt x="1044264" y="1057200"/>
                </a:lnTo>
                <a:lnTo>
                  <a:pt x="1044695" y="1061675"/>
                </a:lnTo>
                <a:lnTo>
                  <a:pt x="1045113" y="1066151"/>
                </a:lnTo>
                <a:lnTo>
                  <a:pt x="1045545" y="1070640"/>
                </a:lnTo>
                <a:lnTo>
                  <a:pt x="1045963" y="1075129"/>
                </a:lnTo>
                <a:lnTo>
                  <a:pt x="1046382" y="1079605"/>
                </a:lnTo>
                <a:lnTo>
                  <a:pt x="1046813" y="1084093"/>
                </a:lnTo>
                <a:lnTo>
                  <a:pt x="1047232" y="1088582"/>
                </a:lnTo>
                <a:lnTo>
                  <a:pt x="1047650" y="1093071"/>
                </a:lnTo>
                <a:lnTo>
                  <a:pt x="1048082" y="1097559"/>
                </a:lnTo>
                <a:lnTo>
                  <a:pt x="1048500" y="1102061"/>
                </a:lnTo>
                <a:lnTo>
                  <a:pt x="1048931" y="1106549"/>
                </a:lnTo>
                <a:lnTo>
                  <a:pt x="1049337" y="1111051"/>
                </a:lnTo>
                <a:lnTo>
                  <a:pt x="1049769" y="1115539"/>
                </a:lnTo>
                <a:lnTo>
                  <a:pt x="1050187" y="1120041"/>
                </a:lnTo>
                <a:lnTo>
                  <a:pt x="1050618" y="1124542"/>
                </a:lnTo>
                <a:lnTo>
                  <a:pt x="1051037" y="1129043"/>
                </a:lnTo>
                <a:lnTo>
                  <a:pt x="1051456" y="1133532"/>
                </a:lnTo>
                <a:lnTo>
                  <a:pt x="1051887" y="1138046"/>
                </a:lnTo>
                <a:lnTo>
                  <a:pt x="1052305" y="1142548"/>
                </a:lnTo>
                <a:lnTo>
                  <a:pt x="1052724" y="1147049"/>
                </a:lnTo>
                <a:lnTo>
                  <a:pt x="1053155" y="1151550"/>
                </a:lnTo>
                <a:lnTo>
                  <a:pt x="1053574" y="1156052"/>
                </a:lnTo>
                <a:lnTo>
                  <a:pt x="1054005" y="1160566"/>
                </a:lnTo>
                <a:lnTo>
                  <a:pt x="1054424" y="1165067"/>
                </a:lnTo>
                <a:lnTo>
                  <a:pt x="1054842" y="1169569"/>
                </a:lnTo>
                <a:lnTo>
                  <a:pt x="1055261" y="1174070"/>
                </a:lnTo>
                <a:lnTo>
                  <a:pt x="1055692" y="1178584"/>
                </a:lnTo>
                <a:lnTo>
                  <a:pt x="1056111" y="1183085"/>
                </a:lnTo>
                <a:lnTo>
                  <a:pt x="1056542" y="1187600"/>
                </a:lnTo>
                <a:lnTo>
                  <a:pt x="1056948" y="1192101"/>
                </a:lnTo>
                <a:lnTo>
                  <a:pt x="1057379" y="1196615"/>
                </a:lnTo>
                <a:lnTo>
                  <a:pt x="1057798" y="1201129"/>
                </a:lnTo>
                <a:lnTo>
                  <a:pt x="1058229" y="1205630"/>
                </a:lnTo>
                <a:lnTo>
                  <a:pt x="1058647" y="1210145"/>
                </a:lnTo>
                <a:lnTo>
                  <a:pt x="1059079" y="1214646"/>
                </a:lnTo>
                <a:lnTo>
                  <a:pt x="1059497" y="1219160"/>
                </a:lnTo>
                <a:lnTo>
                  <a:pt x="1059916" y="1223661"/>
                </a:lnTo>
                <a:lnTo>
                  <a:pt x="1060334" y="1228163"/>
                </a:lnTo>
                <a:lnTo>
                  <a:pt x="1060766" y="1232664"/>
                </a:lnTo>
                <a:lnTo>
                  <a:pt x="1061184" y="1237178"/>
                </a:lnTo>
                <a:lnTo>
                  <a:pt x="1061616" y="1241680"/>
                </a:lnTo>
                <a:lnTo>
                  <a:pt x="1062021" y="1246181"/>
                </a:lnTo>
                <a:lnTo>
                  <a:pt x="1062453" y="1250682"/>
                </a:lnTo>
                <a:lnTo>
                  <a:pt x="1062871" y="1255184"/>
                </a:lnTo>
                <a:lnTo>
                  <a:pt x="1063303" y="1259685"/>
                </a:lnTo>
                <a:lnTo>
                  <a:pt x="1063721" y="1264186"/>
                </a:lnTo>
                <a:lnTo>
                  <a:pt x="1064140" y="1268688"/>
                </a:lnTo>
                <a:lnTo>
                  <a:pt x="1064571" y="1273189"/>
                </a:lnTo>
                <a:lnTo>
                  <a:pt x="1064990" y="1277691"/>
                </a:lnTo>
                <a:lnTo>
                  <a:pt x="1065408" y="1282179"/>
                </a:lnTo>
                <a:lnTo>
                  <a:pt x="1065839" y="1286668"/>
                </a:lnTo>
                <a:lnTo>
                  <a:pt x="1066258" y="1291169"/>
                </a:lnTo>
                <a:lnTo>
                  <a:pt x="1066689" y="1295658"/>
                </a:lnTo>
                <a:lnTo>
                  <a:pt x="1067108" y="1300147"/>
                </a:lnTo>
                <a:lnTo>
                  <a:pt x="1067526" y="1304648"/>
                </a:lnTo>
                <a:lnTo>
                  <a:pt x="1067958" y="1309124"/>
                </a:lnTo>
                <a:lnTo>
                  <a:pt x="1068376" y="1313613"/>
                </a:lnTo>
                <a:lnTo>
                  <a:pt x="1068808" y="1318101"/>
                </a:lnTo>
                <a:lnTo>
                  <a:pt x="1069226" y="1322577"/>
                </a:lnTo>
                <a:lnTo>
                  <a:pt x="1069645" y="1327066"/>
                </a:lnTo>
                <a:lnTo>
                  <a:pt x="1070063" y="1331542"/>
                </a:lnTo>
                <a:lnTo>
                  <a:pt x="1070495" y="1336018"/>
                </a:lnTo>
                <a:lnTo>
                  <a:pt x="1070913" y="1340494"/>
                </a:lnTo>
                <a:lnTo>
                  <a:pt x="1071344" y="1344970"/>
                </a:lnTo>
                <a:lnTo>
                  <a:pt x="1071763" y="1349433"/>
                </a:lnTo>
                <a:lnTo>
                  <a:pt x="1072182" y="1353909"/>
                </a:lnTo>
                <a:lnTo>
                  <a:pt x="1072600" y="1358372"/>
                </a:lnTo>
                <a:lnTo>
                  <a:pt x="1073031" y="1362835"/>
                </a:lnTo>
                <a:lnTo>
                  <a:pt x="1073450" y="1367298"/>
                </a:lnTo>
                <a:lnTo>
                  <a:pt x="1073881" y="1371762"/>
                </a:lnTo>
                <a:lnTo>
                  <a:pt x="1074300" y="1376212"/>
                </a:lnTo>
                <a:lnTo>
                  <a:pt x="1074718" y="1380675"/>
                </a:lnTo>
                <a:lnTo>
                  <a:pt x="1075150" y="1385113"/>
                </a:lnTo>
                <a:lnTo>
                  <a:pt x="1075568" y="1389564"/>
                </a:lnTo>
                <a:lnTo>
                  <a:pt x="1075987" y="1394014"/>
                </a:lnTo>
                <a:lnTo>
                  <a:pt x="1076418" y="1398452"/>
                </a:lnTo>
                <a:lnTo>
                  <a:pt x="1076837" y="1402903"/>
                </a:lnTo>
                <a:lnTo>
                  <a:pt x="1077268" y="1407340"/>
                </a:lnTo>
                <a:lnTo>
                  <a:pt x="1077674" y="1411765"/>
                </a:lnTo>
                <a:lnTo>
                  <a:pt x="1078105" y="1416203"/>
                </a:lnTo>
                <a:lnTo>
                  <a:pt x="1078524" y="1420628"/>
                </a:lnTo>
                <a:lnTo>
                  <a:pt x="1078955" y="1425053"/>
                </a:lnTo>
                <a:lnTo>
                  <a:pt x="1079374" y="1429478"/>
                </a:lnTo>
                <a:lnTo>
                  <a:pt x="1079792" y="1433904"/>
                </a:lnTo>
                <a:lnTo>
                  <a:pt x="1080223" y="1438303"/>
                </a:lnTo>
                <a:lnTo>
                  <a:pt x="1080642" y="1442716"/>
                </a:lnTo>
                <a:lnTo>
                  <a:pt x="1081061" y="1447128"/>
                </a:lnTo>
                <a:lnTo>
                  <a:pt x="1081492" y="1451540"/>
                </a:lnTo>
                <a:lnTo>
                  <a:pt x="1081910" y="1455940"/>
                </a:lnTo>
                <a:lnTo>
                  <a:pt x="1082342" y="1460327"/>
                </a:lnTo>
                <a:lnTo>
                  <a:pt x="1082760" y="1464727"/>
                </a:lnTo>
                <a:lnTo>
                  <a:pt x="1083179" y="1469113"/>
                </a:lnTo>
                <a:lnTo>
                  <a:pt x="1083597" y="1473500"/>
                </a:lnTo>
                <a:lnTo>
                  <a:pt x="1084029" y="1477887"/>
                </a:lnTo>
                <a:lnTo>
                  <a:pt x="1084447" y="1482262"/>
                </a:lnTo>
                <a:lnTo>
                  <a:pt x="1084879" y="1486636"/>
                </a:lnTo>
                <a:lnTo>
                  <a:pt x="1085297" y="1491010"/>
                </a:lnTo>
                <a:lnTo>
                  <a:pt x="1085716" y="1495371"/>
                </a:lnTo>
                <a:lnTo>
                  <a:pt x="1086134" y="1499733"/>
                </a:lnTo>
                <a:lnTo>
                  <a:pt x="1086566" y="1504082"/>
                </a:lnTo>
                <a:lnTo>
                  <a:pt x="1086984" y="1508443"/>
                </a:lnTo>
                <a:lnTo>
                  <a:pt x="1087415" y="1512792"/>
                </a:lnTo>
                <a:lnTo>
                  <a:pt x="1087834" y="1517128"/>
                </a:lnTo>
                <a:lnTo>
                  <a:pt x="1088253" y="1521464"/>
                </a:lnTo>
                <a:lnTo>
                  <a:pt x="1088684" y="1525800"/>
                </a:lnTo>
                <a:lnTo>
                  <a:pt x="1089102" y="1530136"/>
                </a:lnTo>
                <a:lnTo>
                  <a:pt x="1089521" y="1534460"/>
                </a:lnTo>
                <a:lnTo>
                  <a:pt x="1089952" y="1538783"/>
                </a:lnTo>
                <a:lnTo>
                  <a:pt x="1090371" y="1543094"/>
                </a:lnTo>
                <a:lnTo>
                  <a:pt x="1090802" y="1547404"/>
                </a:lnTo>
                <a:lnTo>
                  <a:pt x="1091208" y="1551702"/>
                </a:lnTo>
                <a:lnTo>
                  <a:pt x="1091639" y="1556013"/>
                </a:lnTo>
                <a:lnTo>
                  <a:pt x="1092058" y="1560311"/>
                </a:lnTo>
                <a:lnTo>
                  <a:pt x="1092489" y="1564596"/>
                </a:lnTo>
                <a:lnTo>
                  <a:pt x="1092908" y="1568881"/>
                </a:lnTo>
                <a:lnTo>
                  <a:pt x="1093326" y="1573158"/>
                </a:lnTo>
                <a:lnTo>
                  <a:pt x="1093757" y="1577434"/>
                </a:lnTo>
                <a:lnTo>
                  <a:pt x="1094176" y="1581696"/>
                </a:lnTo>
                <a:lnTo>
                  <a:pt x="1094595" y="1585962"/>
                </a:lnTo>
                <a:lnTo>
                  <a:pt x="1095026" y="1590223"/>
                </a:lnTo>
                <a:lnTo>
                  <a:pt x="1095444" y="1594470"/>
                </a:lnTo>
                <a:lnTo>
                  <a:pt x="1095876" y="1598716"/>
                </a:lnTo>
                <a:lnTo>
                  <a:pt x="1096282" y="1602958"/>
                </a:lnTo>
                <a:lnTo>
                  <a:pt x="1096713" y="1607195"/>
                </a:lnTo>
                <a:lnTo>
                  <a:pt x="1097132" y="1611422"/>
                </a:lnTo>
                <a:lnTo>
                  <a:pt x="1097563" y="1615643"/>
                </a:lnTo>
                <a:lnTo>
                  <a:pt x="1097981" y="1619860"/>
                </a:lnTo>
                <a:lnTo>
                  <a:pt x="1098413" y="1624073"/>
                </a:lnTo>
                <a:lnTo>
                  <a:pt x="1098831" y="1628279"/>
                </a:lnTo>
                <a:lnTo>
                  <a:pt x="1099250" y="1632471"/>
                </a:lnTo>
                <a:lnTo>
                  <a:pt x="1099668" y="1636668"/>
                </a:lnTo>
                <a:lnTo>
                  <a:pt x="1100100" y="1640855"/>
                </a:lnTo>
                <a:lnTo>
                  <a:pt x="1100518" y="1645032"/>
                </a:lnTo>
                <a:lnTo>
                  <a:pt x="1100949" y="1649209"/>
                </a:lnTo>
                <a:lnTo>
                  <a:pt x="1101368" y="1653371"/>
                </a:lnTo>
                <a:lnTo>
                  <a:pt x="1101787" y="1657539"/>
                </a:lnTo>
                <a:lnTo>
                  <a:pt x="1102205" y="1661686"/>
                </a:lnTo>
                <a:lnTo>
                  <a:pt x="1102636" y="1665834"/>
                </a:lnTo>
                <a:lnTo>
                  <a:pt x="1103055" y="1669970"/>
                </a:lnTo>
                <a:lnTo>
                  <a:pt x="1103486" y="1674113"/>
                </a:lnTo>
                <a:lnTo>
                  <a:pt x="1103905" y="1678235"/>
                </a:lnTo>
                <a:lnTo>
                  <a:pt x="1104323" y="1682353"/>
                </a:lnTo>
                <a:lnTo>
                  <a:pt x="1104742" y="1686471"/>
                </a:lnTo>
                <a:lnTo>
                  <a:pt x="1105173" y="1690573"/>
                </a:lnTo>
                <a:lnTo>
                  <a:pt x="1105605" y="1694676"/>
                </a:lnTo>
                <a:lnTo>
                  <a:pt x="1106023" y="1698764"/>
                </a:lnTo>
                <a:lnTo>
                  <a:pt x="1106442" y="1702852"/>
                </a:lnTo>
                <a:lnTo>
                  <a:pt x="1106860" y="1706930"/>
                </a:lnTo>
                <a:lnTo>
                  <a:pt x="1107292" y="1711003"/>
                </a:lnTo>
                <a:lnTo>
                  <a:pt x="1107710" y="1715065"/>
                </a:lnTo>
                <a:lnTo>
                  <a:pt x="1108141" y="1719124"/>
                </a:lnTo>
                <a:lnTo>
                  <a:pt x="1108560" y="1723172"/>
                </a:lnTo>
                <a:lnTo>
                  <a:pt x="1108979" y="1727210"/>
                </a:lnTo>
                <a:lnTo>
                  <a:pt x="1109410" y="1731244"/>
                </a:lnTo>
                <a:lnTo>
                  <a:pt x="1109828" y="1735262"/>
                </a:lnTo>
                <a:lnTo>
                  <a:pt x="1110247" y="1739280"/>
                </a:lnTo>
                <a:lnTo>
                  <a:pt x="1110678" y="1743293"/>
                </a:lnTo>
                <a:lnTo>
                  <a:pt x="1111097" y="1747292"/>
                </a:lnTo>
                <a:lnTo>
                  <a:pt x="1111528" y="1751290"/>
                </a:lnTo>
                <a:lnTo>
                  <a:pt x="1111934" y="1755279"/>
                </a:lnTo>
                <a:lnTo>
                  <a:pt x="1112365" y="1759258"/>
                </a:lnTo>
                <a:lnTo>
                  <a:pt x="1112784" y="1763226"/>
                </a:lnTo>
                <a:lnTo>
                  <a:pt x="1113215" y="1767195"/>
                </a:lnTo>
                <a:lnTo>
                  <a:pt x="1113634" y="1771144"/>
                </a:lnTo>
                <a:lnTo>
                  <a:pt x="1114052" y="1775093"/>
                </a:lnTo>
                <a:lnTo>
                  <a:pt x="1114484" y="1779027"/>
                </a:lnTo>
                <a:lnTo>
                  <a:pt x="1114902" y="1782961"/>
                </a:lnTo>
                <a:lnTo>
                  <a:pt x="1115321" y="1786880"/>
                </a:lnTo>
                <a:lnTo>
                  <a:pt x="1115752" y="1790789"/>
                </a:lnTo>
                <a:lnTo>
                  <a:pt x="1116171" y="1794699"/>
                </a:lnTo>
                <a:lnTo>
                  <a:pt x="1116602" y="1798598"/>
                </a:lnTo>
                <a:lnTo>
                  <a:pt x="1117020" y="1802477"/>
                </a:lnTo>
                <a:lnTo>
                  <a:pt x="1117439" y="1806357"/>
                </a:lnTo>
                <a:lnTo>
                  <a:pt x="1117858" y="1810231"/>
                </a:lnTo>
                <a:lnTo>
                  <a:pt x="1118289" y="1814090"/>
                </a:lnTo>
                <a:lnTo>
                  <a:pt x="1118707" y="1817946"/>
                </a:lnTo>
                <a:lnTo>
                  <a:pt x="1119139" y="1821790"/>
                </a:lnTo>
                <a:lnTo>
                  <a:pt x="1119557" y="1825625"/>
                </a:lnTo>
                <a:lnTo>
                  <a:pt x="1119976" y="1829450"/>
                </a:lnTo>
                <a:lnTo>
                  <a:pt x="1120394" y="1833259"/>
                </a:lnTo>
                <a:lnTo>
                  <a:pt x="1120826" y="1837075"/>
                </a:lnTo>
                <a:lnTo>
                  <a:pt x="1121244" y="1840870"/>
                </a:lnTo>
                <a:lnTo>
                  <a:pt x="1121676" y="1844660"/>
                </a:lnTo>
                <a:lnTo>
                  <a:pt x="1122094" y="1848441"/>
                </a:lnTo>
                <a:lnTo>
                  <a:pt x="1122513" y="1852216"/>
                </a:lnTo>
                <a:lnTo>
                  <a:pt x="1122944" y="1855971"/>
                </a:lnTo>
                <a:lnTo>
                  <a:pt x="1123363" y="1859722"/>
                </a:lnTo>
                <a:lnTo>
                  <a:pt x="1123781" y="1863467"/>
                </a:lnTo>
                <a:lnTo>
                  <a:pt x="1124212" y="1867203"/>
                </a:lnTo>
                <a:lnTo>
                  <a:pt x="1124631" y="1870929"/>
                </a:lnTo>
                <a:lnTo>
                  <a:pt x="1125062" y="1874644"/>
                </a:lnTo>
                <a:lnTo>
                  <a:pt x="1125468" y="1878344"/>
                </a:lnTo>
                <a:lnTo>
                  <a:pt x="1125899" y="1882036"/>
                </a:lnTo>
                <a:lnTo>
                  <a:pt x="1126318" y="1885727"/>
                </a:lnTo>
                <a:lnTo>
                  <a:pt x="1126749" y="1889403"/>
                </a:lnTo>
                <a:lnTo>
                  <a:pt x="1127168" y="1893069"/>
                </a:lnTo>
                <a:lnTo>
                  <a:pt x="1127586" y="1896720"/>
                </a:lnTo>
                <a:lnTo>
                  <a:pt x="1128018" y="1900372"/>
                </a:lnTo>
                <a:lnTo>
                  <a:pt x="1128436" y="1903998"/>
                </a:lnTo>
                <a:lnTo>
                  <a:pt x="1128855" y="1907629"/>
                </a:lnTo>
                <a:lnTo>
                  <a:pt x="1129286" y="1911241"/>
                </a:lnTo>
                <a:lnTo>
                  <a:pt x="1129705" y="1914847"/>
                </a:lnTo>
                <a:lnTo>
                  <a:pt x="1130136" y="1918445"/>
                </a:lnTo>
                <a:lnTo>
                  <a:pt x="1130555" y="1922026"/>
                </a:lnTo>
                <a:lnTo>
                  <a:pt x="1130973" y="1925602"/>
                </a:lnTo>
                <a:lnTo>
                  <a:pt x="1131392" y="1929169"/>
                </a:lnTo>
                <a:lnTo>
                  <a:pt x="1131823" y="1932722"/>
                </a:lnTo>
                <a:lnTo>
                  <a:pt x="1132242" y="1936263"/>
                </a:lnTo>
                <a:lnTo>
                  <a:pt x="1132673" y="1939796"/>
                </a:lnTo>
                <a:lnTo>
                  <a:pt x="1133091" y="1943318"/>
                </a:lnTo>
                <a:lnTo>
                  <a:pt x="1133510" y="1946830"/>
                </a:lnTo>
                <a:lnTo>
                  <a:pt x="1133929" y="1950328"/>
                </a:lnTo>
                <a:lnTo>
                  <a:pt x="1134360" y="1953821"/>
                </a:lnTo>
                <a:lnTo>
                  <a:pt x="1134778" y="1957294"/>
                </a:lnTo>
                <a:lnTo>
                  <a:pt x="1135210" y="1960767"/>
                </a:lnTo>
                <a:lnTo>
                  <a:pt x="1135628" y="1964224"/>
                </a:lnTo>
                <a:lnTo>
                  <a:pt x="1136047" y="1967671"/>
                </a:lnTo>
                <a:lnTo>
                  <a:pt x="1136465" y="1971105"/>
                </a:lnTo>
                <a:lnTo>
                  <a:pt x="1136897" y="1974528"/>
                </a:lnTo>
                <a:lnTo>
                  <a:pt x="1137315" y="1977946"/>
                </a:lnTo>
                <a:lnTo>
                  <a:pt x="1137746" y="1981344"/>
                </a:lnTo>
                <a:lnTo>
                  <a:pt x="1138165" y="1984732"/>
                </a:lnTo>
                <a:lnTo>
                  <a:pt x="1138584" y="1988121"/>
                </a:lnTo>
                <a:lnTo>
                  <a:pt x="1139002" y="1991489"/>
                </a:lnTo>
                <a:lnTo>
                  <a:pt x="1139433" y="1994842"/>
                </a:lnTo>
                <a:lnTo>
                  <a:pt x="1139852" y="1998187"/>
                </a:lnTo>
                <a:lnTo>
                  <a:pt x="1140283" y="2001526"/>
                </a:lnTo>
                <a:lnTo>
                  <a:pt x="1140702" y="2004848"/>
                </a:lnTo>
                <a:lnTo>
                  <a:pt x="1141120" y="2008158"/>
                </a:lnTo>
                <a:lnTo>
                  <a:pt x="1141552" y="2011457"/>
                </a:lnTo>
                <a:lnTo>
                  <a:pt x="1141970" y="2014746"/>
                </a:lnTo>
                <a:lnTo>
                  <a:pt x="1142402" y="2018026"/>
                </a:lnTo>
                <a:lnTo>
                  <a:pt x="1142820" y="2021285"/>
                </a:lnTo>
                <a:lnTo>
                  <a:pt x="1143239" y="2024539"/>
                </a:lnTo>
                <a:lnTo>
                  <a:pt x="1143670" y="2027779"/>
                </a:lnTo>
                <a:lnTo>
                  <a:pt x="1144089" y="2031013"/>
                </a:lnTo>
                <a:lnTo>
                  <a:pt x="1144507" y="2034228"/>
                </a:lnTo>
                <a:lnTo>
                  <a:pt x="1144938" y="2037437"/>
                </a:lnTo>
                <a:lnTo>
                  <a:pt x="1145357" y="2040627"/>
                </a:lnTo>
                <a:lnTo>
                  <a:pt x="1145788" y="2043812"/>
                </a:lnTo>
                <a:lnTo>
                  <a:pt x="1146194" y="2046982"/>
                </a:lnTo>
                <a:lnTo>
                  <a:pt x="1146625" y="2050137"/>
                </a:lnTo>
                <a:lnTo>
                  <a:pt x="1147044" y="2053288"/>
                </a:lnTo>
                <a:lnTo>
                  <a:pt x="1147475" y="2056418"/>
                </a:lnTo>
                <a:lnTo>
                  <a:pt x="1147894" y="2059544"/>
                </a:lnTo>
                <a:lnTo>
                  <a:pt x="1148312" y="2062654"/>
                </a:lnTo>
                <a:lnTo>
                  <a:pt x="1148744" y="2065744"/>
                </a:lnTo>
                <a:lnTo>
                  <a:pt x="1149162" y="2068830"/>
                </a:lnTo>
                <a:lnTo>
                  <a:pt x="1149581" y="2071901"/>
                </a:lnTo>
                <a:lnTo>
                  <a:pt x="1150012" y="2074957"/>
                </a:lnTo>
                <a:lnTo>
                  <a:pt x="1150431" y="2078008"/>
                </a:lnTo>
                <a:lnTo>
                  <a:pt x="1150862" y="2081039"/>
                </a:lnTo>
                <a:lnTo>
                  <a:pt x="1151281" y="2084065"/>
                </a:lnTo>
                <a:lnTo>
                  <a:pt x="1151699" y="2087071"/>
                </a:lnTo>
                <a:lnTo>
                  <a:pt x="1152118" y="2090068"/>
                </a:lnTo>
                <a:lnTo>
                  <a:pt x="1152549" y="2093055"/>
                </a:lnTo>
                <a:lnTo>
                  <a:pt x="1152968" y="2096027"/>
                </a:lnTo>
                <a:lnTo>
                  <a:pt x="1153399" y="2098983"/>
                </a:lnTo>
                <a:lnTo>
                  <a:pt x="1153817" y="2101924"/>
                </a:lnTo>
                <a:lnTo>
                  <a:pt x="1154236" y="2104856"/>
                </a:lnTo>
                <a:lnTo>
                  <a:pt x="1154655" y="2107773"/>
                </a:lnTo>
                <a:lnTo>
                  <a:pt x="1155086" y="2110685"/>
                </a:lnTo>
                <a:lnTo>
                  <a:pt x="1155504" y="2113583"/>
                </a:lnTo>
                <a:lnTo>
                  <a:pt x="1155936" y="2116459"/>
                </a:lnTo>
                <a:lnTo>
                  <a:pt x="1156354" y="2119323"/>
                </a:lnTo>
                <a:lnTo>
                  <a:pt x="1156773" y="2122180"/>
                </a:lnTo>
                <a:lnTo>
                  <a:pt x="1157204" y="2125022"/>
                </a:lnTo>
                <a:lnTo>
                  <a:pt x="1157623" y="2127850"/>
                </a:lnTo>
                <a:lnTo>
                  <a:pt x="1158041" y="2130663"/>
                </a:lnTo>
                <a:lnTo>
                  <a:pt x="1158473" y="2133466"/>
                </a:lnTo>
                <a:lnTo>
                  <a:pt x="1158891" y="2136254"/>
                </a:lnTo>
                <a:lnTo>
                  <a:pt x="1159322" y="2139027"/>
                </a:lnTo>
                <a:lnTo>
                  <a:pt x="1159728" y="2141791"/>
                </a:lnTo>
                <a:lnTo>
                  <a:pt x="1160160" y="2144535"/>
                </a:lnTo>
                <a:lnTo>
                  <a:pt x="1160578" y="2147267"/>
                </a:lnTo>
                <a:lnTo>
                  <a:pt x="1161009" y="2149986"/>
                </a:lnTo>
                <a:lnTo>
                  <a:pt x="1161428" y="2152699"/>
                </a:lnTo>
                <a:lnTo>
                  <a:pt x="1161847" y="2155389"/>
                </a:lnTo>
                <a:lnTo>
                  <a:pt x="1162278" y="2158068"/>
                </a:lnTo>
                <a:lnTo>
                  <a:pt x="1162696" y="2160737"/>
                </a:lnTo>
                <a:lnTo>
                  <a:pt x="1163115" y="2163386"/>
                </a:lnTo>
                <a:lnTo>
                  <a:pt x="1163546" y="2166029"/>
                </a:lnTo>
                <a:lnTo>
                  <a:pt x="1163965" y="2168659"/>
                </a:lnTo>
                <a:lnTo>
                  <a:pt x="1164396" y="2171263"/>
                </a:lnTo>
                <a:lnTo>
                  <a:pt x="1164815" y="2173858"/>
                </a:lnTo>
                <a:lnTo>
                  <a:pt x="1165233" y="2176442"/>
                </a:lnTo>
                <a:lnTo>
                  <a:pt x="1165652" y="2179017"/>
                </a:lnTo>
                <a:lnTo>
                  <a:pt x="1166083" y="2181568"/>
                </a:lnTo>
                <a:lnTo>
                  <a:pt x="1166502" y="2184112"/>
                </a:lnTo>
                <a:lnTo>
                  <a:pt x="1166933" y="2186638"/>
                </a:lnTo>
                <a:lnTo>
                  <a:pt x="1167352" y="2189153"/>
                </a:lnTo>
                <a:lnTo>
                  <a:pt x="1167770" y="2191648"/>
                </a:lnTo>
                <a:lnTo>
                  <a:pt x="1168189" y="2194134"/>
                </a:lnTo>
                <a:lnTo>
                  <a:pt x="1168620" y="2196609"/>
                </a:lnTo>
                <a:lnTo>
                  <a:pt x="1169039" y="2199060"/>
                </a:lnTo>
                <a:lnTo>
                  <a:pt x="1169470" y="2201505"/>
                </a:lnTo>
                <a:lnTo>
                  <a:pt x="1169888" y="2203931"/>
                </a:lnTo>
                <a:lnTo>
                  <a:pt x="1170307" y="2206347"/>
                </a:lnTo>
                <a:lnTo>
                  <a:pt x="1170726" y="2208748"/>
                </a:lnTo>
                <a:lnTo>
                  <a:pt x="1171157" y="2211130"/>
                </a:lnTo>
                <a:lnTo>
                  <a:pt x="1171575" y="2213496"/>
                </a:lnTo>
                <a:lnTo>
                  <a:pt x="1172007" y="2215857"/>
                </a:lnTo>
                <a:lnTo>
                  <a:pt x="1172425" y="2218194"/>
                </a:lnTo>
                <a:lnTo>
                  <a:pt x="1172856" y="2220525"/>
                </a:lnTo>
                <a:lnTo>
                  <a:pt x="1173262" y="2222842"/>
                </a:lnTo>
                <a:lnTo>
                  <a:pt x="1173694" y="2225130"/>
                </a:lnTo>
                <a:lnTo>
                  <a:pt x="1174112" y="2227416"/>
                </a:lnTo>
                <a:lnTo>
                  <a:pt x="1174543" y="2229683"/>
                </a:lnTo>
                <a:lnTo>
                  <a:pt x="1174962" y="2231936"/>
                </a:lnTo>
                <a:lnTo>
                  <a:pt x="1175381" y="2234178"/>
                </a:lnTo>
                <a:lnTo>
                  <a:pt x="1175799" y="2236401"/>
                </a:lnTo>
                <a:lnTo>
                  <a:pt x="1176231" y="2238613"/>
                </a:lnTo>
                <a:lnTo>
                  <a:pt x="1176649" y="2240806"/>
                </a:lnTo>
                <a:lnTo>
                  <a:pt x="1177080" y="2242984"/>
                </a:lnTo>
                <a:lnTo>
                  <a:pt x="1177499" y="2245152"/>
                </a:lnTo>
                <a:lnTo>
                  <a:pt x="1177930" y="2247299"/>
                </a:lnTo>
                <a:lnTo>
                  <a:pt x="1178336" y="2249438"/>
                </a:lnTo>
                <a:lnTo>
                  <a:pt x="1178767" y="2251557"/>
                </a:lnTo>
                <a:lnTo>
                  <a:pt x="1179186" y="2253665"/>
                </a:lnTo>
                <a:lnTo>
                  <a:pt x="1179617" y="2255748"/>
                </a:lnTo>
                <a:lnTo>
                  <a:pt x="1180036" y="2257827"/>
                </a:lnTo>
                <a:lnTo>
                  <a:pt x="1180454" y="2259891"/>
                </a:lnTo>
                <a:lnTo>
                  <a:pt x="1180873" y="2261930"/>
                </a:lnTo>
                <a:lnTo>
                  <a:pt x="1181304" y="2263958"/>
                </a:lnTo>
                <a:lnTo>
                  <a:pt x="1181735" y="2265978"/>
                </a:lnTo>
                <a:lnTo>
                  <a:pt x="1182154" y="2267971"/>
                </a:lnTo>
                <a:lnTo>
                  <a:pt x="1182573" y="2269956"/>
                </a:lnTo>
                <a:lnTo>
                  <a:pt x="1182991" y="2271926"/>
                </a:lnTo>
                <a:lnTo>
                  <a:pt x="1183422" y="2273875"/>
                </a:lnTo>
                <a:lnTo>
                  <a:pt x="1183841" y="2275816"/>
                </a:lnTo>
                <a:lnTo>
                  <a:pt x="1184272" y="2277740"/>
                </a:lnTo>
                <a:lnTo>
                  <a:pt x="1184691" y="2279645"/>
                </a:lnTo>
                <a:lnTo>
                  <a:pt x="1185122" y="2281535"/>
                </a:lnTo>
                <a:lnTo>
                  <a:pt x="1185541" y="2283416"/>
                </a:lnTo>
                <a:lnTo>
                  <a:pt x="1185959" y="2285271"/>
                </a:lnTo>
                <a:lnTo>
                  <a:pt x="1186378" y="2287121"/>
                </a:lnTo>
                <a:lnTo>
                  <a:pt x="1186809" y="2288947"/>
                </a:lnTo>
                <a:lnTo>
                  <a:pt x="1187228" y="2290767"/>
                </a:lnTo>
                <a:lnTo>
                  <a:pt x="1187659" y="2292559"/>
                </a:lnTo>
                <a:lnTo>
                  <a:pt x="1188065" y="2294349"/>
                </a:lnTo>
                <a:lnTo>
                  <a:pt x="1188496" y="2296110"/>
                </a:lnTo>
                <a:lnTo>
                  <a:pt x="1188915" y="2297861"/>
                </a:lnTo>
                <a:lnTo>
                  <a:pt x="1189346" y="2299603"/>
                </a:lnTo>
                <a:lnTo>
                  <a:pt x="1189765" y="2301325"/>
                </a:lnTo>
                <a:lnTo>
                  <a:pt x="1190183" y="2303026"/>
                </a:lnTo>
                <a:lnTo>
                  <a:pt x="1190614" y="2304712"/>
                </a:lnTo>
                <a:lnTo>
                  <a:pt x="1191033" y="2306384"/>
                </a:lnTo>
                <a:lnTo>
                  <a:pt x="1191452" y="2308046"/>
                </a:lnTo>
                <a:lnTo>
                  <a:pt x="1191883" y="2309688"/>
                </a:lnTo>
                <a:lnTo>
                  <a:pt x="1192301" y="2311316"/>
                </a:lnTo>
                <a:lnTo>
                  <a:pt x="1192733" y="2312928"/>
                </a:lnTo>
                <a:lnTo>
                  <a:pt x="1193151" y="2314515"/>
                </a:lnTo>
                <a:lnTo>
                  <a:pt x="1193570" y="2316098"/>
                </a:lnTo>
                <a:lnTo>
                  <a:pt x="1193988" y="2317656"/>
                </a:lnTo>
                <a:lnTo>
                  <a:pt x="1194420" y="2319203"/>
                </a:lnTo>
                <a:lnTo>
                  <a:pt x="1194838" y="2320732"/>
                </a:lnTo>
                <a:lnTo>
                  <a:pt x="1195270" y="2322245"/>
                </a:lnTo>
                <a:lnTo>
                  <a:pt x="1195688" y="2323748"/>
                </a:lnTo>
                <a:lnTo>
                  <a:pt x="1196107" y="2325232"/>
                </a:lnTo>
                <a:lnTo>
                  <a:pt x="1196525" y="2326699"/>
                </a:lnTo>
                <a:lnTo>
                  <a:pt x="1196957" y="2328144"/>
                </a:lnTo>
                <a:lnTo>
                  <a:pt x="1197375" y="2329577"/>
                </a:lnTo>
                <a:lnTo>
                  <a:pt x="1197806" y="2331001"/>
                </a:lnTo>
                <a:lnTo>
                  <a:pt x="1198225" y="2332395"/>
                </a:lnTo>
                <a:lnTo>
                  <a:pt x="1198644" y="2333788"/>
                </a:lnTo>
                <a:lnTo>
                  <a:pt x="1199075" y="2335153"/>
                </a:lnTo>
                <a:lnTo>
                  <a:pt x="1199493" y="2336507"/>
                </a:lnTo>
                <a:lnTo>
                  <a:pt x="1199912" y="2337842"/>
                </a:lnTo>
                <a:lnTo>
                  <a:pt x="1200343" y="2339167"/>
                </a:lnTo>
                <a:lnTo>
                  <a:pt x="1200762" y="2340472"/>
                </a:lnTo>
                <a:lnTo>
                  <a:pt x="1201193" y="2341756"/>
                </a:lnTo>
                <a:lnTo>
                  <a:pt x="1201599" y="2343031"/>
                </a:lnTo>
                <a:lnTo>
                  <a:pt x="1202030" y="2344281"/>
                </a:lnTo>
                <a:lnTo>
                  <a:pt x="1202449" y="2345521"/>
                </a:lnTo>
                <a:lnTo>
                  <a:pt x="1202880" y="2346752"/>
                </a:lnTo>
                <a:lnTo>
                  <a:pt x="1203299" y="2347952"/>
                </a:lnTo>
                <a:lnTo>
                  <a:pt x="1203717" y="2349142"/>
                </a:lnTo>
                <a:lnTo>
                  <a:pt x="1204149" y="2350319"/>
                </a:lnTo>
                <a:lnTo>
                  <a:pt x="1204567" y="2351469"/>
                </a:lnTo>
                <a:lnTo>
                  <a:pt x="1204986" y="2352615"/>
                </a:lnTo>
                <a:lnTo>
                  <a:pt x="1205417" y="2353742"/>
                </a:lnTo>
                <a:lnTo>
                  <a:pt x="1205836" y="2354848"/>
                </a:lnTo>
                <a:lnTo>
                  <a:pt x="1206267" y="2355939"/>
                </a:lnTo>
                <a:lnTo>
                  <a:pt x="1206673" y="2357016"/>
                </a:lnTo>
                <a:lnTo>
                  <a:pt x="1207104" y="2358073"/>
                </a:lnTo>
                <a:lnTo>
                  <a:pt x="1207523" y="2359119"/>
                </a:lnTo>
                <a:lnTo>
                  <a:pt x="1207954" y="2360142"/>
                </a:lnTo>
                <a:lnTo>
                  <a:pt x="1208372" y="2361149"/>
                </a:lnTo>
                <a:lnTo>
                  <a:pt x="1208791" y="2362146"/>
                </a:lnTo>
                <a:lnTo>
                  <a:pt x="1209222" y="2363123"/>
                </a:lnTo>
                <a:lnTo>
                  <a:pt x="1209641" y="2364076"/>
                </a:lnTo>
                <a:lnTo>
                  <a:pt x="1210059" y="2365023"/>
                </a:lnTo>
                <a:lnTo>
                  <a:pt x="1210491" y="2365945"/>
                </a:lnTo>
                <a:lnTo>
                  <a:pt x="1210909" y="2366858"/>
                </a:lnTo>
                <a:lnTo>
                  <a:pt x="1213028" y="2371150"/>
                </a:lnTo>
                <a:lnTo>
                  <a:pt x="1213446" y="2371958"/>
                </a:lnTo>
                <a:lnTo>
                  <a:pt x="1213877" y="2372752"/>
                </a:lnTo>
                <a:lnTo>
                  <a:pt x="1214296" y="2373526"/>
                </a:lnTo>
                <a:lnTo>
                  <a:pt x="1214715" y="2374290"/>
                </a:lnTo>
                <a:lnTo>
                  <a:pt x="1215133" y="2375029"/>
                </a:lnTo>
                <a:lnTo>
                  <a:pt x="1215564" y="2375754"/>
                </a:lnTo>
                <a:lnTo>
                  <a:pt x="1215983" y="2376467"/>
                </a:lnTo>
                <a:lnTo>
                  <a:pt x="1216414" y="2377153"/>
                </a:lnTo>
                <a:lnTo>
                  <a:pt x="1216833" y="2377832"/>
                </a:lnTo>
                <a:lnTo>
                  <a:pt x="1217251" y="2378492"/>
                </a:lnTo>
                <a:lnTo>
                  <a:pt x="1217683" y="2379131"/>
                </a:lnTo>
                <a:lnTo>
                  <a:pt x="1218101" y="2379757"/>
                </a:lnTo>
                <a:lnTo>
                  <a:pt x="1218520" y="2380362"/>
                </a:lnTo>
                <a:lnTo>
                  <a:pt x="1218951" y="2380952"/>
                </a:lnTo>
                <a:lnTo>
                  <a:pt x="1219370" y="2381533"/>
                </a:lnTo>
                <a:lnTo>
                  <a:pt x="1219801" y="2382089"/>
                </a:lnTo>
                <a:lnTo>
                  <a:pt x="1221919" y="2384618"/>
                </a:lnTo>
                <a:lnTo>
                  <a:pt x="1222325" y="2385075"/>
                </a:lnTo>
                <a:lnTo>
                  <a:pt x="1222756" y="2385512"/>
                </a:lnTo>
                <a:lnTo>
                  <a:pt x="1223175" y="2385938"/>
                </a:lnTo>
                <a:lnTo>
                  <a:pt x="1223606" y="2386345"/>
                </a:lnTo>
                <a:lnTo>
                  <a:pt x="1224025" y="2386726"/>
                </a:lnTo>
                <a:lnTo>
                  <a:pt x="1224443" y="2387099"/>
                </a:lnTo>
                <a:lnTo>
                  <a:pt x="1224875" y="2387451"/>
                </a:lnTo>
                <a:lnTo>
                  <a:pt x="1225293" y="2387793"/>
                </a:lnTo>
                <a:lnTo>
                  <a:pt x="1233335" y="2390979"/>
                </a:lnTo>
                <a:lnTo>
                  <a:pt x="1233754" y="2390979"/>
                </a:lnTo>
                <a:lnTo>
                  <a:pt x="1237977" y="2390016"/>
                </a:lnTo>
                <a:lnTo>
                  <a:pt x="1238409" y="2389833"/>
                </a:lnTo>
                <a:lnTo>
                  <a:pt x="1243051" y="2386632"/>
                </a:lnTo>
                <a:lnTo>
                  <a:pt x="1243482" y="2386246"/>
                </a:lnTo>
                <a:lnTo>
                  <a:pt x="1247706" y="2381384"/>
                </a:lnTo>
                <a:lnTo>
                  <a:pt x="1248138" y="2380803"/>
                </a:lnTo>
                <a:lnTo>
                  <a:pt x="1251512" y="2375575"/>
                </a:lnTo>
                <a:lnTo>
                  <a:pt x="1251943" y="2374846"/>
                </a:lnTo>
                <a:lnTo>
                  <a:pt x="1252361" y="2374096"/>
                </a:lnTo>
                <a:lnTo>
                  <a:pt x="1252780" y="2373333"/>
                </a:lnTo>
                <a:lnTo>
                  <a:pt x="1253211" y="2372553"/>
                </a:lnTo>
                <a:lnTo>
                  <a:pt x="1253630" y="2371760"/>
                </a:lnTo>
                <a:lnTo>
                  <a:pt x="1254061" y="2370941"/>
                </a:lnTo>
                <a:lnTo>
                  <a:pt x="1254467" y="2370118"/>
                </a:lnTo>
                <a:lnTo>
                  <a:pt x="1254898" y="2369269"/>
                </a:lnTo>
                <a:lnTo>
                  <a:pt x="1255317" y="2368407"/>
                </a:lnTo>
                <a:lnTo>
                  <a:pt x="1255748" y="2367528"/>
                </a:lnTo>
                <a:lnTo>
                  <a:pt x="1256179" y="2366625"/>
                </a:lnTo>
                <a:lnTo>
                  <a:pt x="1256585" y="2365717"/>
                </a:lnTo>
                <a:lnTo>
                  <a:pt x="1257017" y="2364784"/>
                </a:lnTo>
                <a:lnTo>
                  <a:pt x="1257435" y="2363837"/>
                </a:lnTo>
                <a:lnTo>
                  <a:pt x="1257866" y="2362874"/>
                </a:lnTo>
                <a:lnTo>
                  <a:pt x="1258285" y="2361898"/>
                </a:lnTo>
                <a:lnTo>
                  <a:pt x="1258704" y="2360901"/>
                </a:lnTo>
                <a:lnTo>
                  <a:pt x="1259135" y="2359889"/>
                </a:lnTo>
                <a:lnTo>
                  <a:pt x="1259553" y="2358856"/>
                </a:lnTo>
                <a:lnTo>
                  <a:pt x="1259972" y="2357809"/>
                </a:lnTo>
                <a:lnTo>
                  <a:pt x="1260403" y="2356748"/>
                </a:lnTo>
                <a:lnTo>
                  <a:pt x="1260822" y="2355667"/>
                </a:lnTo>
                <a:lnTo>
                  <a:pt x="1261253" y="2354575"/>
                </a:lnTo>
                <a:lnTo>
                  <a:pt x="1261672" y="2353459"/>
                </a:lnTo>
                <a:lnTo>
                  <a:pt x="1262090" y="2352333"/>
                </a:lnTo>
                <a:lnTo>
                  <a:pt x="1262509" y="2351187"/>
                </a:lnTo>
                <a:lnTo>
                  <a:pt x="1262940" y="2350026"/>
                </a:lnTo>
                <a:lnTo>
                  <a:pt x="1263359" y="2348850"/>
                </a:lnTo>
                <a:lnTo>
                  <a:pt x="1263790" y="2347655"/>
                </a:lnTo>
                <a:lnTo>
                  <a:pt x="1264208" y="2346444"/>
                </a:lnTo>
                <a:lnTo>
                  <a:pt x="1264627" y="2345213"/>
                </a:lnTo>
                <a:lnTo>
                  <a:pt x="1265046" y="2343968"/>
                </a:lnTo>
                <a:lnTo>
                  <a:pt x="1265477" y="2342708"/>
                </a:lnTo>
                <a:lnTo>
                  <a:pt x="1265895" y="2341434"/>
                </a:lnTo>
                <a:lnTo>
                  <a:pt x="1266327" y="2340143"/>
                </a:lnTo>
                <a:lnTo>
                  <a:pt x="1266745" y="2338839"/>
                </a:lnTo>
                <a:lnTo>
                  <a:pt x="1267164" y="2337510"/>
                </a:lnTo>
                <a:lnTo>
                  <a:pt x="1267595" y="2336170"/>
                </a:lnTo>
                <a:lnTo>
                  <a:pt x="1268014" y="2334811"/>
                </a:lnTo>
                <a:lnTo>
                  <a:pt x="1268432" y="2333436"/>
                </a:lnTo>
                <a:lnTo>
                  <a:pt x="1268864" y="2332052"/>
                </a:lnTo>
                <a:lnTo>
                  <a:pt x="1269282" y="2330649"/>
                </a:lnTo>
                <a:lnTo>
                  <a:pt x="1269713" y="2329219"/>
                </a:lnTo>
                <a:lnTo>
                  <a:pt x="1270119" y="2327781"/>
                </a:lnTo>
                <a:lnTo>
                  <a:pt x="1270551" y="2326333"/>
                </a:lnTo>
                <a:lnTo>
                  <a:pt x="1270969" y="2324859"/>
                </a:lnTo>
                <a:lnTo>
                  <a:pt x="1271400" y="2323375"/>
                </a:lnTo>
                <a:lnTo>
                  <a:pt x="1271819" y="2321872"/>
                </a:lnTo>
                <a:lnTo>
                  <a:pt x="1272238" y="2320350"/>
                </a:lnTo>
                <a:lnTo>
                  <a:pt x="1272669" y="2318817"/>
                </a:lnTo>
                <a:lnTo>
                  <a:pt x="1273087" y="2317274"/>
                </a:lnTo>
                <a:lnTo>
                  <a:pt x="1273506" y="2315706"/>
                </a:lnTo>
                <a:lnTo>
                  <a:pt x="1273937" y="2314118"/>
                </a:lnTo>
                <a:lnTo>
                  <a:pt x="1274356" y="2312521"/>
                </a:lnTo>
                <a:lnTo>
                  <a:pt x="1274787" y="2310909"/>
                </a:lnTo>
                <a:lnTo>
                  <a:pt x="1275193" y="2309281"/>
                </a:lnTo>
                <a:lnTo>
                  <a:pt x="1275624" y="2307629"/>
                </a:lnTo>
                <a:lnTo>
                  <a:pt x="1276043" y="2305972"/>
                </a:lnTo>
                <a:lnTo>
                  <a:pt x="1276474" y="2304297"/>
                </a:lnTo>
                <a:lnTo>
                  <a:pt x="1276893" y="2302599"/>
                </a:lnTo>
                <a:lnTo>
                  <a:pt x="1277311" y="2300893"/>
                </a:lnTo>
                <a:lnTo>
                  <a:pt x="1277743" y="2299167"/>
                </a:lnTo>
                <a:lnTo>
                  <a:pt x="1278161" y="2297425"/>
                </a:lnTo>
                <a:lnTo>
                  <a:pt x="1278580" y="2295669"/>
                </a:lnTo>
                <a:lnTo>
                  <a:pt x="1279011" y="2293903"/>
                </a:lnTo>
                <a:lnTo>
                  <a:pt x="1279430" y="2292117"/>
                </a:lnTo>
                <a:lnTo>
                  <a:pt x="1279861" y="2290316"/>
                </a:lnTo>
                <a:lnTo>
                  <a:pt x="1280279" y="2288496"/>
                </a:lnTo>
                <a:lnTo>
                  <a:pt x="1280698" y="2286665"/>
                </a:lnTo>
                <a:lnTo>
                  <a:pt x="1281117" y="2284815"/>
                </a:lnTo>
                <a:lnTo>
                  <a:pt x="1281548" y="2282944"/>
                </a:lnTo>
                <a:lnTo>
                  <a:pt x="1281966" y="2281064"/>
                </a:lnTo>
                <a:lnTo>
                  <a:pt x="1282398" y="2279169"/>
                </a:lnTo>
                <a:lnTo>
                  <a:pt x="1282816" y="2277259"/>
                </a:lnTo>
                <a:lnTo>
                  <a:pt x="1283235" y="2275334"/>
                </a:lnTo>
                <a:lnTo>
                  <a:pt x="1283653" y="2273395"/>
                </a:lnTo>
                <a:lnTo>
                  <a:pt x="1284085" y="2271430"/>
                </a:lnTo>
                <a:lnTo>
                  <a:pt x="1284503" y="2269460"/>
                </a:lnTo>
                <a:lnTo>
                  <a:pt x="1284935" y="2267476"/>
                </a:lnTo>
                <a:lnTo>
                  <a:pt x="1285353" y="2265472"/>
                </a:lnTo>
                <a:lnTo>
                  <a:pt x="1285772" y="2263457"/>
                </a:lnTo>
                <a:lnTo>
                  <a:pt x="1286203" y="2261419"/>
                </a:lnTo>
                <a:lnTo>
                  <a:pt x="1286622" y="2259369"/>
                </a:lnTo>
                <a:lnTo>
                  <a:pt x="1287040" y="2257305"/>
                </a:lnTo>
                <a:lnTo>
                  <a:pt x="1287471" y="2255228"/>
                </a:lnTo>
                <a:lnTo>
                  <a:pt x="1287890" y="2253133"/>
                </a:lnTo>
                <a:lnTo>
                  <a:pt x="1288321" y="2251025"/>
                </a:lnTo>
                <a:lnTo>
                  <a:pt x="1288727" y="2248902"/>
                </a:lnTo>
                <a:lnTo>
                  <a:pt x="1289158" y="2246764"/>
                </a:lnTo>
                <a:lnTo>
                  <a:pt x="1289577" y="2244611"/>
                </a:lnTo>
                <a:lnTo>
                  <a:pt x="1290008" y="2242443"/>
                </a:lnTo>
                <a:lnTo>
                  <a:pt x="1290427" y="2240255"/>
                </a:lnTo>
                <a:lnTo>
                  <a:pt x="1290845" y="2238063"/>
                </a:lnTo>
                <a:lnTo>
                  <a:pt x="1291277" y="2235850"/>
                </a:lnTo>
                <a:lnTo>
                  <a:pt x="1291695" y="2233617"/>
                </a:lnTo>
                <a:lnTo>
                  <a:pt x="1292114" y="2231381"/>
                </a:lnTo>
                <a:lnTo>
                  <a:pt x="1292545" y="2229118"/>
                </a:lnTo>
                <a:lnTo>
                  <a:pt x="1292964" y="2226851"/>
                </a:lnTo>
                <a:lnTo>
                  <a:pt x="1293395" y="2224559"/>
                </a:lnTo>
                <a:lnTo>
                  <a:pt x="1293814" y="2222257"/>
                </a:lnTo>
                <a:lnTo>
                  <a:pt x="1294232" y="2219945"/>
                </a:lnTo>
                <a:lnTo>
                  <a:pt x="1294651" y="2217613"/>
                </a:lnTo>
                <a:lnTo>
                  <a:pt x="1295082" y="2215272"/>
                </a:lnTo>
                <a:lnTo>
                  <a:pt x="1295501" y="2212911"/>
                </a:lnTo>
                <a:lnTo>
                  <a:pt x="1295932" y="2210534"/>
                </a:lnTo>
                <a:lnTo>
                  <a:pt x="1296350" y="2208148"/>
                </a:lnTo>
                <a:lnTo>
                  <a:pt x="1296769" y="2205742"/>
                </a:lnTo>
                <a:lnTo>
                  <a:pt x="1297200" y="2203331"/>
                </a:lnTo>
                <a:lnTo>
                  <a:pt x="1297619" y="2200895"/>
                </a:lnTo>
                <a:lnTo>
                  <a:pt x="1298050" y="2198449"/>
                </a:lnTo>
                <a:lnTo>
                  <a:pt x="1298469" y="2195989"/>
                </a:lnTo>
                <a:lnTo>
                  <a:pt x="1298887" y="2193513"/>
                </a:lnTo>
                <a:lnTo>
                  <a:pt x="1299306" y="2191023"/>
                </a:lnTo>
                <a:lnTo>
                  <a:pt x="1299737" y="2188527"/>
                </a:lnTo>
                <a:lnTo>
                  <a:pt x="1300156" y="2186002"/>
                </a:lnTo>
                <a:lnTo>
                  <a:pt x="1300574" y="2183478"/>
                </a:lnTo>
                <a:lnTo>
                  <a:pt x="1301005" y="2180932"/>
                </a:lnTo>
                <a:lnTo>
                  <a:pt x="1301424" y="2178372"/>
                </a:lnTo>
                <a:lnTo>
                  <a:pt x="1301843" y="2175798"/>
                </a:lnTo>
                <a:lnTo>
                  <a:pt x="1302274" y="2173209"/>
                </a:lnTo>
                <a:lnTo>
                  <a:pt x="1302692" y="2170613"/>
                </a:lnTo>
                <a:lnTo>
                  <a:pt x="1303124" y="2167999"/>
                </a:lnTo>
                <a:lnTo>
                  <a:pt x="1303542" y="2165369"/>
                </a:lnTo>
                <a:lnTo>
                  <a:pt x="1303961" y="2162731"/>
                </a:lnTo>
                <a:lnTo>
                  <a:pt x="1304380" y="2160072"/>
                </a:lnTo>
                <a:lnTo>
                  <a:pt x="1304811" y="2157403"/>
                </a:lnTo>
                <a:lnTo>
                  <a:pt x="1305229" y="2154714"/>
                </a:lnTo>
                <a:lnTo>
                  <a:pt x="1305661" y="2152020"/>
                </a:lnTo>
                <a:lnTo>
                  <a:pt x="1306079" y="2149316"/>
                </a:lnTo>
                <a:lnTo>
                  <a:pt x="1306498" y="2146588"/>
                </a:lnTo>
                <a:lnTo>
                  <a:pt x="1306916" y="2143854"/>
                </a:lnTo>
                <a:lnTo>
                  <a:pt x="1307348" y="2141096"/>
                </a:lnTo>
                <a:lnTo>
                  <a:pt x="1307766" y="2138338"/>
                </a:lnTo>
                <a:lnTo>
                  <a:pt x="1308197" y="2135560"/>
                </a:lnTo>
                <a:lnTo>
                  <a:pt x="1308616" y="2132761"/>
                </a:lnTo>
                <a:lnTo>
                  <a:pt x="1309035" y="2129959"/>
                </a:lnTo>
                <a:lnTo>
                  <a:pt x="1309453" y="2127141"/>
                </a:lnTo>
                <a:lnTo>
                  <a:pt x="1309884" y="2124313"/>
                </a:lnTo>
                <a:lnTo>
                  <a:pt x="1310303" y="2121471"/>
                </a:lnTo>
                <a:lnTo>
                  <a:pt x="1310734" y="2118608"/>
                </a:lnTo>
                <a:lnTo>
                  <a:pt x="1311153" y="2115741"/>
                </a:lnTo>
                <a:lnTo>
                  <a:pt x="1311584" y="2112853"/>
                </a:lnTo>
                <a:lnTo>
                  <a:pt x="1311990" y="2109962"/>
                </a:lnTo>
                <a:lnTo>
                  <a:pt x="1312421" y="2107049"/>
                </a:lnTo>
                <a:lnTo>
                  <a:pt x="1312840" y="2104123"/>
                </a:lnTo>
                <a:lnTo>
                  <a:pt x="1313271" y="2101190"/>
                </a:lnTo>
                <a:lnTo>
                  <a:pt x="1313690" y="2098243"/>
                </a:lnTo>
                <a:lnTo>
                  <a:pt x="1314108" y="2095276"/>
                </a:lnTo>
                <a:lnTo>
                  <a:pt x="1314540" y="2092305"/>
                </a:lnTo>
                <a:lnTo>
                  <a:pt x="1314958" y="2089319"/>
                </a:lnTo>
                <a:lnTo>
                  <a:pt x="1315377" y="2086317"/>
                </a:lnTo>
                <a:lnTo>
                  <a:pt x="1315808" y="2083306"/>
                </a:lnTo>
                <a:lnTo>
                  <a:pt x="1316227" y="2080279"/>
                </a:lnTo>
                <a:lnTo>
                  <a:pt x="1316658" y="2077249"/>
                </a:lnTo>
                <a:lnTo>
                  <a:pt x="1317064" y="2074192"/>
                </a:lnTo>
                <a:lnTo>
                  <a:pt x="1317495" y="2071132"/>
                </a:lnTo>
                <a:lnTo>
                  <a:pt x="1317914" y="2068061"/>
                </a:lnTo>
                <a:lnTo>
                  <a:pt x="1318345" y="2064976"/>
                </a:lnTo>
                <a:lnTo>
                  <a:pt x="1318763" y="2061875"/>
                </a:lnTo>
                <a:lnTo>
                  <a:pt x="1319182" y="2058764"/>
                </a:lnTo>
                <a:lnTo>
                  <a:pt x="1319613" y="2055639"/>
                </a:lnTo>
                <a:lnTo>
                  <a:pt x="1320032" y="2052499"/>
                </a:lnTo>
                <a:lnTo>
                  <a:pt x="1320450" y="2049353"/>
                </a:lnTo>
                <a:lnTo>
                  <a:pt x="1320882" y="2046188"/>
                </a:lnTo>
                <a:lnTo>
                  <a:pt x="1321300" y="2043018"/>
                </a:lnTo>
                <a:lnTo>
                  <a:pt x="1321732" y="2039833"/>
                </a:lnTo>
                <a:lnTo>
                  <a:pt x="1322150" y="2036634"/>
                </a:lnTo>
                <a:lnTo>
                  <a:pt x="1322569" y="2033424"/>
                </a:lnTo>
                <a:lnTo>
                  <a:pt x="1322987" y="2030209"/>
                </a:lnTo>
                <a:lnTo>
                  <a:pt x="1323419" y="2026970"/>
                </a:lnTo>
                <a:lnTo>
                  <a:pt x="1323837" y="2023730"/>
                </a:lnTo>
                <a:lnTo>
                  <a:pt x="1324268" y="2020471"/>
                </a:lnTo>
                <a:lnTo>
                  <a:pt x="1324687" y="2017207"/>
                </a:lnTo>
                <a:lnTo>
                  <a:pt x="1325106" y="2013922"/>
                </a:lnTo>
                <a:lnTo>
                  <a:pt x="1325524" y="2010629"/>
                </a:lnTo>
                <a:lnTo>
                  <a:pt x="1325955" y="2007329"/>
                </a:lnTo>
                <a:lnTo>
                  <a:pt x="1326374" y="2004015"/>
                </a:lnTo>
                <a:lnTo>
                  <a:pt x="1326805" y="2000692"/>
                </a:lnTo>
                <a:lnTo>
                  <a:pt x="1327224" y="1997352"/>
                </a:lnTo>
                <a:lnTo>
                  <a:pt x="1327642" y="1993999"/>
                </a:lnTo>
                <a:lnTo>
                  <a:pt x="1328074" y="1990646"/>
                </a:lnTo>
                <a:lnTo>
                  <a:pt x="1328492" y="1987273"/>
                </a:lnTo>
                <a:lnTo>
                  <a:pt x="1328911" y="1983889"/>
                </a:lnTo>
                <a:lnTo>
                  <a:pt x="1329342" y="1980495"/>
                </a:lnTo>
                <a:lnTo>
                  <a:pt x="1329761" y="1977087"/>
                </a:lnTo>
                <a:lnTo>
                  <a:pt x="1330192" y="1973674"/>
                </a:lnTo>
                <a:lnTo>
                  <a:pt x="1330598" y="1970251"/>
                </a:lnTo>
                <a:lnTo>
                  <a:pt x="1331029" y="1966808"/>
                </a:lnTo>
                <a:lnTo>
                  <a:pt x="1331448" y="1963361"/>
                </a:lnTo>
                <a:lnTo>
                  <a:pt x="1331879" y="1959903"/>
                </a:lnTo>
                <a:lnTo>
                  <a:pt x="1332298" y="1956431"/>
                </a:lnTo>
                <a:lnTo>
                  <a:pt x="1332716" y="1952948"/>
                </a:lnTo>
                <a:lnTo>
                  <a:pt x="1333147" y="1949460"/>
                </a:lnTo>
                <a:lnTo>
                  <a:pt x="1333566" y="1945953"/>
                </a:lnTo>
                <a:lnTo>
                  <a:pt x="1333997" y="1942441"/>
                </a:lnTo>
                <a:lnTo>
                  <a:pt x="1334416" y="1938918"/>
                </a:lnTo>
                <a:lnTo>
                  <a:pt x="1334834" y="1935381"/>
                </a:lnTo>
                <a:lnTo>
                  <a:pt x="1335266" y="1931833"/>
                </a:lnTo>
                <a:lnTo>
                  <a:pt x="1335684" y="1928277"/>
                </a:lnTo>
                <a:lnTo>
                  <a:pt x="1336103" y="1924710"/>
                </a:lnTo>
                <a:lnTo>
                  <a:pt x="1336534" y="1921133"/>
                </a:lnTo>
                <a:lnTo>
                  <a:pt x="1336953" y="1917542"/>
                </a:lnTo>
                <a:lnTo>
                  <a:pt x="1337384" y="1913945"/>
                </a:lnTo>
                <a:lnTo>
                  <a:pt x="1337803" y="1910338"/>
                </a:lnTo>
                <a:lnTo>
                  <a:pt x="1338221" y="1906726"/>
                </a:lnTo>
                <a:lnTo>
                  <a:pt x="1338640" y="1903096"/>
                </a:lnTo>
                <a:lnTo>
                  <a:pt x="1339071" y="1899454"/>
                </a:lnTo>
                <a:lnTo>
                  <a:pt x="1339490" y="1895812"/>
                </a:lnTo>
                <a:lnTo>
                  <a:pt x="1339921" y="1892151"/>
                </a:lnTo>
                <a:lnTo>
                  <a:pt x="1340339" y="1888485"/>
                </a:lnTo>
                <a:lnTo>
                  <a:pt x="1340758" y="1884804"/>
                </a:lnTo>
                <a:lnTo>
                  <a:pt x="1341177" y="1881118"/>
                </a:lnTo>
                <a:lnTo>
                  <a:pt x="1341608" y="1877422"/>
                </a:lnTo>
                <a:lnTo>
                  <a:pt x="1342026" y="1873712"/>
                </a:lnTo>
                <a:lnTo>
                  <a:pt x="1342458" y="1869995"/>
                </a:lnTo>
                <a:lnTo>
                  <a:pt x="1342876" y="1866270"/>
                </a:lnTo>
                <a:lnTo>
                  <a:pt x="1343295" y="1862535"/>
                </a:lnTo>
                <a:lnTo>
                  <a:pt x="1343726" y="1858794"/>
                </a:lnTo>
                <a:lnTo>
                  <a:pt x="1344145" y="1855034"/>
                </a:lnTo>
                <a:lnTo>
                  <a:pt x="1344563" y="1851269"/>
                </a:lnTo>
                <a:lnTo>
                  <a:pt x="1344994" y="1847493"/>
                </a:lnTo>
                <a:lnTo>
                  <a:pt x="1345413" y="1843713"/>
                </a:lnTo>
                <a:lnTo>
                  <a:pt x="1345844" y="1839922"/>
                </a:lnTo>
                <a:lnTo>
                  <a:pt x="1346250" y="1836118"/>
                </a:lnTo>
                <a:lnTo>
                  <a:pt x="1346681" y="1832317"/>
                </a:lnTo>
                <a:lnTo>
                  <a:pt x="1347100" y="1828497"/>
                </a:lnTo>
                <a:lnTo>
                  <a:pt x="1347531" y="1824667"/>
                </a:lnTo>
                <a:lnTo>
                  <a:pt x="1347950" y="1820827"/>
                </a:lnTo>
                <a:lnTo>
                  <a:pt x="1348368" y="1816983"/>
                </a:lnTo>
                <a:lnTo>
                  <a:pt x="1348800" y="1813129"/>
                </a:lnTo>
                <a:lnTo>
                  <a:pt x="1349218" y="1809258"/>
                </a:lnTo>
                <a:lnTo>
                  <a:pt x="1349637" y="1805389"/>
                </a:lnTo>
                <a:lnTo>
                  <a:pt x="1350068" y="1801504"/>
                </a:lnTo>
                <a:lnTo>
                  <a:pt x="1350487" y="1797621"/>
                </a:lnTo>
                <a:lnTo>
                  <a:pt x="1350918" y="1793721"/>
                </a:lnTo>
                <a:lnTo>
                  <a:pt x="1351324" y="1789812"/>
                </a:lnTo>
                <a:lnTo>
                  <a:pt x="1351755" y="1785903"/>
                </a:lnTo>
                <a:lnTo>
                  <a:pt x="1352174" y="1781974"/>
                </a:lnTo>
                <a:lnTo>
                  <a:pt x="1352605" y="1778050"/>
                </a:lnTo>
                <a:lnTo>
                  <a:pt x="1353024" y="1774106"/>
                </a:lnTo>
                <a:lnTo>
                  <a:pt x="1353442" y="1770156"/>
                </a:lnTo>
                <a:lnTo>
                  <a:pt x="1353873" y="1766198"/>
                </a:lnTo>
                <a:lnTo>
                  <a:pt x="1354292" y="1762234"/>
                </a:lnTo>
                <a:lnTo>
                  <a:pt x="1354711" y="1758266"/>
                </a:lnTo>
                <a:lnTo>
                  <a:pt x="1355142" y="1754282"/>
                </a:lnTo>
                <a:lnTo>
                  <a:pt x="1355560" y="1750298"/>
                </a:lnTo>
                <a:lnTo>
                  <a:pt x="1355992" y="1746295"/>
                </a:lnTo>
                <a:lnTo>
                  <a:pt x="1356410" y="1742291"/>
                </a:lnTo>
                <a:lnTo>
                  <a:pt x="1356829" y="1738278"/>
                </a:lnTo>
                <a:lnTo>
                  <a:pt x="1357247" y="1734260"/>
                </a:lnTo>
                <a:lnTo>
                  <a:pt x="1357679" y="1730236"/>
                </a:lnTo>
                <a:lnTo>
                  <a:pt x="1358097" y="1726193"/>
                </a:lnTo>
                <a:lnTo>
                  <a:pt x="1358529" y="1722154"/>
                </a:lnTo>
                <a:lnTo>
                  <a:pt x="1358947" y="1718107"/>
                </a:lnTo>
                <a:lnTo>
                  <a:pt x="1359366" y="1714049"/>
                </a:lnTo>
                <a:lnTo>
                  <a:pt x="1359784" y="1709985"/>
                </a:lnTo>
                <a:lnTo>
                  <a:pt x="1360216" y="1705912"/>
                </a:lnTo>
                <a:lnTo>
                  <a:pt x="1360634" y="1701835"/>
                </a:lnTo>
                <a:lnTo>
                  <a:pt x="1361065" y="1697746"/>
                </a:lnTo>
                <a:lnTo>
                  <a:pt x="1361484" y="1693655"/>
                </a:lnTo>
                <a:lnTo>
                  <a:pt x="1361903" y="1689551"/>
                </a:lnTo>
                <a:lnTo>
                  <a:pt x="1362334" y="1685444"/>
                </a:lnTo>
                <a:lnTo>
                  <a:pt x="1362752" y="1681327"/>
                </a:lnTo>
                <a:lnTo>
                  <a:pt x="1363171" y="1677209"/>
                </a:lnTo>
                <a:lnTo>
                  <a:pt x="1363602" y="1673077"/>
                </a:lnTo>
                <a:lnTo>
                  <a:pt x="1364021" y="1668944"/>
                </a:lnTo>
                <a:lnTo>
                  <a:pt x="1364452" y="1664801"/>
                </a:lnTo>
                <a:lnTo>
                  <a:pt x="1364858" y="1660655"/>
                </a:lnTo>
                <a:lnTo>
                  <a:pt x="1365289" y="1656497"/>
                </a:lnTo>
                <a:lnTo>
                  <a:pt x="1365708" y="1652335"/>
                </a:lnTo>
                <a:lnTo>
                  <a:pt x="1366139" y="1648163"/>
                </a:lnTo>
                <a:lnTo>
                  <a:pt x="1366558" y="1643996"/>
                </a:lnTo>
                <a:lnTo>
                  <a:pt x="1366976" y="1639808"/>
                </a:lnTo>
                <a:lnTo>
                  <a:pt x="1367408" y="1635621"/>
                </a:lnTo>
                <a:lnTo>
                  <a:pt x="1367826" y="1631429"/>
                </a:lnTo>
                <a:lnTo>
                  <a:pt x="1368245" y="1627227"/>
                </a:lnTo>
                <a:lnTo>
                  <a:pt x="1368676" y="1623025"/>
                </a:lnTo>
                <a:lnTo>
                  <a:pt x="1369095" y="1618808"/>
                </a:lnTo>
                <a:lnTo>
                  <a:pt x="1369526" y="1614592"/>
                </a:lnTo>
                <a:lnTo>
                  <a:pt x="1369944" y="1610365"/>
                </a:lnTo>
                <a:lnTo>
                  <a:pt x="1370363" y="1606133"/>
                </a:lnTo>
                <a:lnTo>
                  <a:pt x="1370782" y="1601901"/>
                </a:lnTo>
                <a:lnTo>
                  <a:pt x="1371213" y="1597656"/>
                </a:lnTo>
                <a:lnTo>
                  <a:pt x="1371631" y="1593409"/>
                </a:lnTo>
                <a:lnTo>
                  <a:pt x="1372063" y="1589153"/>
                </a:lnTo>
                <a:lnTo>
                  <a:pt x="1372481" y="1584901"/>
                </a:lnTo>
                <a:lnTo>
                  <a:pt x="1372900" y="1580634"/>
                </a:lnTo>
                <a:lnTo>
                  <a:pt x="1373331" y="1576368"/>
                </a:lnTo>
                <a:lnTo>
                  <a:pt x="1373750" y="1572087"/>
                </a:lnTo>
                <a:lnTo>
                  <a:pt x="1374181" y="1567813"/>
                </a:lnTo>
                <a:lnTo>
                  <a:pt x="1374600" y="1563528"/>
                </a:lnTo>
                <a:lnTo>
                  <a:pt x="1375018" y="1559230"/>
                </a:lnTo>
                <a:lnTo>
                  <a:pt x="1375437" y="1554932"/>
                </a:lnTo>
                <a:lnTo>
                  <a:pt x="1375868" y="1550634"/>
                </a:lnTo>
                <a:lnTo>
                  <a:pt x="1376287" y="1546323"/>
                </a:lnTo>
                <a:lnTo>
                  <a:pt x="1376718" y="1542013"/>
                </a:lnTo>
                <a:lnTo>
                  <a:pt x="1377136" y="1537702"/>
                </a:lnTo>
                <a:lnTo>
                  <a:pt x="1377555" y="1533379"/>
                </a:lnTo>
                <a:lnTo>
                  <a:pt x="1377986" y="1529056"/>
                </a:lnTo>
                <a:lnTo>
                  <a:pt x="1378405" y="1524719"/>
                </a:lnTo>
                <a:lnTo>
                  <a:pt x="1378823" y="1520383"/>
                </a:lnTo>
                <a:lnTo>
                  <a:pt x="1379255" y="1516047"/>
                </a:lnTo>
                <a:lnTo>
                  <a:pt x="1379673" y="1511699"/>
                </a:lnTo>
                <a:lnTo>
                  <a:pt x="1380104" y="1507362"/>
                </a:lnTo>
                <a:lnTo>
                  <a:pt x="1380510" y="1503001"/>
                </a:lnTo>
                <a:lnTo>
                  <a:pt x="1380942" y="1498639"/>
                </a:lnTo>
                <a:lnTo>
                  <a:pt x="1381360" y="1494278"/>
                </a:lnTo>
                <a:lnTo>
                  <a:pt x="1381791" y="1489916"/>
                </a:lnTo>
                <a:lnTo>
                  <a:pt x="1382210" y="1485542"/>
                </a:lnTo>
                <a:lnTo>
                  <a:pt x="1382629" y="1481168"/>
                </a:lnTo>
                <a:lnTo>
                  <a:pt x="1383060" y="1476794"/>
                </a:lnTo>
                <a:lnTo>
                  <a:pt x="1383478" y="1472407"/>
                </a:lnTo>
                <a:lnTo>
                  <a:pt x="1383897" y="1468020"/>
                </a:lnTo>
                <a:lnTo>
                  <a:pt x="1384328" y="1463633"/>
                </a:lnTo>
                <a:lnTo>
                  <a:pt x="1384747" y="1459246"/>
                </a:lnTo>
                <a:lnTo>
                  <a:pt x="1385178" y="1454834"/>
                </a:lnTo>
                <a:lnTo>
                  <a:pt x="1385584" y="1450434"/>
                </a:lnTo>
                <a:lnTo>
                  <a:pt x="1386015" y="1446034"/>
                </a:lnTo>
                <a:lnTo>
                  <a:pt x="1386434" y="1441622"/>
                </a:lnTo>
                <a:lnTo>
                  <a:pt x="1386865" y="1437210"/>
                </a:lnTo>
                <a:lnTo>
                  <a:pt x="1387284" y="1432797"/>
                </a:lnTo>
                <a:lnTo>
                  <a:pt x="1387702" y="1428372"/>
                </a:lnTo>
                <a:lnTo>
                  <a:pt x="1388134" y="1423947"/>
                </a:lnTo>
                <a:lnTo>
                  <a:pt x="1388552" y="1419522"/>
                </a:lnTo>
                <a:lnTo>
                  <a:pt x="1388971" y="1415097"/>
                </a:lnTo>
                <a:lnTo>
                  <a:pt x="1389402" y="1410659"/>
                </a:lnTo>
                <a:lnTo>
                  <a:pt x="1389821" y="1406221"/>
                </a:lnTo>
                <a:lnTo>
                  <a:pt x="1390252" y="1401784"/>
                </a:lnTo>
                <a:lnTo>
                  <a:pt x="1390670" y="1397346"/>
                </a:lnTo>
                <a:lnTo>
                  <a:pt x="1391089" y="1392908"/>
                </a:lnTo>
                <a:lnTo>
                  <a:pt x="1391508" y="1388457"/>
                </a:lnTo>
                <a:lnTo>
                  <a:pt x="1391939" y="1384007"/>
                </a:lnTo>
                <a:lnTo>
                  <a:pt x="1392357" y="1379556"/>
                </a:lnTo>
                <a:lnTo>
                  <a:pt x="1392789" y="1375106"/>
                </a:lnTo>
                <a:lnTo>
                  <a:pt x="1393207" y="1370643"/>
                </a:lnTo>
                <a:lnTo>
                  <a:pt x="1393626" y="1366179"/>
                </a:lnTo>
                <a:lnTo>
                  <a:pt x="1394044" y="1361716"/>
                </a:lnTo>
                <a:lnTo>
                  <a:pt x="1394476" y="1357253"/>
                </a:lnTo>
                <a:lnTo>
                  <a:pt x="1394894" y="1352790"/>
                </a:lnTo>
                <a:lnTo>
                  <a:pt x="1395326" y="1348314"/>
                </a:lnTo>
                <a:lnTo>
                  <a:pt x="1395744" y="1343838"/>
                </a:lnTo>
                <a:lnTo>
                  <a:pt x="1396163" y="1339375"/>
                </a:lnTo>
                <a:lnTo>
                  <a:pt x="1396594" y="1334899"/>
                </a:lnTo>
                <a:lnTo>
                  <a:pt x="1397013" y="1330423"/>
                </a:lnTo>
                <a:lnTo>
                  <a:pt x="1397431" y="1325934"/>
                </a:lnTo>
                <a:lnTo>
                  <a:pt x="1397862" y="1321458"/>
                </a:lnTo>
                <a:lnTo>
                  <a:pt x="1398281" y="1316982"/>
                </a:lnTo>
                <a:lnTo>
                  <a:pt x="1398712" y="1312494"/>
                </a:lnTo>
                <a:lnTo>
                  <a:pt x="1399118" y="1308005"/>
                </a:lnTo>
                <a:lnTo>
                  <a:pt x="1399549" y="1303516"/>
                </a:lnTo>
                <a:lnTo>
                  <a:pt x="1399968" y="1299028"/>
                </a:lnTo>
                <a:lnTo>
                  <a:pt x="1400399" y="1294539"/>
                </a:lnTo>
                <a:lnTo>
                  <a:pt x="1400818" y="1290038"/>
                </a:lnTo>
                <a:lnTo>
                  <a:pt x="1401236" y="1285549"/>
                </a:lnTo>
                <a:lnTo>
                  <a:pt x="1401668" y="1281048"/>
                </a:lnTo>
                <a:lnTo>
                  <a:pt x="1402086" y="1276559"/>
                </a:lnTo>
                <a:lnTo>
                  <a:pt x="1402505" y="1272058"/>
                </a:lnTo>
                <a:lnTo>
                  <a:pt x="1402936" y="1267569"/>
                </a:lnTo>
                <a:lnTo>
                  <a:pt x="1403355" y="1263067"/>
                </a:lnTo>
                <a:lnTo>
                  <a:pt x="1403786" y="1258566"/>
                </a:lnTo>
                <a:lnTo>
                  <a:pt x="1404205" y="1254065"/>
                </a:lnTo>
                <a:lnTo>
                  <a:pt x="1404623" y="1249551"/>
                </a:lnTo>
                <a:lnTo>
                  <a:pt x="1405042" y="1245062"/>
                </a:lnTo>
                <a:lnTo>
                  <a:pt x="1405473" y="1240548"/>
                </a:lnTo>
                <a:lnTo>
                  <a:pt x="1405892" y="1236047"/>
                </a:lnTo>
                <a:lnTo>
                  <a:pt x="1406323" y="1231545"/>
                </a:lnTo>
                <a:lnTo>
                  <a:pt x="1406741" y="1227044"/>
                </a:lnTo>
                <a:lnTo>
                  <a:pt x="1407160" y="1222530"/>
                </a:lnTo>
                <a:lnTo>
                  <a:pt x="1407579" y="1218028"/>
                </a:lnTo>
                <a:lnTo>
                  <a:pt x="1408010" y="1213514"/>
                </a:lnTo>
                <a:lnTo>
                  <a:pt x="1408428" y="1209013"/>
                </a:lnTo>
                <a:lnTo>
                  <a:pt x="1408860" y="1204499"/>
                </a:lnTo>
                <a:lnTo>
                  <a:pt x="1409278" y="1199997"/>
                </a:lnTo>
                <a:lnTo>
                  <a:pt x="1409697" y="1195483"/>
                </a:lnTo>
                <a:lnTo>
                  <a:pt x="1410128" y="1190982"/>
                </a:lnTo>
                <a:lnTo>
                  <a:pt x="1410547" y="1186468"/>
                </a:lnTo>
                <a:lnTo>
                  <a:pt x="1410978" y="1181966"/>
                </a:lnTo>
                <a:lnTo>
                  <a:pt x="1411397" y="1177465"/>
                </a:lnTo>
                <a:lnTo>
                  <a:pt x="1411815" y="1172951"/>
                </a:lnTo>
                <a:lnTo>
                  <a:pt x="1412246" y="1168450"/>
                </a:lnTo>
                <a:lnTo>
                  <a:pt x="1412665" y="1163936"/>
                </a:lnTo>
                <a:lnTo>
                  <a:pt x="1413084" y="1159434"/>
                </a:lnTo>
                <a:lnTo>
                  <a:pt x="1413515" y="1154933"/>
                </a:lnTo>
                <a:lnTo>
                  <a:pt x="1413921" y="1150431"/>
                </a:lnTo>
                <a:lnTo>
                  <a:pt x="1414365" y="1145917"/>
                </a:lnTo>
                <a:lnTo>
                  <a:pt x="1414771" y="1141429"/>
                </a:lnTo>
                <a:lnTo>
                  <a:pt x="1415202" y="1136915"/>
                </a:lnTo>
                <a:lnTo>
                  <a:pt x="1415620" y="1132413"/>
                </a:lnTo>
                <a:lnTo>
                  <a:pt x="1416052" y="1127912"/>
                </a:lnTo>
                <a:lnTo>
                  <a:pt x="1416470" y="1123410"/>
                </a:lnTo>
                <a:lnTo>
                  <a:pt x="1416889" y="1118909"/>
                </a:lnTo>
                <a:lnTo>
                  <a:pt x="1417307" y="1114420"/>
                </a:lnTo>
                <a:lnTo>
                  <a:pt x="1417739" y="1109932"/>
                </a:lnTo>
                <a:lnTo>
                  <a:pt x="1418157" y="1105430"/>
                </a:lnTo>
                <a:lnTo>
                  <a:pt x="1418589" y="1100942"/>
                </a:lnTo>
                <a:lnTo>
                  <a:pt x="1419007" y="1096440"/>
                </a:lnTo>
                <a:lnTo>
                  <a:pt x="1419438" y="1091952"/>
                </a:lnTo>
                <a:lnTo>
                  <a:pt x="1419844" y="1087463"/>
                </a:lnTo>
                <a:lnTo>
                  <a:pt x="1420276" y="1082974"/>
                </a:lnTo>
                <a:lnTo>
                  <a:pt x="1420694" y="1078486"/>
                </a:lnTo>
                <a:lnTo>
                  <a:pt x="1421125" y="1073997"/>
                </a:lnTo>
                <a:lnTo>
                  <a:pt x="1421544" y="1069508"/>
                </a:lnTo>
                <a:lnTo>
                  <a:pt x="1421963" y="1065045"/>
                </a:lnTo>
                <a:lnTo>
                  <a:pt x="1422381" y="1060556"/>
                </a:lnTo>
                <a:lnTo>
                  <a:pt x="1422812" y="1056081"/>
                </a:lnTo>
                <a:lnTo>
                  <a:pt x="1423231" y="1051605"/>
                </a:lnTo>
                <a:lnTo>
                  <a:pt x="1423662" y="1047141"/>
                </a:lnTo>
                <a:lnTo>
                  <a:pt x="1424081" y="1042653"/>
                </a:lnTo>
                <a:lnTo>
                  <a:pt x="1424499" y="1038189"/>
                </a:lnTo>
                <a:lnTo>
                  <a:pt x="1424931" y="1033726"/>
                </a:lnTo>
                <a:lnTo>
                  <a:pt x="1425349" y="1029250"/>
                </a:lnTo>
                <a:lnTo>
                  <a:pt x="1425768" y="1024800"/>
                </a:lnTo>
                <a:lnTo>
                  <a:pt x="1426199" y="1020337"/>
                </a:lnTo>
                <a:lnTo>
                  <a:pt x="1426618" y="1015873"/>
                </a:lnTo>
                <a:lnTo>
                  <a:pt x="1427049" y="1011423"/>
                </a:lnTo>
                <a:lnTo>
                  <a:pt x="1427455" y="1006972"/>
                </a:lnTo>
                <a:lnTo>
                  <a:pt x="1427886" y="1002522"/>
                </a:lnTo>
                <a:lnTo>
                  <a:pt x="1428305" y="998071"/>
                </a:lnTo>
                <a:lnTo>
                  <a:pt x="1428736" y="993633"/>
                </a:lnTo>
                <a:lnTo>
                  <a:pt x="1429154" y="989196"/>
                </a:lnTo>
                <a:lnTo>
                  <a:pt x="1429573" y="984758"/>
                </a:lnTo>
                <a:lnTo>
                  <a:pt x="1430004" y="980320"/>
                </a:lnTo>
                <a:lnTo>
                  <a:pt x="1430423" y="975882"/>
                </a:lnTo>
                <a:lnTo>
                  <a:pt x="1430841" y="971457"/>
                </a:lnTo>
                <a:lnTo>
                  <a:pt x="1431273" y="967032"/>
                </a:lnTo>
                <a:lnTo>
                  <a:pt x="1431691" y="962607"/>
                </a:lnTo>
                <a:lnTo>
                  <a:pt x="1432123" y="958182"/>
                </a:lnTo>
                <a:lnTo>
                  <a:pt x="1432541" y="953770"/>
                </a:lnTo>
                <a:lnTo>
                  <a:pt x="1432960" y="949357"/>
                </a:lnTo>
                <a:lnTo>
                  <a:pt x="1433378" y="944945"/>
                </a:lnTo>
                <a:lnTo>
                  <a:pt x="1433810" y="940545"/>
                </a:lnTo>
                <a:lnTo>
                  <a:pt x="1434228" y="936133"/>
                </a:lnTo>
                <a:lnTo>
                  <a:pt x="1434659" y="931733"/>
                </a:lnTo>
                <a:lnTo>
                  <a:pt x="1435078" y="927346"/>
                </a:lnTo>
                <a:lnTo>
                  <a:pt x="1435497" y="922947"/>
                </a:lnTo>
                <a:lnTo>
                  <a:pt x="1435915" y="918572"/>
                </a:lnTo>
                <a:lnTo>
                  <a:pt x="1436346" y="914186"/>
                </a:lnTo>
                <a:lnTo>
                  <a:pt x="1436765" y="909811"/>
                </a:lnTo>
                <a:lnTo>
                  <a:pt x="1437196" y="905437"/>
                </a:lnTo>
                <a:lnTo>
                  <a:pt x="1437615" y="901063"/>
                </a:lnTo>
                <a:lnTo>
                  <a:pt x="1438033" y="896701"/>
                </a:lnTo>
                <a:lnTo>
                  <a:pt x="1438465" y="892340"/>
                </a:lnTo>
                <a:lnTo>
                  <a:pt x="1438883" y="887978"/>
                </a:lnTo>
                <a:lnTo>
                  <a:pt x="1439302" y="883617"/>
                </a:lnTo>
                <a:lnTo>
                  <a:pt x="1439733" y="879281"/>
                </a:lnTo>
                <a:lnTo>
                  <a:pt x="1440152" y="874932"/>
                </a:lnTo>
                <a:lnTo>
                  <a:pt x="1440583" y="870596"/>
                </a:lnTo>
                <a:lnTo>
                  <a:pt x="1440989" y="866260"/>
                </a:lnTo>
                <a:lnTo>
                  <a:pt x="1441420" y="861924"/>
                </a:lnTo>
                <a:lnTo>
                  <a:pt x="1441839" y="857600"/>
                </a:lnTo>
                <a:lnTo>
                  <a:pt x="1442270" y="853277"/>
                </a:lnTo>
                <a:lnTo>
                  <a:pt x="1442689" y="848966"/>
                </a:lnTo>
                <a:lnTo>
                  <a:pt x="1443107" y="844656"/>
                </a:lnTo>
                <a:lnTo>
                  <a:pt x="1443538" y="840332"/>
                </a:lnTo>
                <a:lnTo>
                  <a:pt x="1443957" y="836035"/>
                </a:lnTo>
                <a:lnTo>
                  <a:pt x="1444376" y="831749"/>
                </a:lnTo>
                <a:lnTo>
                  <a:pt x="1444807" y="827451"/>
                </a:lnTo>
                <a:lnTo>
                  <a:pt x="1445225" y="823166"/>
                </a:lnTo>
                <a:lnTo>
                  <a:pt x="1445657" y="818894"/>
                </a:lnTo>
                <a:lnTo>
                  <a:pt x="1446063" y="814608"/>
                </a:lnTo>
                <a:lnTo>
                  <a:pt x="1446494" y="810336"/>
                </a:lnTo>
                <a:lnTo>
                  <a:pt x="1446912" y="806076"/>
                </a:lnTo>
                <a:lnTo>
                  <a:pt x="1447344" y="801829"/>
                </a:lnTo>
                <a:lnTo>
                  <a:pt x="1447775" y="797569"/>
                </a:lnTo>
                <a:lnTo>
                  <a:pt x="1448181" y="793322"/>
                </a:lnTo>
                <a:lnTo>
                  <a:pt x="1448612" y="789075"/>
                </a:lnTo>
                <a:lnTo>
                  <a:pt x="1449031" y="784841"/>
                </a:lnTo>
                <a:lnTo>
                  <a:pt x="1449462" y="780619"/>
                </a:lnTo>
                <a:lnTo>
                  <a:pt x="1449881" y="776385"/>
                </a:lnTo>
                <a:lnTo>
                  <a:pt x="1450312" y="772176"/>
                </a:lnTo>
                <a:lnTo>
                  <a:pt x="1450730" y="767954"/>
                </a:lnTo>
                <a:lnTo>
                  <a:pt x="1451149" y="763745"/>
                </a:lnTo>
                <a:lnTo>
                  <a:pt x="1451568" y="759549"/>
                </a:lnTo>
                <a:lnTo>
                  <a:pt x="1451999" y="755353"/>
                </a:lnTo>
                <a:lnTo>
                  <a:pt x="1452417" y="751170"/>
                </a:lnTo>
                <a:lnTo>
                  <a:pt x="1452849" y="746986"/>
                </a:lnTo>
                <a:lnTo>
                  <a:pt x="1453267" y="742815"/>
                </a:lnTo>
                <a:lnTo>
                  <a:pt x="1453686" y="738645"/>
                </a:lnTo>
                <a:lnTo>
                  <a:pt x="1454104" y="734487"/>
                </a:lnTo>
                <a:lnTo>
                  <a:pt x="1454536" y="730328"/>
                </a:lnTo>
                <a:lnTo>
                  <a:pt x="1454954" y="726183"/>
                </a:lnTo>
                <a:lnTo>
                  <a:pt x="1455386" y="722038"/>
                </a:lnTo>
                <a:lnTo>
                  <a:pt x="1455804" y="717905"/>
                </a:lnTo>
                <a:lnTo>
                  <a:pt x="1456223" y="713773"/>
                </a:lnTo>
                <a:lnTo>
                  <a:pt x="1456641" y="709653"/>
                </a:lnTo>
                <a:lnTo>
                  <a:pt x="1457073" y="705533"/>
                </a:lnTo>
                <a:lnTo>
                  <a:pt x="1457491" y="701426"/>
                </a:lnTo>
                <a:lnTo>
                  <a:pt x="1457922" y="697318"/>
                </a:lnTo>
                <a:lnTo>
                  <a:pt x="1458341" y="693237"/>
                </a:lnTo>
                <a:lnTo>
                  <a:pt x="1458760" y="689142"/>
                </a:lnTo>
                <a:lnTo>
                  <a:pt x="1459191" y="685060"/>
                </a:lnTo>
                <a:lnTo>
                  <a:pt x="1459609" y="680991"/>
                </a:lnTo>
                <a:lnTo>
                  <a:pt x="1460028" y="676935"/>
                </a:lnTo>
                <a:lnTo>
                  <a:pt x="1460459" y="672866"/>
                </a:lnTo>
                <a:lnTo>
                  <a:pt x="1460878" y="668822"/>
                </a:lnTo>
                <a:lnTo>
                  <a:pt x="1461309" y="664779"/>
                </a:lnTo>
                <a:lnTo>
                  <a:pt x="1461715" y="660748"/>
                </a:lnTo>
                <a:lnTo>
                  <a:pt x="1462146" y="656717"/>
                </a:lnTo>
                <a:lnTo>
                  <a:pt x="1462565" y="652699"/>
                </a:lnTo>
                <a:lnTo>
                  <a:pt x="1462996" y="648693"/>
                </a:lnTo>
                <a:lnTo>
                  <a:pt x="1463415" y="644675"/>
                </a:lnTo>
                <a:lnTo>
                  <a:pt x="1463833" y="640682"/>
                </a:lnTo>
                <a:lnTo>
                  <a:pt x="1464264" y="636690"/>
                </a:lnTo>
                <a:lnTo>
                  <a:pt x="1464683" y="632710"/>
                </a:lnTo>
                <a:lnTo>
                  <a:pt x="1465102" y="628742"/>
                </a:lnTo>
                <a:lnTo>
                  <a:pt x="1465533" y="624775"/>
                </a:lnTo>
                <a:lnTo>
                  <a:pt x="1465952" y="620820"/>
                </a:lnTo>
                <a:lnTo>
                  <a:pt x="1466383" y="616879"/>
                </a:lnTo>
                <a:lnTo>
                  <a:pt x="1466801" y="612924"/>
                </a:lnTo>
                <a:lnTo>
                  <a:pt x="1467220" y="609008"/>
                </a:lnTo>
                <a:lnTo>
                  <a:pt x="1467639" y="605078"/>
                </a:lnTo>
                <a:lnTo>
                  <a:pt x="1468070" y="601162"/>
                </a:lnTo>
                <a:lnTo>
                  <a:pt x="1468488" y="597258"/>
                </a:lnTo>
                <a:lnTo>
                  <a:pt x="1468920" y="593354"/>
                </a:lnTo>
                <a:lnTo>
                  <a:pt x="1469338" y="589463"/>
                </a:lnTo>
                <a:lnTo>
                  <a:pt x="1469757" y="585585"/>
                </a:lnTo>
                <a:lnTo>
                  <a:pt x="1470175" y="581720"/>
                </a:lnTo>
                <a:lnTo>
                  <a:pt x="1470607" y="577854"/>
                </a:lnTo>
                <a:lnTo>
                  <a:pt x="1471025" y="574001"/>
                </a:lnTo>
                <a:lnTo>
                  <a:pt x="1471456" y="570148"/>
                </a:lnTo>
                <a:lnTo>
                  <a:pt x="1471875" y="566321"/>
                </a:lnTo>
                <a:lnTo>
                  <a:pt x="1472294" y="562481"/>
                </a:lnTo>
                <a:lnTo>
                  <a:pt x="1472725" y="558666"/>
                </a:lnTo>
                <a:lnTo>
                  <a:pt x="1473143" y="554851"/>
                </a:lnTo>
                <a:lnTo>
                  <a:pt x="1473562" y="551062"/>
                </a:lnTo>
                <a:lnTo>
                  <a:pt x="1473993" y="547260"/>
                </a:lnTo>
                <a:lnTo>
                  <a:pt x="1474412" y="543471"/>
                </a:lnTo>
                <a:lnTo>
                  <a:pt x="1474843" y="539707"/>
                </a:lnTo>
                <a:lnTo>
                  <a:pt x="1475249" y="535943"/>
                </a:lnTo>
                <a:lnTo>
                  <a:pt x="1475680" y="532179"/>
                </a:lnTo>
                <a:lnTo>
                  <a:pt x="1476099" y="528441"/>
                </a:lnTo>
                <a:lnTo>
                  <a:pt x="1476530" y="524715"/>
                </a:lnTo>
                <a:lnTo>
                  <a:pt x="1476949" y="520976"/>
                </a:lnTo>
                <a:lnTo>
                  <a:pt x="1477367" y="517263"/>
                </a:lnTo>
                <a:lnTo>
                  <a:pt x="1477799" y="513550"/>
                </a:lnTo>
                <a:lnTo>
                  <a:pt x="1478217" y="509850"/>
                </a:lnTo>
                <a:lnTo>
                  <a:pt x="1478636" y="506175"/>
                </a:lnTo>
                <a:lnTo>
                  <a:pt x="1479067" y="502488"/>
                </a:lnTo>
                <a:lnTo>
                  <a:pt x="1479486" y="498826"/>
                </a:lnTo>
                <a:lnTo>
                  <a:pt x="1479917" y="495163"/>
                </a:lnTo>
                <a:lnTo>
                  <a:pt x="1480323" y="491527"/>
                </a:lnTo>
                <a:lnTo>
                  <a:pt x="1480754" y="487877"/>
                </a:lnTo>
                <a:lnTo>
                  <a:pt x="1481173" y="484253"/>
                </a:lnTo>
                <a:lnTo>
                  <a:pt x="1481604" y="480642"/>
                </a:lnTo>
                <a:lnTo>
                  <a:pt x="1482022" y="477031"/>
                </a:lnTo>
                <a:lnTo>
                  <a:pt x="1482454" y="473432"/>
                </a:lnTo>
                <a:lnTo>
                  <a:pt x="1482872" y="469846"/>
                </a:lnTo>
                <a:lnTo>
                  <a:pt x="1483291" y="466273"/>
                </a:lnTo>
                <a:lnTo>
                  <a:pt x="1483709" y="462700"/>
                </a:lnTo>
                <a:lnTo>
                  <a:pt x="1484141" y="459140"/>
                </a:lnTo>
                <a:lnTo>
                  <a:pt x="1484559" y="455592"/>
                </a:lnTo>
                <a:lnTo>
                  <a:pt x="1484991" y="452057"/>
                </a:lnTo>
                <a:lnTo>
                  <a:pt x="1485409" y="448535"/>
                </a:lnTo>
                <a:lnTo>
                  <a:pt x="1485828" y="445025"/>
                </a:lnTo>
                <a:lnTo>
                  <a:pt x="1486259" y="441516"/>
                </a:lnTo>
                <a:lnTo>
                  <a:pt x="1486678" y="438032"/>
                </a:lnTo>
                <a:lnTo>
                  <a:pt x="1487109" y="434547"/>
                </a:lnTo>
                <a:lnTo>
                  <a:pt x="1487527" y="431076"/>
                </a:lnTo>
                <a:lnTo>
                  <a:pt x="1487946" y="427617"/>
                </a:lnTo>
                <a:lnTo>
                  <a:pt x="1488365" y="424171"/>
                </a:lnTo>
                <a:lnTo>
                  <a:pt x="1488796" y="420725"/>
                </a:lnTo>
                <a:lnTo>
                  <a:pt x="1489214" y="417305"/>
                </a:lnTo>
                <a:lnTo>
                  <a:pt x="1489646" y="413897"/>
                </a:lnTo>
                <a:lnTo>
                  <a:pt x="1490064" y="410489"/>
                </a:lnTo>
                <a:lnTo>
                  <a:pt x="1490483" y="407094"/>
                </a:lnTo>
                <a:lnTo>
                  <a:pt x="1490901" y="403712"/>
                </a:lnTo>
                <a:lnTo>
                  <a:pt x="1491333" y="400329"/>
                </a:lnTo>
                <a:lnTo>
                  <a:pt x="1491751" y="396972"/>
                </a:lnTo>
                <a:lnTo>
                  <a:pt x="1492183" y="393628"/>
                </a:lnTo>
                <a:lnTo>
                  <a:pt x="1492601" y="390284"/>
                </a:lnTo>
                <a:lnTo>
                  <a:pt x="1493020" y="386965"/>
                </a:lnTo>
                <a:lnTo>
                  <a:pt x="1493451" y="383646"/>
                </a:lnTo>
                <a:lnTo>
                  <a:pt x="1493870" y="380340"/>
                </a:lnTo>
                <a:lnTo>
                  <a:pt x="1494288" y="377060"/>
                </a:lnTo>
                <a:lnTo>
                  <a:pt x="1494719" y="373766"/>
                </a:lnTo>
                <a:lnTo>
                  <a:pt x="1495138" y="370511"/>
                </a:lnTo>
                <a:lnTo>
                  <a:pt x="1495569" y="367243"/>
                </a:lnTo>
                <a:lnTo>
                  <a:pt x="1495975" y="364013"/>
                </a:lnTo>
                <a:lnTo>
                  <a:pt x="1496406" y="360771"/>
                </a:lnTo>
                <a:lnTo>
                  <a:pt x="1496825" y="357554"/>
                </a:lnTo>
                <a:lnTo>
                  <a:pt x="1497256" y="354349"/>
                </a:lnTo>
                <a:lnTo>
                  <a:pt x="1497675" y="351145"/>
                </a:lnTo>
                <a:lnTo>
                  <a:pt x="1498093" y="347966"/>
                </a:lnTo>
                <a:lnTo>
                  <a:pt x="1498525" y="344787"/>
                </a:lnTo>
                <a:lnTo>
                  <a:pt x="1498943" y="341621"/>
                </a:lnTo>
                <a:lnTo>
                  <a:pt x="1499362" y="338480"/>
                </a:lnTo>
                <a:lnTo>
                  <a:pt x="1499793" y="335339"/>
                </a:lnTo>
                <a:lnTo>
                  <a:pt x="1500212" y="332211"/>
                </a:lnTo>
                <a:lnTo>
                  <a:pt x="1500643" y="329108"/>
                </a:lnTo>
                <a:lnTo>
                  <a:pt x="1501062" y="326006"/>
                </a:lnTo>
                <a:lnTo>
                  <a:pt x="1501480" y="322916"/>
                </a:lnTo>
                <a:lnTo>
                  <a:pt x="1501899" y="319851"/>
                </a:lnTo>
                <a:lnTo>
                  <a:pt x="1502330" y="316787"/>
                </a:lnTo>
                <a:lnTo>
                  <a:pt x="1502749" y="313735"/>
                </a:lnTo>
                <a:lnTo>
                  <a:pt x="1503180" y="310696"/>
                </a:lnTo>
                <a:lnTo>
                  <a:pt x="1503598" y="307670"/>
                </a:lnTo>
                <a:lnTo>
                  <a:pt x="1504017" y="304656"/>
                </a:lnTo>
                <a:lnTo>
                  <a:pt x="1504436" y="301655"/>
                </a:lnTo>
                <a:lnTo>
                  <a:pt x="1504867" y="298680"/>
                </a:lnTo>
                <a:lnTo>
                  <a:pt x="1505285" y="295704"/>
                </a:lnTo>
                <a:lnTo>
                  <a:pt x="1505717" y="292741"/>
                </a:lnTo>
                <a:lnTo>
                  <a:pt x="1506135" y="289791"/>
                </a:lnTo>
                <a:lnTo>
                  <a:pt x="1506554" y="286854"/>
                </a:lnTo>
                <a:lnTo>
                  <a:pt x="1506985" y="283929"/>
                </a:lnTo>
                <a:lnTo>
                  <a:pt x="1507404" y="281018"/>
                </a:lnTo>
                <a:lnTo>
                  <a:pt x="1507822" y="278131"/>
                </a:lnTo>
                <a:lnTo>
                  <a:pt x="1508253" y="275232"/>
                </a:lnTo>
                <a:lnTo>
                  <a:pt x="1508672" y="272371"/>
                </a:lnTo>
                <a:lnTo>
                  <a:pt x="1509103" y="269510"/>
                </a:lnTo>
                <a:lnTo>
                  <a:pt x="1509509" y="266661"/>
                </a:lnTo>
                <a:lnTo>
                  <a:pt x="1509940" y="263839"/>
                </a:lnTo>
                <a:lnTo>
                  <a:pt x="1510359" y="261016"/>
                </a:lnTo>
                <a:lnTo>
                  <a:pt x="1510790" y="258218"/>
                </a:lnTo>
                <a:lnTo>
                  <a:pt x="1511209" y="255421"/>
                </a:lnTo>
                <a:lnTo>
                  <a:pt x="1511627" y="252636"/>
                </a:lnTo>
                <a:lnTo>
                  <a:pt x="1512059" y="249877"/>
                </a:lnTo>
                <a:lnTo>
                  <a:pt x="1512477" y="247130"/>
                </a:lnTo>
                <a:lnTo>
                  <a:pt x="1512896" y="244396"/>
                </a:lnTo>
                <a:lnTo>
                  <a:pt x="1513327" y="241662"/>
                </a:lnTo>
                <a:lnTo>
                  <a:pt x="1513746" y="238954"/>
                </a:lnTo>
                <a:lnTo>
                  <a:pt x="1514177" y="236258"/>
                </a:lnTo>
                <a:lnTo>
                  <a:pt x="1514596" y="233575"/>
                </a:lnTo>
                <a:lnTo>
                  <a:pt x="1515014" y="230905"/>
                </a:lnTo>
                <a:lnTo>
                  <a:pt x="1515433" y="228247"/>
                </a:lnTo>
                <a:lnTo>
                  <a:pt x="1515864" y="225602"/>
                </a:lnTo>
                <a:lnTo>
                  <a:pt x="1516283" y="222983"/>
                </a:lnTo>
                <a:lnTo>
                  <a:pt x="1516714" y="220363"/>
                </a:lnTo>
                <a:lnTo>
                  <a:pt x="1517132" y="217769"/>
                </a:lnTo>
                <a:lnTo>
                  <a:pt x="1517551" y="215175"/>
                </a:lnTo>
                <a:lnTo>
                  <a:pt x="1517970" y="212607"/>
                </a:lnTo>
                <a:lnTo>
                  <a:pt x="1518401" y="210051"/>
                </a:lnTo>
                <a:lnTo>
                  <a:pt x="1518819" y="207495"/>
                </a:lnTo>
                <a:lnTo>
                  <a:pt x="1519251" y="204977"/>
                </a:lnTo>
                <a:lnTo>
                  <a:pt x="1519669" y="202447"/>
                </a:lnTo>
                <a:lnTo>
                  <a:pt x="1520088" y="199955"/>
                </a:lnTo>
                <a:lnTo>
                  <a:pt x="1520506" y="197462"/>
                </a:lnTo>
                <a:lnTo>
                  <a:pt x="1520938" y="194995"/>
                </a:lnTo>
                <a:lnTo>
                  <a:pt x="1521356" y="192529"/>
                </a:lnTo>
                <a:lnTo>
                  <a:pt x="1521788" y="190087"/>
                </a:lnTo>
                <a:lnTo>
                  <a:pt x="1522206" y="187646"/>
                </a:lnTo>
                <a:lnTo>
                  <a:pt x="1522625" y="185230"/>
                </a:lnTo>
                <a:lnTo>
                  <a:pt x="1523043" y="182827"/>
                </a:lnTo>
                <a:lnTo>
                  <a:pt x="1523475" y="180449"/>
                </a:lnTo>
                <a:lnTo>
                  <a:pt x="1523893" y="178071"/>
                </a:lnTo>
                <a:lnTo>
                  <a:pt x="1524324" y="175706"/>
                </a:lnTo>
                <a:lnTo>
                  <a:pt x="1524743" y="173366"/>
                </a:lnTo>
                <a:lnTo>
                  <a:pt x="1525162" y="171039"/>
                </a:lnTo>
                <a:lnTo>
                  <a:pt x="1525593" y="168712"/>
                </a:lnTo>
                <a:lnTo>
                  <a:pt x="1526011" y="166423"/>
                </a:lnTo>
                <a:lnTo>
                  <a:pt x="1526443" y="164122"/>
                </a:lnTo>
                <a:lnTo>
                  <a:pt x="1526861" y="161858"/>
                </a:lnTo>
                <a:lnTo>
                  <a:pt x="1527280" y="159595"/>
                </a:lnTo>
                <a:lnTo>
                  <a:pt x="1527711" y="157357"/>
                </a:lnTo>
                <a:lnTo>
                  <a:pt x="1528130" y="155132"/>
                </a:lnTo>
                <a:lnTo>
                  <a:pt x="1528548" y="152906"/>
                </a:lnTo>
                <a:lnTo>
                  <a:pt x="1528980" y="150719"/>
                </a:lnTo>
                <a:lnTo>
                  <a:pt x="1529398" y="148532"/>
                </a:lnTo>
                <a:lnTo>
                  <a:pt x="1529829" y="146370"/>
                </a:lnTo>
                <a:lnTo>
                  <a:pt x="1530235" y="144209"/>
                </a:lnTo>
                <a:lnTo>
                  <a:pt x="1530667" y="142073"/>
                </a:lnTo>
                <a:lnTo>
                  <a:pt x="1531085" y="139949"/>
                </a:lnTo>
                <a:lnTo>
                  <a:pt x="1531516" y="137838"/>
                </a:lnTo>
                <a:lnTo>
                  <a:pt x="1531935" y="135740"/>
                </a:lnTo>
                <a:lnTo>
                  <a:pt x="1532354" y="133667"/>
                </a:lnTo>
                <a:lnTo>
                  <a:pt x="1532785" y="131607"/>
                </a:lnTo>
                <a:lnTo>
                  <a:pt x="1533203" y="129560"/>
                </a:lnTo>
                <a:lnTo>
                  <a:pt x="1533622" y="127526"/>
                </a:lnTo>
                <a:lnTo>
                  <a:pt x="1534053" y="125504"/>
                </a:lnTo>
                <a:lnTo>
                  <a:pt x="1534472" y="123508"/>
                </a:lnTo>
                <a:lnTo>
                  <a:pt x="1534890" y="121524"/>
                </a:lnTo>
                <a:lnTo>
                  <a:pt x="1535322" y="119540"/>
                </a:lnTo>
                <a:lnTo>
                  <a:pt x="1535740" y="117582"/>
                </a:lnTo>
                <a:lnTo>
                  <a:pt x="1536159" y="115649"/>
                </a:lnTo>
                <a:lnTo>
                  <a:pt x="1536590" y="113716"/>
                </a:lnTo>
                <a:lnTo>
                  <a:pt x="1537009" y="111809"/>
                </a:lnTo>
                <a:lnTo>
                  <a:pt x="1537440" y="109914"/>
                </a:lnTo>
                <a:lnTo>
                  <a:pt x="1537846" y="108032"/>
                </a:lnTo>
                <a:lnTo>
                  <a:pt x="1538277" y="106163"/>
                </a:lnTo>
                <a:lnTo>
                  <a:pt x="1538696" y="104319"/>
                </a:lnTo>
                <a:lnTo>
                  <a:pt x="1539127" y="102488"/>
                </a:lnTo>
                <a:lnTo>
                  <a:pt x="1539546" y="100657"/>
                </a:lnTo>
                <a:lnTo>
                  <a:pt x="1539964" y="98864"/>
                </a:lnTo>
                <a:lnTo>
                  <a:pt x="1540395" y="97072"/>
                </a:lnTo>
                <a:lnTo>
                  <a:pt x="1540814" y="95304"/>
                </a:lnTo>
                <a:lnTo>
                  <a:pt x="1541233" y="93549"/>
                </a:lnTo>
                <a:lnTo>
                  <a:pt x="1541664" y="91807"/>
                </a:lnTo>
                <a:lnTo>
                  <a:pt x="1542082" y="90078"/>
                </a:lnTo>
                <a:lnTo>
                  <a:pt x="1542514" y="88374"/>
                </a:lnTo>
                <a:lnTo>
                  <a:pt x="1542932" y="86683"/>
                </a:lnTo>
                <a:lnTo>
                  <a:pt x="1543351" y="85004"/>
                </a:lnTo>
                <a:lnTo>
                  <a:pt x="1543769" y="83339"/>
                </a:lnTo>
                <a:lnTo>
                  <a:pt x="1544201" y="81698"/>
                </a:lnTo>
                <a:lnTo>
                  <a:pt x="1544619" y="80071"/>
                </a:lnTo>
                <a:lnTo>
                  <a:pt x="1545051" y="78456"/>
                </a:lnTo>
                <a:lnTo>
                  <a:pt x="1545469" y="76866"/>
                </a:lnTo>
                <a:lnTo>
                  <a:pt x="1545888" y="75277"/>
                </a:lnTo>
                <a:lnTo>
                  <a:pt x="1546306" y="73700"/>
                </a:lnTo>
                <a:lnTo>
                  <a:pt x="1546738" y="72161"/>
                </a:lnTo>
                <a:lnTo>
                  <a:pt x="1547156" y="70635"/>
                </a:lnTo>
                <a:lnTo>
                  <a:pt x="1547587" y="69110"/>
                </a:lnTo>
                <a:lnTo>
                  <a:pt x="1548006" y="67609"/>
                </a:lnTo>
                <a:lnTo>
                  <a:pt x="1548425" y="66121"/>
                </a:lnTo>
                <a:lnTo>
                  <a:pt x="1548856" y="64646"/>
                </a:lnTo>
                <a:lnTo>
                  <a:pt x="1549274" y="63197"/>
                </a:lnTo>
                <a:lnTo>
                  <a:pt x="1549693" y="61760"/>
                </a:lnTo>
                <a:lnTo>
                  <a:pt x="1550124" y="60336"/>
                </a:lnTo>
                <a:lnTo>
                  <a:pt x="1550543" y="58924"/>
                </a:lnTo>
                <a:lnTo>
                  <a:pt x="1550974" y="57538"/>
                </a:lnTo>
                <a:lnTo>
                  <a:pt x="1551380" y="56165"/>
                </a:lnTo>
                <a:lnTo>
                  <a:pt x="1551811" y="54804"/>
                </a:lnTo>
                <a:lnTo>
                  <a:pt x="1552230" y="53469"/>
                </a:lnTo>
                <a:lnTo>
                  <a:pt x="1552661" y="52134"/>
                </a:lnTo>
                <a:lnTo>
                  <a:pt x="1553080" y="50837"/>
                </a:lnTo>
                <a:lnTo>
                  <a:pt x="1553498" y="49540"/>
                </a:lnTo>
                <a:lnTo>
                  <a:pt x="1553929" y="48268"/>
                </a:lnTo>
                <a:lnTo>
                  <a:pt x="1554348" y="47010"/>
                </a:lnTo>
                <a:lnTo>
                  <a:pt x="1554767" y="45763"/>
                </a:lnTo>
                <a:lnTo>
                  <a:pt x="1555198" y="44530"/>
                </a:lnTo>
                <a:lnTo>
                  <a:pt x="1555616" y="43322"/>
                </a:lnTo>
                <a:lnTo>
                  <a:pt x="1556048" y="42127"/>
                </a:lnTo>
                <a:lnTo>
                  <a:pt x="1556454" y="40944"/>
                </a:lnTo>
                <a:lnTo>
                  <a:pt x="1556885" y="39787"/>
                </a:lnTo>
                <a:lnTo>
                  <a:pt x="1557303" y="38643"/>
                </a:lnTo>
                <a:lnTo>
                  <a:pt x="1557735" y="37524"/>
                </a:lnTo>
                <a:lnTo>
                  <a:pt x="1558153" y="36405"/>
                </a:lnTo>
                <a:lnTo>
                  <a:pt x="1558572" y="35311"/>
                </a:lnTo>
                <a:lnTo>
                  <a:pt x="1559003" y="34230"/>
                </a:lnTo>
                <a:lnTo>
                  <a:pt x="1559422" y="33162"/>
                </a:lnTo>
                <a:lnTo>
                  <a:pt x="1559840" y="32119"/>
                </a:lnTo>
                <a:lnTo>
                  <a:pt x="1560272" y="31090"/>
                </a:lnTo>
                <a:lnTo>
                  <a:pt x="1560690" y="30072"/>
                </a:lnTo>
                <a:lnTo>
                  <a:pt x="1561121" y="29080"/>
                </a:lnTo>
                <a:lnTo>
                  <a:pt x="1561540" y="28101"/>
                </a:lnTo>
                <a:lnTo>
                  <a:pt x="1561959" y="27135"/>
                </a:lnTo>
                <a:lnTo>
                  <a:pt x="1562390" y="26194"/>
                </a:lnTo>
                <a:lnTo>
                  <a:pt x="1562808" y="25266"/>
                </a:lnTo>
                <a:lnTo>
                  <a:pt x="1563227" y="24350"/>
                </a:lnTo>
                <a:lnTo>
                  <a:pt x="1563658" y="23447"/>
                </a:lnTo>
                <a:lnTo>
                  <a:pt x="1564077" y="22570"/>
                </a:lnTo>
                <a:lnTo>
                  <a:pt x="1564495" y="21705"/>
                </a:lnTo>
                <a:lnTo>
                  <a:pt x="1564927" y="20866"/>
                </a:lnTo>
                <a:lnTo>
                  <a:pt x="1565345" y="20027"/>
                </a:lnTo>
                <a:lnTo>
                  <a:pt x="1565777" y="19213"/>
                </a:lnTo>
                <a:lnTo>
                  <a:pt x="1566195" y="18425"/>
                </a:lnTo>
                <a:lnTo>
                  <a:pt x="1566614" y="17636"/>
                </a:lnTo>
                <a:lnTo>
                  <a:pt x="1567032" y="16873"/>
                </a:lnTo>
                <a:lnTo>
                  <a:pt x="1567464" y="16123"/>
                </a:lnTo>
                <a:lnTo>
                  <a:pt x="1567882" y="15398"/>
                </a:lnTo>
                <a:lnTo>
                  <a:pt x="1568313" y="14686"/>
                </a:lnTo>
                <a:lnTo>
                  <a:pt x="1568732" y="13987"/>
                </a:lnTo>
                <a:lnTo>
                  <a:pt x="1569151" y="13313"/>
                </a:lnTo>
                <a:lnTo>
                  <a:pt x="1569582" y="12652"/>
                </a:lnTo>
                <a:lnTo>
                  <a:pt x="1570000" y="12003"/>
                </a:lnTo>
                <a:lnTo>
                  <a:pt x="1570419" y="11380"/>
                </a:lnTo>
                <a:lnTo>
                  <a:pt x="1570850" y="10770"/>
                </a:lnTo>
                <a:lnTo>
                  <a:pt x="1571269" y="10172"/>
                </a:lnTo>
                <a:lnTo>
                  <a:pt x="1571700" y="9587"/>
                </a:lnTo>
                <a:lnTo>
                  <a:pt x="1572106" y="9028"/>
                </a:lnTo>
                <a:lnTo>
                  <a:pt x="1572537" y="8481"/>
                </a:lnTo>
                <a:lnTo>
                  <a:pt x="1572956" y="7960"/>
                </a:lnTo>
                <a:lnTo>
                  <a:pt x="1573387" y="7451"/>
                </a:lnTo>
                <a:lnTo>
                  <a:pt x="1573806" y="6955"/>
                </a:lnTo>
                <a:lnTo>
                  <a:pt x="1574224" y="6472"/>
                </a:lnTo>
                <a:lnTo>
                  <a:pt x="1574656" y="6014"/>
                </a:lnTo>
                <a:lnTo>
                  <a:pt x="1575074" y="5569"/>
                </a:lnTo>
                <a:lnTo>
                  <a:pt x="1585640" y="0"/>
                </a:lnTo>
                <a:lnTo>
                  <a:pt x="1586071" y="0"/>
                </a:lnTo>
                <a:lnTo>
                  <a:pt x="1586490" y="12"/>
                </a:lnTo>
                <a:lnTo>
                  <a:pt x="1586921" y="50"/>
                </a:lnTo>
                <a:lnTo>
                  <a:pt x="1587340" y="89"/>
                </a:lnTo>
                <a:lnTo>
                  <a:pt x="1587758" y="165"/>
                </a:lnTo>
                <a:lnTo>
                  <a:pt x="1588190" y="241"/>
                </a:lnTo>
                <a:lnTo>
                  <a:pt x="1594101" y="3191"/>
                </a:lnTo>
                <a:lnTo>
                  <a:pt x="1594532" y="3522"/>
                </a:lnTo>
                <a:lnTo>
                  <a:pt x="1596637" y="5467"/>
                </a:lnTo>
                <a:lnTo>
                  <a:pt x="1597069" y="5900"/>
                </a:lnTo>
                <a:lnTo>
                  <a:pt x="1599174" y="8354"/>
                </a:lnTo>
                <a:lnTo>
                  <a:pt x="1599605" y="8888"/>
                </a:lnTo>
                <a:lnTo>
                  <a:pt x="1600037" y="9447"/>
                </a:lnTo>
                <a:lnTo>
                  <a:pt x="1600455" y="10032"/>
                </a:lnTo>
                <a:lnTo>
                  <a:pt x="1600874" y="10617"/>
                </a:lnTo>
                <a:lnTo>
                  <a:pt x="1606366" y="19823"/>
                </a:lnTo>
                <a:lnTo>
                  <a:pt x="1606797" y="20650"/>
                </a:lnTo>
                <a:lnTo>
                  <a:pt x="1607216" y="21489"/>
                </a:lnTo>
                <a:lnTo>
                  <a:pt x="1607647" y="22354"/>
                </a:lnTo>
                <a:lnTo>
                  <a:pt x="1608066" y="23231"/>
                </a:lnTo>
                <a:lnTo>
                  <a:pt x="1608484" y="24121"/>
                </a:lnTo>
                <a:lnTo>
                  <a:pt x="1608916" y="25024"/>
                </a:lnTo>
                <a:lnTo>
                  <a:pt x="1609334" y="25952"/>
                </a:lnTo>
                <a:lnTo>
                  <a:pt x="1609753" y="26906"/>
                </a:lnTo>
                <a:lnTo>
                  <a:pt x="1610184" y="27860"/>
                </a:lnTo>
                <a:lnTo>
                  <a:pt x="1610603" y="28839"/>
                </a:lnTo>
                <a:lnTo>
                  <a:pt x="1611034" y="29831"/>
                </a:lnTo>
                <a:lnTo>
                  <a:pt x="1611453" y="30835"/>
                </a:lnTo>
                <a:lnTo>
                  <a:pt x="1611871" y="31865"/>
                </a:lnTo>
                <a:lnTo>
                  <a:pt x="1612290" y="32908"/>
                </a:lnTo>
                <a:lnTo>
                  <a:pt x="1612721" y="33963"/>
                </a:lnTo>
                <a:lnTo>
                  <a:pt x="1613140" y="35044"/>
                </a:lnTo>
                <a:lnTo>
                  <a:pt x="1613571" y="36125"/>
                </a:lnTo>
                <a:lnTo>
                  <a:pt x="1613989" y="37231"/>
                </a:lnTo>
                <a:lnTo>
                  <a:pt x="1614408" y="38363"/>
                </a:lnTo>
                <a:lnTo>
                  <a:pt x="1614827" y="39507"/>
                </a:lnTo>
                <a:lnTo>
                  <a:pt x="1615258" y="40664"/>
                </a:lnTo>
                <a:lnTo>
                  <a:pt x="1615676" y="41834"/>
                </a:lnTo>
                <a:lnTo>
                  <a:pt x="1616108" y="43030"/>
                </a:lnTo>
                <a:lnTo>
                  <a:pt x="1616526" y="44225"/>
                </a:lnTo>
                <a:lnTo>
                  <a:pt x="1616945" y="45458"/>
                </a:lnTo>
                <a:lnTo>
                  <a:pt x="1617376" y="46692"/>
                </a:lnTo>
                <a:lnTo>
                  <a:pt x="1617795" y="47951"/>
                </a:lnTo>
                <a:lnTo>
                  <a:pt x="1618213" y="49222"/>
                </a:lnTo>
                <a:lnTo>
                  <a:pt x="1618645" y="50506"/>
                </a:lnTo>
                <a:lnTo>
                  <a:pt x="1619063" y="51816"/>
                </a:lnTo>
                <a:lnTo>
                  <a:pt x="1619494" y="53126"/>
                </a:lnTo>
                <a:lnTo>
                  <a:pt x="1619900" y="54474"/>
                </a:lnTo>
                <a:lnTo>
                  <a:pt x="1620332" y="55822"/>
                </a:lnTo>
                <a:lnTo>
                  <a:pt x="1620750" y="57195"/>
                </a:lnTo>
                <a:lnTo>
                  <a:pt x="1621181" y="58581"/>
                </a:lnTo>
                <a:lnTo>
                  <a:pt x="1621600" y="59980"/>
                </a:lnTo>
                <a:lnTo>
                  <a:pt x="1622019" y="61391"/>
                </a:lnTo>
                <a:lnTo>
                  <a:pt x="1622450" y="62841"/>
                </a:lnTo>
                <a:lnTo>
                  <a:pt x="1622868" y="64278"/>
                </a:lnTo>
                <a:lnTo>
                  <a:pt x="1623287" y="65753"/>
                </a:lnTo>
                <a:lnTo>
                  <a:pt x="1623718" y="67228"/>
                </a:lnTo>
                <a:lnTo>
                  <a:pt x="1624137" y="68728"/>
                </a:lnTo>
                <a:lnTo>
                  <a:pt x="1624568" y="70241"/>
                </a:lnTo>
                <a:lnTo>
                  <a:pt x="1624974" y="71767"/>
                </a:lnTo>
                <a:lnTo>
                  <a:pt x="1625405" y="73319"/>
                </a:lnTo>
                <a:lnTo>
                  <a:pt x="1625824" y="74883"/>
                </a:lnTo>
                <a:lnTo>
                  <a:pt x="1626255" y="76459"/>
                </a:lnTo>
                <a:lnTo>
                  <a:pt x="1626674" y="78049"/>
                </a:lnTo>
                <a:lnTo>
                  <a:pt x="1627092" y="79664"/>
                </a:lnTo>
                <a:lnTo>
                  <a:pt x="1627524" y="81291"/>
                </a:lnTo>
                <a:lnTo>
                  <a:pt x="1627942" y="82932"/>
                </a:lnTo>
                <a:lnTo>
                  <a:pt x="1628361" y="84585"/>
                </a:lnTo>
                <a:lnTo>
                  <a:pt x="1628792" y="86263"/>
                </a:lnTo>
                <a:lnTo>
                  <a:pt x="1629211" y="87954"/>
                </a:lnTo>
                <a:lnTo>
                  <a:pt x="1629642" y="89658"/>
                </a:lnTo>
                <a:lnTo>
                  <a:pt x="1630060" y="91375"/>
                </a:lnTo>
                <a:lnTo>
                  <a:pt x="1630479" y="93117"/>
                </a:lnTo>
                <a:lnTo>
                  <a:pt x="1630898" y="94859"/>
                </a:lnTo>
                <a:lnTo>
                  <a:pt x="1631329" y="96626"/>
                </a:lnTo>
                <a:lnTo>
                  <a:pt x="1631747" y="98419"/>
                </a:lnTo>
                <a:lnTo>
                  <a:pt x="1632179" y="100212"/>
                </a:lnTo>
                <a:lnTo>
                  <a:pt x="1632597" y="102031"/>
                </a:lnTo>
                <a:lnTo>
                  <a:pt x="1633016" y="103862"/>
                </a:lnTo>
                <a:lnTo>
                  <a:pt x="1633434" y="105706"/>
                </a:lnTo>
                <a:lnTo>
                  <a:pt x="1633866" y="107562"/>
                </a:lnTo>
                <a:lnTo>
                  <a:pt x="1634284" y="109444"/>
                </a:lnTo>
                <a:lnTo>
                  <a:pt x="1634715" y="111339"/>
                </a:lnTo>
                <a:lnTo>
                  <a:pt x="1635134" y="113233"/>
                </a:lnTo>
                <a:lnTo>
                  <a:pt x="1635553" y="115166"/>
                </a:lnTo>
                <a:lnTo>
                  <a:pt x="1635984" y="117099"/>
                </a:lnTo>
                <a:lnTo>
                  <a:pt x="1636402" y="119044"/>
                </a:lnTo>
                <a:lnTo>
                  <a:pt x="1636821" y="121028"/>
                </a:lnTo>
                <a:lnTo>
                  <a:pt x="1637252" y="123012"/>
                </a:lnTo>
                <a:lnTo>
                  <a:pt x="1637671" y="124995"/>
                </a:lnTo>
                <a:lnTo>
                  <a:pt x="1638102" y="127017"/>
                </a:lnTo>
                <a:lnTo>
                  <a:pt x="1638521" y="129052"/>
                </a:lnTo>
                <a:lnTo>
                  <a:pt x="1638939" y="131086"/>
                </a:lnTo>
                <a:lnTo>
                  <a:pt x="1639358" y="133146"/>
                </a:lnTo>
                <a:lnTo>
                  <a:pt x="1639789" y="135231"/>
                </a:lnTo>
                <a:lnTo>
                  <a:pt x="1640220" y="137317"/>
                </a:lnTo>
                <a:lnTo>
                  <a:pt x="1640626" y="139428"/>
                </a:lnTo>
                <a:lnTo>
                  <a:pt x="1641058" y="141538"/>
                </a:lnTo>
                <a:lnTo>
                  <a:pt x="1641476" y="143675"/>
                </a:lnTo>
                <a:lnTo>
                  <a:pt x="1641907" y="145824"/>
                </a:lnTo>
                <a:lnTo>
                  <a:pt x="1642326" y="147998"/>
                </a:lnTo>
                <a:lnTo>
                  <a:pt x="1642745" y="150172"/>
                </a:lnTo>
                <a:lnTo>
                  <a:pt x="1643176" y="152360"/>
                </a:lnTo>
                <a:lnTo>
                  <a:pt x="1643594" y="154572"/>
                </a:lnTo>
                <a:lnTo>
                  <a:pt x="1644013" y="156797"/>
                </a:lnTo>
                <a:lnTo>
                  <a:pt x="1644444" y="159035"/>
                </a:lnTo>
                <a:lnTo>
                  <a:pt x="1644863" y="161299"/>
                </a:lnTo>
                <a:lnTo>
                  <a:pt x="1645294" y="163562"/>
                </a:lnTo>
                <a:lnTo>
                  <a:pt x="1645713" y="165838"/>
                </a:lnTo>
                <a:lnTo>
                  <a:pt x="1646131" y="168140"/>
                </a:lnTo>
                <a:lnTo>
                  <a:pt x="1646550" y="170454"/>
                </a:lnTo>
                <a:lnTo>
                  <a:pt x="1646981" y="172781"/>
                </a:lnTo>
                <a:lnTo>
                  <a:pt x="1647400" y="175121"/>
                </a:lnTo>
                <a:lnTo>
                  <a:pt x="1647831" y="177473"/>
                </a:lnTo>
                <a:lnTo>
                  <a:pt x="1648237" y="179851"/>
                </a:lnTo>
                <a:lnTo>
                  <a:pt x="1648668" y="182229"/>
                </a:lnTo>
                <a:lnTo>
                  <a:pt x="1649087" y="184632"/>
                </a:lnTo>
                <a:lnTo>
                  <a:pt x="1649518" y="187048"/>
                </a:lnTo>
                <a:lnTo>
                  <a:pt x="1649937" y="189477"/>
                </a:lnTo>
                <a:lnTo>
                  <a:pt x="1650368" y="191918"/>
                </a:lnTo>
                <a:lnTo>
                  <a:pt x="1650786" y="194372"/>
                </a:lnTo>
                <a:lnTo>
                  <a:pt x="1651205" y="196839"/>
                </a:lnTo>
                <a:lnTo>
                  <a:pt x="1651624" y="199332"/>
                </a:lnTo>
                <a:lnTo>
                  <a:pt x="1652055" y="201824"/>
                </a:lnTo>
                <a:lnTo>
                  <a:pt x="1652473" y="204342"/>
                </a:lnTo>
                <a:lnTo>
                  <a:pt x="1652905" y="206872"/>
                </a:lnTo>
                <a:lnTo>
                  <a:pt x="1653323" y="209415"/>
                </a:lnTo>
                <a:lnTo>
                  <a:pt x="1653755" y="211958"/>
                </a:lnTo>
                <a:lnTo>
                  <a:pt x="1654160" y="214540"/>
                </a:lnTo>
                <a:lnTo>
                  <a:pt x="1654592" y="217121"/>
                </a:lnTo>
                <a:lnTo>
                  <a:pt x="1655010" y="219715"/>
                </a:lnTo>
                <a:lnTo>
                  <a:pt x="1655442" y="222322"/>
                </a:lnTo>
                <a:lnTo>
                  <a:pt x="1655860" y="224954"/>
                </a:lnTo>
                <a:lnTo>
                  <a:pt x="1656279" y="227599"/>
                </a:lnTo>
                <a:lnTo>
                  <a:pt x="1656697" y="230244"/>
                </a:lnTo>
                <a:lnTo>
                  <a:pt x="1657129" y="232901"/>
                </a:lnTo>
                <a:lnTo>
                  <a:pt x="1657547" y="235584"/>
                </a:lnTo>
                <a:lnTo>
                  <a:pt x="1657978" y="238280"/>
                </a:lnTo>
                <a:lnTo>
                  <a:pt x="1658397" y="240988"/>
                </a:lnTo>
                <a:lnTo>
                  <a:pt x="1658816" y="243710"/>
                </a:lnTo>
                <a:lnTo>
                  <a:pt x="1659234" y="246443"/>
                </a:lnTo>
                <a:lnTo>
                  <a:pt x="1659665" y="249190"/>
                </a:lnTo>
                <a:lnTo>
                  <a:pt x="1660084" y="251949"/>
                </a:lnTo>
                <a:lnTo>
                  <a:pt x="1660515" y="254721"/>
                </a:lnTo>
                <a:lnTo>
                  <a:pt x="1660934" y="257519"/>
                </a:lnTo>
                <a:lnTo>
                  <a:pt x="1661352" y="260316"/>
                </a:lnTo>
                <a:lnTo>
                  <a:pt x="1661771" y="263126"/>
                </a:lnTo>
                <a:lnTo>
                  <a:pt x="1662202" y="265962"/>
                </a:lnTo>
                <a:lnTo>
                  <a:pt x="1662621" y="268798"/>
                </a:lnTo>
                <a:lnTo>
                  <a:pt x="1663052" y="271646"/>
                </a:lnTo>
                <a:lnTo>
                  <a:pt x="1663471" y="274520"/>
                </a:lnTo>
                <a:lnTo>
                  <a:pt x="1663889" y="277394"/>
                </a:lnTo>
                <a:lnTo>
                  <a:pt x="1664321" y="280293"/>
                </a:lnTo>
                <a:lnTo>
                  <a:pt x="1664739" y="283205"/>
                </a:lnTo>
                <a:lnTo>
                  <a:pt x="1665158" y="286117"/>
                </a:lnTo>
                <a:lnTo>
                  <a:pt x="1665589" y="289054"/>
                </a:lnTo>
                <a:lnTo>
                  <a:pt x="1666008" y="291991"/>
                </a:lnTo>
                <a:lnTo>
                  <a:pt x="1666439" y="294954"/>
                </a:lnTo>
                <a:lnTo>
                  <a:pt x="1666845" y="297929"/>
                </a:lnTo>
                <a:lnTo>
                  <a:pt x="1667276" y="300905"/>
                </a:lnTo>
                <a:lnTo>
                  <a:pt x="1667695" y="303906"/>
                </a:lnTo>
                <a:lnTo>
                  <a:pt x="1668126" y="306920"/>
                </a:lnTo>
                <a:lnTo>
                  <a:pt x="1668544" y="309946"/>
                </a:lnTo>
                <a:lnTo>
                  <a:pt x="1668963" y="312972"/>
                </a:lnTo>
                <a:lnTo>
                  <a:pt x="1669394" y="316024"/>
                </a:lnTo>
                <a:lnTo>
                  <a:pt x="1669813" y="319076"/>
                </a:lnTo>
                <a:lnTo>
                  <a:pt x="1670231" y="322140"/>
                </a:lnTo>
                <a:lnTo>
                  <a:pt x="1670663" y="325230"/>
                </a:lnTo>
                <a:lnTo>
                  <a:pt x="1671081" y="328320"/>
                </a:lnTo>
                <a:lnTo>
                  <a:pt x="1671512" y="331435"/>
                </a:lnTo>
                <a:lnTo>
                  <a:pt x="1671931" y="334564"/>
                </a:lnTo>
                <a:lnTo>
                  <a:pt x="1672350" y="337692"/>
                </a:lnTo>
                <a:lnTo>
                  <a:pt x="1672768" y="340832"/>
                </a:lnTo>
                <a:lnTo>
                  <a:pt x="1673200" y="343986"/>
                </a:lnTo>
                <a:lnTo>
                  <a:pt x="1673618" y="347165"/>
                </a:lnTo>
                <a:lnTo>
                  <a:pt x="1674049" y="350344"/>
                </a:lnTo>
                <a:lnTo>
                  <a:pt x="1674468" y="353535"/>
                </a:lnTo>
                <a:lnTo>
                  <a:pt x="1674887" y="356753"/>
                </a:lnTo>
                <a:lnTo>
                  <a:pt x="1675305" y="359970"/>
                </a:lnTo>
                <a:lnTo>
                  <a:pt x="1675736" y="363199"/>
                </a:lnTo>
                <a:lnTo>
                  <a:pt x="1676168" y="366429"/>
                </a:lnTo>
                <a:lnTo>
                  <a:pt x="1676586" y="369684"/>
                </a:lnTo>
                <a:lnTo>
                  <a:pt x="1677005" y="372952"/>
                </a:lnTo>
                <a:lnTo>
                  <a:pt x="1677423" y="376233"/>
                </a:lnTo>
                <a:lnTo>
                  <a:pt x="1677855" y="379526"/>
                </a:lnTo>
                <a:lnTo>
                  <a:pt x="1678273" y="382820"/>
                </a:lnTo>
                <a:lnTo>
                  <a:pt x="1678704" y="386126"/>
                </a:lnTo>
                <a:lnTo>
                  <a:pt x="1679123" y="389457"/>
                </a:lnTo>
                <a:lnTo>
                  <a:pt x="1679542" y="392789"/>
                </a:lnTo>
                <a:lnTo>
                  <a:pt x="1679973" y="396133"/>
                </a:lnTo>
                <a:lnTo>
                  <a:pt x="1680391" y="399490"/>
                </a:lnTo>
                <a:lnTo>
                  <a:pt x="1680810" y="402860"/>
                </a:lnTo>
                <a:lnTo>
                  <a:pt x="1681241" y="406242"/>
                </a:lnTo>
                <a:lnTo>
                  <a:pt x="1681660" y="409637"/>
                </a:lnTo>
                <a:lnTo>
                  <a:pt x="1682091" y="413032"/>
                </a:lnTo>
                <a:lnTo>
                  <a:pt x="1682497" y="416440"/>
                </a:lnTo>
                <a:lnTo>
                  <a:pt x="1682928" y="419874"/>
                </a:lnTo>
                <a:lnTo>
                  <a:pt x="1683347" y="423307"/>
                </a:lnTo>
                <a:lnTo>
                  <a:pt x="1683778" y="426753"/>
                </a:lnTo>
                <a:lnTo>
                  <a:pt x="1684197" y="430211"/>
                </a:lnTo>
                <a:lnTo>
                  <a:pt x="1684615" y="433683"/>
                </a:lnTo>
                <a:lnTo>
                  <a:pt x="1685047" y="437154"/>
                </a:lnTo>
                <a:lnTo>
                  <a:pt x="1685465" y="440651"/>
                </a:lnTo>
                <a:lnTo>
                  <a:pt x="1685884" y="444148"/>
                </a:lnTo>
                <a:lnTo>
                  <a:pt x="1686315" y="447657"/>
                </a:lnTo>
                <a:lnTo>
                  <a:pt x="1686734" y="451180"/>
                </a:lnTo>
                <a:lnTo>
                  <a:pt x="1687165" y="454715"/>
                </a:lnTo>
                <a:lnTo>
                  <a:pt x="1687583" y="458262"/>
                </a:lnTo>
                <a:lnTo>
                  <a:pt x="1688002" y="461810"/>
                </a:lnTo>
                <a:lnTo>
                  <a:pt x="1688421" y="465370"/>
                </a:lnTo>
                <a:lnTo>
                  <a:pt x="1688852" y="468956"/>
                </a:lnTo>
                <a:lnTo>
                  <a:pt x="1689270" y="472529"/>
                </a:lnTo>
                <a:lnTo>
                  <a:pt x="1689702" y="476128"/>
                </a:lnTo>
                <a:lnTo>
                  <a:pt x="1690120" y="479739"/>
                </a:lnTo>
                <a:lnTo>
                  <a:pt x="1690539" y="483351"/>
                </a:lnTo>
                <a:lnTo>
                  <a:pt x="1690957" y="486975"/>
                </a:lnTo>
                <a:lnTo>
                  <a:pt x="1691389" y="490611"/>
                </a:lnTo>
                <a:lnTo>
                  <a:pt x="1691807" y="494261"/>
                </a:lnTo>
                <a:lnTo>
                  <a:pt x="1692239" y="497910"/>
                </a:lnTo>
                <a:lnTo>
                  <a:pt x="1692657" y="501572"/>
                </a:lnTo>
                <a:lnTo>
                  <a:pt x="1693076" y="505247"/>
                </a:lnTo>
                <a:lnTo>
                  <a:pt x="1693494" y="508947"/>
                </a:lnTo>
                <a:lnTo>
                  <a:pt x="1693926" y="512635"/>
                </a:lnTo>
                <a:lnTo>
                  <a:pt x="1694344" y="516335"/>
                </a:lnTo>
                <a:lnTo>
                  <a:pt x="1694775" y="520048"/>
                </a:lnTo>
                <a:lnTo>
                  <a:pt x="1695194" y="523774"/>
                </a:lnTo>
                <a:lnTo>
                  <a:pt x="1695625" y="527512"/>
                </a:lnTo>
                <a:lnTo>
                  <a:pt x="1696031" y="531251"/>
                </a:lnTo>
                <a:lnTo>
                  <a:pt x="1696462" y="535002"/>
                </a:lnTo>
                <a:lnTo>
                  <a:pt x="1696881" y="538766"/>
                </a:lnTo>
                <a:lnTo>
                  <a:pt x="1697312" y="542542"/>
                </a:lnTo>
                <a:lnTo>
                  <a:pt x="1697731" y="546319"/>
                </a:lnTo>
                <a:lnTo>
                  <a:pt x="1698149" y="550108"/>
                </a:lnTo>
                <a:lnTo>
                  <a:pt x="1698581" y="553897"/>
                </a:lnTo>
                <a:lnTo>
                  <a:pt x="1698999" y="557712"/>
                </a:lnTo>
                <a:lnTo>
                  <a:pt x="1699418" y="561527"/>
                </a:lnTo>
                <a:lnTo>
                  <a:pt x="1699849" y="565354"/>
                </a:lnTo>
                <a:lnTo>
                  <a:pt x="1700268" y="569195"/>
                </a:lnTo>
                <a:lnTo>
                  <a:pt x="1700699" y="573035"/>
                </a:lnTo>
                <a:lnTo>
                  <a:pt x="1701105" y="576888"/>
                </a:lnTo>
                <a:lnTo>
                  <a:pt x="1701536" y="580753"/>
                </a:lnTo>
                <a:lnTo>
                  <a:pt x="1701955" y="584619"/>
                </a:lnTo>
                <a:lnTo>
                  <a:pt x="1702386" y="588497"/>
                </a:lnTo>
                <a:lnTo>
                  <a:pt x="1702805" y="592375"/>
                </a:lnTo>
                <a:lnTo>
                  <a:pt x="1703223" y="596279"/>
                </a:lnTo>
                <a:lnTo>
                  <a:pt x="1703654" y="600196"/>
                </a:lnTo>
                <a:lnTo>
                  <a:pt x="1704073" y="604099"/>
                </a:lnTo>
                <a:lnTo>
                  <a:pt x="1704492" y="608016"/>
                </a:lnTo>
                <a:lnTo>
                  <a:pt x="1704923" y="611958"/>
                </a:lnTo>
                <a:lnTo>
                  <a:pt x="1705341" y="615887"/>
                </a:lnTo>
                <a:lnTo>
                  <a:pt x="1705773" y="619829"/>
                </a:lnTo>
                <a:lnTo>
                  <a:pt x="1706191" y="623783"/>
                </a:lnTo>
                <a:lnTo>
                  <a:pt x="1706610" y="627751"/>
                </a:lnTo>
                <a:lnTo>
                  <a:pt x="1707028" y="631718"/>
                </a:lnTo>
                <a:lnTo>
                  <a:pt x="1707460" y="635698"/>
                </a:lnTo>
                <a:lnTo>
                  <a:pt x="1707878" y="639691"/>
                </a:lnTo>
                <a:lnTo>
                  <a:pt x="1708310" y="643683"/>
                </a:lnTo>
                <a:lnTo>
                  <a:pt x="1708728" y="647689"/>
                </a:lnTo>
                <a:lnTo>
                  <a:pt x="1709147" y="651694"/>
                </a:lnTo>
                <a:lnTo>
                  <a:pt x="1709565" y="655712"/>
                </a:lnTo>
                <a:lnTo>
                  <a:pt x="1709997" y="659731"/>
                </a:lnTo>
                <a:lnTo>
                  <a:pt x="1710415" y="663774"/>
                </a:lnTo>
                <a:lnTo>
                  <a:pt x="1710846" y="667805"/>
                </a:lnTo>
                <a:lnTo>
                  <a:pt x="1711265" y="671849"/>
                </a:lnTo>
                <a:lnTo>
                  <a:pt x="1711684" y="675918"/>
                </a:lnTo>
                <a:lnTo>
                  <a:pt x="1712115" y="679974"/>
                </a:lnTo>
                <a:lnTo>
                  <a:pt x="1712533" y="684043"/>
                </a:lnTo>
                <a:lnTo>
                  <a:pt x="1712952" y="688125"/>
                </a:lnTo>
                <a:lnTo>
                  <a:pt x="1713383" y="692219"/>
                </a:lnTo>
                <a:lnTo>
                  <a:pt x="1713802" y="696301"/>
                </a:lnTo>
                <a:lnTo>
                  <a:pt x="1714233" y="700396"/>
                </a:lnTo>
                <a:lnTo>
                  <a:pt x="1714652" y="704503"/>
                </a:lnTo>
                <a:lnTo>
                  <a:pt x="1715070" y="708623"/>
                </a:lnTo>
                <a:lnTo>
                  <a:pt x="1715501" y="712743"/>
                </a:lnTo>
                <a:lnTo>
                  <a:pt x="1715920" y="716863"/>
                </a:lnTo>
                <a:lnTo>
                  <a:pt x="1716351" y="721008"/>
                </a:lnTo>
                <a:lnTo>
                  <a:pt x="1716757" y="725140"/>
                </a:lnTo>
                <a:lnTo>
                  <a:pt x="1717188" y="729299"/>
                </a:lnTo>
                <a:lnTo>
                  <a:pt x="1717607" y="733444"/>
                </a:lnTo>
                <a:lnTo>
                  <a:pt x="1718038" y="737602"/>
                </a:lnTo>
                <a:lnTo>
                  <a:pt x="1718457" y="741773"/>
                </a:lnTo>
                <a:lnTo>
                  <a:pt x="1718875" y="745943"/>
                </a:lnTo>
                <a:lnTo>
                  <a:pt x="1719307" y="750127"/>
                </a:lnTo>
                <a:lnTo>
                  <a:pt x="1719725" y="754310"/>
                </a:lnTo>
                <a:lnTo>
                  <a:pt x="1720144" y="758507"/>
                </a:lnTo>
                <a:lnTo>
                  <a:pt x="1720575" y="762703"/>
                </a:lnTo>
                <a:lnTo>
                  <a:pt x="1720994" y="766912"/>
                </a:lnTo>
                <a:lnTo>
                  <a:pt x="1721425" y="771121"/>
                </a:lnTo>
                <a:lnTo>
                  <a:pt x="1721844" y="775330"/>
                </a:lnTo>
                <a:lnTo>
                  <a:pt x="1722262" y="779551"/>
                </a:lnTo>
                <a:lnTo>
                  <a:pt x="1722681" y="783786"/>
                </a:lnTo>
                <a:lnTo>
                  <a:pt x="1723112" y="788020"/>
                </a:lnTo>
                <a:lnTo>
                  <a:pt x="1723531" y="792267"/>
                </a:lnTo>
                <a:lnTo>
                  <a:pt x="1723962" y="796514"/>
                </a:lnTo>
                <a:lnTo>
                  <a:pt x="1724380" y="800761"/>
                </a:lnTo>
                <a:lnTo>
                  <a:pt x="1724799" y="805021"/>
                </a:lnTo>
                <a:lnTo>
                  <a:pt x="1725218" y="809281"/>
                </a:lnTo>
                <a:lnTo>
                  <a:pt x="1725649" y="813540"/>
                </a:lnTo>
                <a:lnTo>
                  <a:pt x="1726067" y="817826"/>
                </a:lnTo>
                <a:lnTo>
                  <a:pt x="1726499" y="822098"/>
                </a:lnTo>
                <a:lnTo>
                  <a:pt x="1726917" y="826383"/>
                </a:lnTo>
                <a:lnTo>
                  <a:pt x="1727336" y="830668"/>
                </a:lnTo>
                <a:lnTo>
                  <a:pt x="1727767" y="834966"/>
                </a:lnTo>
                <a:lnTo>
                  <a:pt x="1728186" y="839277"/>
                </a:lnTo>
                <a:lnTo>
                  <a:pt x="1728604" y="843575"/>
                </a:lnTo>
                <a:lnTo>
                  <a:pt x="1729036" y="847873"/>
                </a:lnTo>
                <a:lnTo>
                  <a:pt x="1729454" y="852196"/>
                </a:lnTo>
                <a:lnTo>
                  <a:pt x="1729885" y="856520"/>
                </a:lnTo>
                <a:lnTo>
                  <a:pt x="1730291" y="860843"/>
                </a:lnTo>
                <a:lnTo>
                  <a:pt x="1730723" y="865179"/>
                </a:lnTo>
                <a:lnTo>
                  <a:pt x="1731141" y="869502"/>
                </a:lnTo>
                <a:lnTo>
                  <a:pt x="1731572" y="873838"/>
                </a:lnTo>
                <a:lnTo>
                  <a:pt x="1731991" y="878187"/>
                </a:lnTo>
                <a:lnTo>
                  <a:pt x="1732410" y="882536"/>
                </a:lnTo>
                <a:lnTo>
                  <a:pt x="1732841" y="886898"/>
                </a:lnTo>
                <a:lnTo>
                  <a:pt x="1733259" y="891246"/>
                </a:lnTo>
                <a:lnTo>
                  <a:pt x="1733678" y="895608"/>
                </a:lnTo>
                <a:lnTo>
                  <a:pt x="1734109" y="899969"/>
                </a:lnTo>
                <a:lnTo>
                  <a:pt x="1734528" y="904344"/>
                </a:lnTo>
                <a:lnTo>
                  <a:pt x="1734959" y="908718"/>
                </a:lnTo>
                <a:lnTo>
                  <a:pt x="1735365" y="913092"/>
                </a:lnTo>
                <a:lnTo>
                  <a:pt x="1735796" y="917479"/>
                </a:lnTo>
                <a:lnTo>
                  <a:pt x="1736215" y="921866"/>
                </a:lnTo>
                <a:lnTo>
                  <a:pt x="1736646" y="926253"/>
                </a:lnTo>
                <a:lnTo>
                  <a:pt x="1737065" y="930652"/>
                </a:lnTo>
                <a:lnTo>
                  <a:pt x="1737483" y="935039"/>
                </a:lnTo>
                <a:lnTo>
                  <a:pt x="1737915" y="939439"/>
                </a:lnTo>
                <a:lnTo>
                  <a:pt x="1738333" y="943851"/>
                </a:lnTo>
                <a:lnTo>
                  <a:pt x="1738752" y="948251"/>
                </a:lnTo>
                <a:lnTo>
                  <a:pt x="1739183" y="952663"/>
                </a:lnTo>
                <a:lnTo>
                  <a:pt x="1739602" y="957076"/>
                </a:lnTo>
                <a:lnTo>
                  <a:pt x="1740033" y="961501"/>
                </a:lnTo>
                <a:lnTo>
                  <a:pt x="1740451" y="965926"/>
                </a:lnTo>
                <a:lnTo>
                  <a:pt x="1740870" y="970351"/>
                </a:lnTo>
                <a:lnTo>
                  <a:pt x="1741289" y="974776"/>
                </a:lnTo>
                <a:lnTo>
                  <a:pt x="1741720" y="979214"/>
                </a:lnTo>
                <a:lnTo>
                  <a:pt x="1742138" y="983639"/>
                </a:lnTo>
                <a:lnTo>
                  <a:pt x="1742570" y="988077"/>
                </a:lnTo>
                <a:lnTo>
                  <a:pt x="1742988" y="992515"/>
                </a:lnTo>
                <a:lnTo>
                  <a:pt x="1743407" y="996965"/>
                </a:lnTo>
                <a:lnTo>
                  <a:pt x="1743825" y="1001403"/>
                </a:lnTo>
                <a:lnTo>
                  <a:pt x="1744257" y="1005866"/>
                </a:lnTo>
                <a:lnTo>
                  <a:pt x="1744675" y="1010304"/>
                </a:lnTo>
                <a:lnTo>
                  <a:pt x="1745107" y="1014767"/>
                </a:lnTo>
                <a:lnTo>
                  <a:pt x="1745525" y="1019218"/>
                </a:lnTo>
                <a:lnTo>
                  <a:pt x="1745944" y="1023681"/>
                </a:lnTo>
                <a:lnTo>
                  <a:pt x="1746375" y="1028144"/>
                </a:lnTo>
                <a:lnTo>
                  <a:pt x="1746794" y="1032607"/>
                </a:lnTo>
                <a:lnTo>
                  <a:pt x="1747212" y="1037070"/>
                </a:lnTo>
                <a:lnTo>
                  <a:pt x="1747643" y="1041534"/>
                </a:lnTo>
                <a:lnTo>
                  <a:pt x="1748062" y="1046010"/>
                </a:lnTo>
                <a:lnTo>
                  <a:pt x="1748493" y="1050486"/>
                </a:lnTo>
                <a:lnTo>
                  <a:pt x="1748899" y="1054962"/>
                </a:lnTo>
                <a:lnTo>
                  <a:pt x="1749330" y="1059437"/>
                </a:lnTo>
                <a:lnTo>
                  <a:pt x="1749749" y="1063913"/>
                </a:lnTo>
                <a:lnTo>
                  <a:pt x="1750180" y="1068402"/>
                </a:lnTo>
                <a:lnTo>
                  <a:pt x="1750599" y="1072878"/>
                </a:lnTo>
                <a:lnTo>
                  <a:pt x="1751017" y="1077367"/>
                </a:lnTo>
                <a:lnTo>
                  <a:pt x="1751449" y="1081855"/>
                </a:lnTo>
                <a:lnTo>
                  <a:pt x="1751867" y="1086331"/>
                </a:lnTo>
                <a:lnTo>
                  <a:pt x="1752298" y="1090820"/>
                </a:lnTo>
                <a:lnTo>
                  <a:pt x="1752717" y="1095321"/>
                </a:lnTo>
                <a:lnTo>
                  <a:pt x="1753136" y="1099810"/>
                </a:lnTo>
                <a:lnTo>
                  <a:pt x="1753567" y="1104299"/>
                </a:lnTo>
                <a:lnTo>
                  <a:pt x="1753986" y="1108800"/>
                </a:lnTo>
                <a:lnTo>
                  <a:pt x="1754404" y="1113289"/>
                </a:lnTo>
                <a:lnTo>
                  <a:pt x="1754835" y="1117790"/>
                </a:lnTo>
                <a:lnTo>
                  <a:pt x="1755254" y="1122291"/>
                </a:lnTo>
                <a:lnTo>
                  <a:pt x="1755685" y="1126793"/>
                </a:lnTo>
                <a:lnTo>
                  <a:pt x="1756104" y="1131294"/>
                </a:lnTo>
                <a:lnTo>
                  <a:pt x="1756522" y="1135796"/>
                </a:lnTo>
                <a:lnTo>
                  <a:pt x="1756941" y="1140297"/>
                </a:lnTo>
                <a:lnTo>
                  <a:pt x="1757372" y="1144798"/>
                </a:lnTo>
                <a:lnTo>
                  <a:pt x="1757791" y="1149300"/>
                </a:lnTo>
                <a:lnTo>
                  <a:pt x="1758222" y="1153801"/>
                </a:lnTo>
                <a:lnTo>
                  <a:pt x="1758641" y="1158315"/>
                </a:lnTo>
                <a:lnTo>
                  <a:pt x="1759059" y="1162817"/>
                </a:lnTo>
                <a:lnTo>
                  <a:pt x="1759478" y="1167318"/>
                </a:lnTo>
                <a:lnTo>
                  <a:pt x="1759909" y="1171819"/>
                </a:lnTo>
                <a:lnTo>
                  <a:pt x="1760328" y="1176333"/>
                </a:lnTo>
                <a:lnTo>
                  <a:pt x="1760759" y="1180835"/>
                </a:lnTo>
                <a:lnTo>
                  <a:pt x="1761177" y="1185349"/>
                </a:lnTo>
                <a:lnTo>
                  <a:pt x="1761596" y="1189850"/>
                </a:lnTo>
                <a:lnTo>
                  <a:pt x="1762027" y="1194352"/>
                </a:lnTo>
                <a:lnTo>
                  <a:pt x="1762446" y="1198878"/>
                </a:lnTo>
                <a:lnTo>
                  <a:pt x="1762864" y="1203380"/>
                </a:lnTo>
                <a:lnTo>
                  <a:pt x="1763296" y="1207894"/>
                </a:lnTo>
                <a:lnTo>
                  <a:pt x="1763714" y="1212395"/>
                </a:lnTo>
                <a:lnTo>
                  <a:pt x="1764146" y="1216897"/>
                </a:lnTo>
                <a:lnTo>
                  <a:pt x="1764551" y="1221411"/>
                </a:lnTo>
                <a:lnTo>
                  <a:pt x="1764983" y="1225912"/>
                </a:lnTo>
                <a:lnTo>
                  <a:pt x="1765401" y="1230413"/>
                </a:lnTo>
                <a:lnTo>
                  <a:pt x="1765833" y="1234928"/>
                </a:lnTo>
                <a:lnTo>
                  <a:pt x="1766251" y="1239429"/>
                </a:lnTo>
                <a:lnTo>
                  <a:pt x="1766670" y="1243930"/>
                </a:lnTo>
                <a:lnTo>
                  <a:pt x="1767101" y="1248432"/>
                </a:lnTo>
                <a:lnTo>
                  <a:pt x="1767520" y="1252933"/>
                </a:lnTo>
                <a:lnTo>
                  <a:pt x="1767938" y="1257434"/>
                </a:lnTo>
                <a:lnTo>
                  <a:pt x="1768369" y="1261936"/>
                </a:lnTo>
                <a:lnTo>
                  <a:pt x="1768788" y="1266437"/>
                </a:lnTo>
                <a:lnTo>
                  <a:pt x="1769219" y="1270939"/>
                </a:lnTo>
                <a:lnTo>
                  <a:pt x="1769625" y="1275440"/>
                </a:lnTo>
                <a:lnTo>
                  <a:pt x="1770056" y="1279929"/>
                </a:lnTo>
                <a:lnTo>
                  <a:pt x="1770475" y="1284430"/>
                </a:lnTo>
                <a:lnTo>
                  <a:pt x="1770906" y="1288919"/>
                </a:lnTo>
                <a:lnTo>
                  <a:pt x="1771325" y="1293407"/>
                </a:lnTo>
                <a:lnTo>
                  <a:pt x="1771743" y="1297909"/>
                </a:lnTo>
                <a:lnTo>
                  <a:pt x="1772162" y="1302397"/>
                </a:lnTo>
                <a:lnTo>
                  <a:pt x="1772593" y="1306886"/>
                </a:lnTo>
                <a:lnTo>
                  <a:pt x="1773012" y="1311375"/>
                </a:lnTo>
                <a:lnTo>
                  <a:pt x="1773443" y="1315851"/>
                </a:lnTo>
                <a:lnTo>
                  <a:pt x="1773862" y="1320339"/>
                </a:lnTo>
                <a:lnTo>
                  <a:pt x="1774293" y="1324828"/>
                </a:lnTo>
                <a:lnTo>
                  <a:pt x="1774712" y="1329304"/>
                </a:lnTo>
                <a:lnTo>
                  <a:pt x="1775130" y="1333780"/>
                </a:lnTo>
                <a:lnTo>
                  <a:pt x="1775549" y="1338256"/>
                </a:lnTo>
                <a:lnTo>
                  <a:pt x="1775980" y="1342732"/>
                </a:lnTo>
                <a:lnTo>
                  <a:pt x="1776399" y="1347195"/>
                </a:lnTo>
                <a:lnTo>
                  <a:pt x="1776830" y="1351671"/>
                </a:lnTo>
                <a:lnTo>
                  <a:pt x="1777236" y="1356134"/>
                </a:lnTo>
                <a:lnTo>
                  <a:pt x="1777667" y="1360597"/>
                </a:lnTo>
                <a:lnTo>
                  <a:pt x="1778086" y="1365060"/>
                </a:lnTo>
                <a:lnTo>
                  <a:pt x="1778517" y="1369524"/>
                </a:lnTo>
                <a:lnTo>
                  <a:pt x="1778935" y="1373987"/>
                </a:lnTo>
                <a:lnTo>
                  <a:pt x="1779354" y="1378437"/>
                </a:lnTo>
                <a:lnTo>
                  <a:pt x="1779785" y="1382901"/>
                </a:lnTo>
                <a:lnTo>
                  <a:pt x="1780204" y="1387351"/>
                </a:lnTo>
                <a:lnTo>
                  <a:pt x="1780622" y="1391802"/>
                </a:lnTo>
                <a:lnTo>
                  <a:pt x="1781054" y="1396240"/>
                </a:lnTo>
                <a:lnTo>
                  <a:pt x="1781472" y="1400677"/>
                </a:lnTo>
                <a:lnTo>
                  <a:pt x="1781904" y="1405115"/>
                </a:lnTo>
                <a:lnTo>
                  <a:pt x="1782322" y="1409553"/>
                </a:lnTo>
                <a:lnTo>
                  <a:pt x="1782741" y="1413991"/>
                </a:lnTo>
                <a:lnTo>
                  <a:pt x="1783159" y="1418416"/>
                </a:lnTo>
                <a:lnTo>
                  <a:pt x="1783591" y="1422841"/>
                </a:lnTo>
                <a:lnTo>
                  <a:pt x="1784009" y="1427266"/>
                </a:lnTo>
                <a:lnTo>
                  <a:pt x="1784440" y="1431678"/>
                </a:lnTo>
                <a:lnTo>
                  <a:pt x="1784859" y="1436103"/>
                </a:lnTo>
                <a:lnTo>
                  <a:pt x="1785278" y="1440516"/>
                </a:lnTo>
                <a:lnTo>
                  <a:pt x="1785696" y="1444928"/>
                </a:lnTo>
                <a:lnTo>
                  <a:pt x="1786127" y="1449328"/>
                </a:lnTo>
                <a:lnTo>
                  <a:pt x="1786546" y="1453740"/>
                </a:lnTo>
                <a:lnTo>
                  <a:pt x="1786977" y="1458140"/>
                </a:lnTo>
                <a:lnTo>
                  <a:pt x="1787396" y="1462527"/>
                </a:lnTo>
                <a:lnTo>
                  <a:pt x="1787814" y="1466926"/>
                </a:lnTo>
                <a:lnTo>
                  <a:pt x="1788246" y="1471301"/>
                </a:lnTo>
                <a:lnTo>
                  <a:pt x="1788664" y="1475688"/>
                </a:lnTo>
                <a:lnTo>
                  <a:pt x="1789083" y="1480074"/>
                </a:lnTo>
                <a:lnTo>
                  <a:pt x="1789514" y="1484449"/>
                </a:lnTo>
                <a:lnTo>
                  <a:pt x="1789933" y="1488823"/>
                </a:lnTo>
                <a:lnTo>
                  <a:pt x="1790364" y="1493184"/>
                </a:lnTo>
                <a:lnTo>
                  <a:pt x="1790770" y="1497559"/>
                </a:lnTo>
                <a:lnTo>
                  <a:pt x="1791201" y="1501907"/>
                </a:lnTo>
                <a:lnTo>
                  <a:pt x="1791632" y="1506269"/>
                </a:lnTo>
                <a:lnTo>
                  <a:pt x="1792051" y="1510618"/>
                </a:lnTo>
                <a:lnTo>
                  <a:pt x="1792482" y="1514966"/>
                </a:lnTo>
                <a:lnTo>
                  <a:pt x="1792888" y="1519303"/>
                </a:lnTo>
                <a:lnTo>
                  <a:pt x="1793319" y="1523639"/>
                </a:lnTo>
                <a:lnTo>
                  <a:pt x="1793738" y="1527975"/>
                </a:lnTo>
                <a:lnTo>
                  <a:pt x="1794169" y="1532298"/>
                </a:lnTo>
                <a:lnTo>
                  <a:pt x="1794588" y="1536621"/>
                </a:lnTo>
                <a:lnTo>
                  <a:pt x="1795006" y="1540932"/>
                </a:lnTo>
                <a:lnTo>
                  <a:pt x="1795438" y="1545255"/>
                </a:lnTo>
                <a:lnTo>
                  <a:pt x="1795856" y="1549553"/>
                </a:lnTo>
                <a:lnTo>
                  <a:pt x="1796275" y="1553864"/>
                </a:lnTo>
                <a:lnTo>
                  <a:pt x="1796706" y="1558162"/>
                </a:lnTo>
                <a:lnTo>
                  <a:pt x="1797125" y="1562447"/>
                </a:lnTo>
                <a:lnTo>
                  <a:pt x="1797556" y="1566732"/>
                </a:lnTo>
                <a:lnTo>
                  <a:pt x="1797962" y="1571020"/>
                </a:lnTo>
                <a:lnTo>
                  <a:pt x="1798393" y="1575296"/>
                </a:lnTo>
                <a:lnTo>
                  <a:pt x="1798812" y="1579568"/>
                </a:lnTo>
                <a:lnTo>
                  <a:pt x="1799243" y="1583829"/>
                </a:lnTo>
                <a:lnTo>
                  <a:pt x="1799661" y="1588091"/>
                </a:lnTo>
                <a:lnTo>
                  <a:pt x="1800080" y="1592347"/>
                </a:lnTo>
                <a:lnTo>
                  <a:pt x="1800511" y="1596594"/>
                </a:lnTo>
                <a:lnTo>
                  <a:pt x="1800930" y="1600840"/>
                </a:lnTo>
                <a:lnTo>
                  <a:pt x="1801349" y="1605082"/>
                </a:lnTo>
                <a:lnTo>
                  <a:pt x="1801780" y="1609313"/>
                </a:lnTo>
                <a:lnTo>
                  <a:pt x="1802198" y="1613535"/>
                </a:lnTo>
                <a:lnTo>
                  <a:pt x="1802630" y="1617752"/>
                </a:lnTo>
                <a:lnTo>
                  <a:pt x="1803048" y="1621968"/>
                </a:lnTo>
                <a:lnTo>
                  <a:pt x="1803467" y="1626181"/>
                </a:lnTo>
                <a:lnTo>
                  <a:pt x="1803885" y="1630382"/>
                </a:lnTo>
                <a:lnTo>
                  <a:pt x="1804317" y="1634575"/>
                </a:lnTo>
                <a:lnTo>
                  <a:pt x="1804735" y="1638762"/>
                </a:lnTo>
                <a:lnTo>
                  <a:pt x="1805166" y="1642948"/>
                </a:lnTo>
                <a:lnTo>
                  <a:pt x="1805585" y="1647125"/>
                </a:lnTo>
                <a:lnTo>
                  <a:pt x="1806004" y="1651288"/>
                </a:lnTo>
                <a:lnTo>
                  <a:pt x="1806422" y="1655450"/>
                </a:lnTo>
                <a:lnTo>
                  <a:pt x="1806853" y="1659612"/>
                </a:lnTo>
                <a:lnTo>
                  <a:pt x="1807272" y="1663765"/>
                </a:lnTo>
                <a:lnTo>
                  <a:pt x="1807703" y="1667903"/>
                </a:lnTo>
                <a:lnTo>
                  <a:pt x="1808122" y="1672044"/>
                </a:lnTo>
                <a:lnTo>
                  <a:pt x="1808540" y="1676177"/>
                </a:lnTo>
                <a:lnTo>
                  <a:pt x="1808972" y="1680299"/>
                </a:lnTo>
                <a:lnTo>
                  <a:pt x="1809390" y="1684411"/>
                </a:lnTo>
                <a:lnTo>
                  <a:pt x="1809809" y="1688520"/>
                </a:lnTo>
                <a:lnTo>
                  <a:pt x="1810240" y="1692632"/>
                </a:lnTo>
                <a:lnTo>
                  <a:pt x="1810659" y="1696725"/>
                </a:lnTo>
                <a:lnTo>
                  <a:pt x="1811090" y="1700813"/>
                </a:lnTo>
                <a:lnTo>
                  <a:pt x="1811496" y="1704891"/>
                </a:lnTo>
                <a:lnTo>
                  <a:pt x="1811927" y="1708968"/>
                </a:lnTo>
                <a:lnTo>
                  <a:pt x="1812346" y="1713032"/>
                </a:lnTo>
                <a:lnTo>
                  <a:pt x="1812777" y="1717090"/>
                </a:lnTo>
                <a:lnTo>
                  <a:pt x="1813196" y="1721147"/>
                </a:lnTo>
                <a:lnTo>
                  <a:pt x="1813614" y="1725186"/>
                </a:lnTo>
                <a:lnTo>
                  <a:pt x="1814045" y="1729229"/>
                </a:lnTo>
                <a:lnTo>
                  <a:pt x="1814464" y="1733253"/>
                </a:lnTo>
                <a:lnTo>
                  <a:pt x="1814883" y="1737281"/>
                </a:lnTo>
                <a:lnTo>
                  <a:pt x="1815314" y="1741289"/>
                </a:lnTo>
                <a:lnTo>
                  <a:pt x="1815732" y="1745302"/>
                </a:lnTo>
                <a:lnTo>
                  <a:pt x="1816164" y="1749296"/>
                </a:lnTo>
                <a:lnTo>
                  <a:pt x="1816582" y="1753285"/>
                </a:lnTo>
                <a:lnTo>
                  <a:pt x="1817001" y="1757269"/>
                </a:lnTo>
                <a:lnTo>
                  <a:pt x="1817419" y="1761243"/>
                </a:lnTo>
                <a:lnTo>
                  <a:pt x="1817851" y="1765206"/>
                </a:lnTo>
                <a:lnTo>
                  <a:pt x="1818269" y="1769170"/>
                </a:lnTo>
                <a:lnTo>
                  <a:pt x="1818701" y="1773124"/>
                </a:lnTo>
                <a:lnTo>
                  <a:pt x="1819119" y="1777062"/>
                </a:lnTo>
                <a:lnTo>
                  <a:pt x="1819538" y="1780996"/>
                </a:lnTo>
                <a:lnTo>
                  <a:pt x="1819956" y="1784926"/>
                </a:lnTo>
                <a:lnTo>
                  <a:pt x="1820388" y="1788834"/>
                </a:lnTo>
                <a:lnTo>
                  <a:pt x="1820806" y="1792745"/>
                </a:lnTo>
                <a:lnTo>
                  <a:pt x="1821237" y="1796648"/>
                </a:lnTo>
                <a:lnTo>
                  <a:pt x="1821656" y="1800538"/>
                </a:lnTo>
                <a:lnTo>
                  <a:pt x="1822075" y="1804426"/>
                </a:lnTo>
                <a:lnTo>
                  <a:pt x="1822506" y="1808297"/>
                </a:lnTo>
                <a:lnTo>
                  <a:pt x="1822924" y="1812167"/>
                </a:lnTo>
                <a:lnTo>
                  <a:pt x="1823343" y="1816021"/>
                </a:lnTo>
                <a:lnTo>
                  <a:pt x="1823774" y="1819866"/>
                </a:lnTo>
                <a:lnTo>
                  <a:pt x="1824193" y="1823705"/>
                </a:lnTo>
                <a:lnTo>
                  <a:pt x="1824624" y="1827535"/>
                </a:lnTo>
                <a:lnTo>
                  <a:pt x="1825030" y="1831360"/>
                </a:lnTo>
                <a:lnTo>
                  <a:pt x="1825461" y="1835169"/>
                </a:lnTo>
                <a:lnTo>
                  <a:pt x="1825880" y="1838975"/>
                </a:lnTo>
                <a:lnTo>
                  <a:pt x="1826311" y="1842766"/>
                </a:lnTo>
                <a:lnTo>
                  <a:pt x="1826730" y="1846555"/>
                </a:lnTo>
                <a:lnTo>
                  <a:pt x="1827148" y="1850325"/>
                </a:lnTo>
                <a:lnTo>
                  <a:pt x="1827580" y="1854095"/>
                </a:lnTo>
                <a:lnTo>
                  <a:pt x="1827998" y="1857852"/>
                </a:lnTo>
                <a:lnTo>
                  <a:pt x="1828429" y="1861602"/>
                </a:lnTo>
                <a:lnTo>
                  <a:pt x="1828848" y="1865337"/>
                </a:lnTo>
                <a:lnTo>
                  <a:pt x="1829267" y="1869068"/>
                </a:lnTo>
                <a:lnTo>
                  <a:pt x="1829698" y="1872784"/>
                </a:lnTo>
                <a:lnTo>
                  <a:pt x="1830116" y="1876489"/>
                </a:lnTo>
                <a:lnTo>
                  <a:pt x="1830535" y="1880196"/>
                </a:lnTo>
                <a:lnTo>
                  <a:pt x="1830966" y="1883886"/>
                </a:lnTo>
                <a:lnTo>
                  <a:pt x="1831385" y="1887567"/>
                </a:lnTo>
                <a:lnTo>
                  <a:pt x="1831816" y="1891233"/>
                </a:lnTo>
                <a:lnTo>
                  <a:pt x="1832222" y="1894895"/>
                </a:lnTo>
                <a:lnTo>
                  <a:pt x="1832653" y="1898546"/>
                </a:lnTo>
                <a:lnTo>
                  <a:pt x="1833072" y="1902188"/>
                </a:lnTo>
                <a:lnTo>
                  <a:pt x="1833503" y="1905818"/>
                </a:lnTo>
                <a:lnTo>
                  <a:pt x="1833922" y="1909441"/>
                </a:lnTo>
                <a:lnTo>
                  <a:pt x="1834353" y="1913052"/>
                </a:lnTo>
                <a:lnTo>
                  <a:pt x="1834772" y="1916648"/>
                </a:lnTo>
                <a:lnTo>
                  <a:pt x="1835190" y="1920240"/>
                </a:lnTo>
                <a:lnTo>
                  <a:pt x="1835609" y="1923812"/>
                </a:lnTo>
                <a:lnTo>
                  <a:pt x="1836040" y="1927389"/>
                </a:lnTo>
                <a:lnTo>
                  <a:pt x="1836459" y="1930941"/>
                </a:lnTo>
                <a:lnTo>
                  <a:pt x="1836890" y="1934493"/>
                </a:lnTo>
                <a:lnTo>
                  <a:pt x="1837308" y="1938030"/>
                </a:lnTo>
                <a:lnTo>
                  <a:pt x="1837727" y="1941557"/>
                </a:lnTo>
                <a:lnTo>
                  <a:pt x="1838146" y="1945074"/>
                </a:lnTo>
                <a:lnTo>
                  <a:pt x="1838577" y="1948582"/>
                </a:lnTo>
                <a:lnTo>
                  <a:pt x="1838995" y="1952079"/>
                </a:lnTo>
                <a:lnTo>
                  <a:pt x="1839427" y="1955562"/>
                </a:lnTo>
                <a:lnTo>
                  <a:pt x="1839845" y="1959030"/>
                </a:lnTo>
                <a:lnTo>
                  <a:pt x="1840264" y="1962497"/>
                </a:lnTo>
                <a:lnTo>
                  <a:pt x="1840682" y="1965950"/>
                </a:lnTo>
                <a:lnTo>
                  <a:pt x="1841114" y="1969388"/>
                </a:lnTo>
                <a:lnTo>
                  <a:pt x="1841532" y="1972816"/>
                </a:lnTo>
                <a:lnTo>
                  <a:pt x="1841963" y="1976239"/>
                </a:lnTo>
                <a:lnTo>
                  <a:pt x="1842382" y="1979647"/>
                </a:lnTo>
                <a:lnTo>
                  <a:pt x="1842801" y="1983041"/>
                </a:lnTo>
                <a:lnTo>
                  <a:pt x="1843232" y="1986430"/>
                </a:lnTo>
                <a:lnTo>
                  <a:pt x="1843650" y="1989798"/>
                </a:lnTo>
                <a:lnTo>
                  <a:pt x="1844069" y="1993166"/>
                </a:lnTo>
                <a:lnTo>
                  <a:pt x="1844500" y="1996514"/>
                </a:lnTo>
                <a:lnTo>
                  <a:pt x="1844919" y="1999859"/>
                </a:lnTo>
                <a:lnTo>
                  <a:pt x="1845350" y="2003183"/>
                </a:lnTo>
                <a:lnTo>
                  <a:pt x="1845756" y="2006506"/>
                </a:lnTo>
                <a:lnTo>
                  <a:pt x="1846187" y="2009805"/>
                </a:lnTo>
                <a:lnTo>
                  <a:pt x="1846606" y="2013103"/>
                </a:lnTo>
                <a:lnTo>
                  <a:pt x="1847037" y="2016383"/>
                </a:lnTo>
                <a:lnTo>
                  <a:pt x="1847456" y="2019657"/>
                </a:lnTo>
                <a:lnTo>
                  <a:pt x="1847874" y="2022912"/>
                </a:lnTo>
                <a:lnTo>
                  <a:pt x="1848306" y="2026161"/>
                </a:lnTo>
                <a:lnTo>
                  <a:pt x="1848724" y="2029401"/>
                </a:lnTo>
                <a:lnTo>
                  <a:pt x="1849143" y="2032625"/>
                </a:lnTo>
                <a:lnTo>
                  <a:pt x="1849574" y="2035830"/>
                </a:lnTo>
                <a:lnTo>
                  <a:pt x="1849993" y="2039029"/>
                </a:lnTo>
                <a:lnTo>
                  <a:pt x="1850424" y="2042225"/>
                </a:lnTo>
                <a:lnTo>
                  <a:pt x="1850842" y="2045395"/>
                </a:lnTo>
                <a:lnTo>
                  <a:pt x="1851261" y="2048565"/>
                </a:lnTo>
                <a:lnTo>
                  <a:pt x="1851680" y="2051715"/>
                </a:lnTo>
                <a:lnTo>
                  <a:pt x="1852111" y="2054850"/>
                </a:lnTo>
                <a:lnTo>
                  <a:pt x="1852529" y="2057976"/>
                </a:lnTo>
                <a:lnTo>
                  <a:pt x="1852961" y="2061091"/>
                </a:lnTo>
                <a:lnTo>
                  <a:pt x="1853379" y="2064196"/>
                </a:lnTo>
                <a:lnTo>
                  <a:pt x="1853798" y="2067288"/>
                </a:lnTo>
                <a:lnTo>
                  <a:pt x="1854216" y="2070367"/>
                </a:lnTo>
                <a:lnTo>
                  <a:pt x="1854648" y="2073429"/>
                </a:lnTo>
                <a:lnTo>
                  <a:pt x="1855066" y="2076485"/>
                </a:lnTo>
                <a:lnTo>
                  <a:pt x="1855498" y="2079525"/>
                </a:lnTo>
                <a:lnTo>
                  <a:pt x="1855916" y="2082552"/>
                </a:lnTo>
                <a:lnTo>
                  <a:pt x="1856335" y="2085568"/>
                </a:lnTo>
                <a:lnTo>
                  <a:pt x="1856766" y="2088570"/>
                </a:lnTo>
                <a:lnTo>
                  <a:pt x="1857185" y="2091566"/>
                </a:lnTo>
                <a:lnTo>
                  <a:pt x="1857603" y="2094538"/>
                </a:lnTo>
                <a:lnTo>
                  <a:pt x="1858034" y="2097499"/>
                </a:lnTo>
                <a:lnTo>
                  <a:pt x="1858453" y="2100455"/>
                </a:lnTo>
                <a:lnTo>
                  <a:pt x="1858884" y="2103398"/>
                </a:lnTo>
                <a:lnTo>
                  <a:pt x="1859290" y="2106325"/>
                </a:lnTo>
                <a:lnTo>
                  <a:pt x="1859721" y="2109232"/>
                </a:lnTo>
                <a:lnTo>
                  <a:pt x="1860140" y="2112129"/>
                </a:lnTo>
                <a:lnTo>
                  <a:pt x="1860571" y="2115016"/>
                </a:lnTo>
                <a:lnTo>
                  <a:pt x="1860990" y="2117899"/>
                </a:lnTo>
                <a:lnTo>
                  <a:pt x="1861408" y="2120751"/>
                </a:lnTo>
                <a:lnTo>
                  <a:pt x="1861840" y="2123603"/>
                </a:lnTo>
                <a:lnTo>
                  <a:pt x="1862258" y="2126436"/>
                </a:lnTo>
                <a:lnTo>
                  <a:pt x="1862677" y="2129254"/>
                </a:lnTo>
                <a:lnTo>
                  <a:pt x="1863108" y="2132067"/>
                </a:lnTo>
                <a:lnTo>
                  <a:pt x="1863527" y="2134860"/>
                </a:lnTo>
                <a:lnTo>
                  <a:pt x="1863958" y="2137643"/>
                </a:lnTo>
                <a:lnTo>
                  <a:pt x="1864377" y="2140407"/>
                </a:lnTo>
                <a:lnTo>
                  <a:pt x="1864795" y="2143165"/>
                </a:lnTo>
                <a:lnTo>
                  <a:pt x="1865214" y="2145908"/>
                </a:lnTo>
                <a:lnTo>
                  <a:pt x="1865645" y="2148637"/>
                </a:lnTo>
                <a:lnTo>
                  <a:pt x="1866064" y="2151345"/>
                </a:lnTo>
                <a:lnTo>
                  <a:pt x="1866495" y="2154045"/>
                </a:lnTo>
                <a:lnTo>
                  <a:pt x="1866913" y="2156733"/>
                </a:lnTo>
                <a:lnTo>
                  <a:pt x="1867332" y="2159407"/>
                </a:lnTo>
                <a:lnTo>
                  <a:pt x="1867763" y="2162066"/>
                </a:lnTo>
                <a:lnTo>
                  <a:pt x="1868182" y="2164706"/>
                </a:lnTo>
                <a:lnTo>
                  <a:pt x="1868613" y="2167344"/>
                </a:lnTo>
                <a:lnTo>
                  <a:pt x="1869032" y="2169964"/>
                </a:lnTo>
                <a:lnTo>
                  <a:pt x="1869450" y="2172568"/>
                </a:lnTo>
                <a:lnTo>
                  <a:pt x="1869869" y="2175158"/>
                </a:lnTo>
                <a:lnTo>
                  <a:pt x="1870300" y="2177733"/>
                </a:lnTo>
                <a:lnTo>
                  <a:pt x="1870719" y="2180293"/>
                </a:lnTo>
                <a:lnTo>
                  <a:pt x="1871150" y="2182842"/>
                </a:lnTo>
                <a:lnTo>
                  <a:pt x="1871569" y="2185378"/>
                </a:lnTo>
                <a:lnTo>
                  <a:pt x="1871987" y="2187898"/>
                </a:lnTo>
                <a:lnTo>
                  <a:pt x="1872406" y="2190403"/>
                </a:lnTo>
                <a:lnTo>
                  <a:pt x="1872837" y="2192893"/>
                </a:lnTo>
                <a:lnTo>
                  <a:pt x="1873256" y="2195368"/>
                </a:lnTo>
                <a:lnTo>
                  <a:pt x="1873687" y="2197839"/>
                </a:lnTo>
                <a:lnTo>
                  <a:pt x="1874105" y="2200280"/>
                </a:lnTo>
                <a:lnTo>
                  <a:pt x="1874524" y="2202721"/>
                </a:lnTo>
                <a:lnTo>
                  <a:pt x="1874943" y="2205142"/>
                </a:lnTo>
                <a:lnTo>
                  <a:pt x="1875374" y="2207547"/>
                </a:lnTo>
                <a:lnTo>
                  <a:pt x="1875792" y="2209939"/>
                </a:lnTo>
                <a:lnTo>
                  <a:pt x="1876224" y="2212316"/>
                </a:lnTo>
                <a:lnTo>
                  <a:pt x="1876642" y="2214681"/>
                </a:lnTo>
                <a:lnTo>
                  <a:pt x="1877061" y="2217028"/>
                </a:lnTo>
                <a:lnTo>
                  <a:pt x="1877492" y="2219364"/>
                </a:lnTo>
                <a:lnTo>
                  <a:pt x="1877911" y="2221676"/>
                </a:lnTo>
                <a:lnTo>
                  <a:pt x="1878329" y="2223984"/>
                </a:lnTo>
                <a:lnTo>
                  <a:pt x="1878760" y="2226275"/>
                </a:lnTo>
                <a:lnTo>
                  <a:pt x="1879179" y="2228553"/>
                </a:lnTo>
                <a:lnTo>
                  <a:pt x="1879610" y="2230815"/>
                </a:lnTo>
                <a:lnTo>
                  <a:pt x="1880016" y="2233062"/>
                </a:lnTo>
                <a:lnTo>
                  <a:pt x="1880447" y="2235289"/>
                </a:lnTo>
                <a:lnTo>
                  <a:pt x="1880866" y="2237507"/>
                </a:lnTo>
                <a:lnTo>
                  <a:pt x="1881297" y="2239715"/>
                </a:lnTo>
                <a:lnTo>
                  <a:pt x="1881716" y="2241898"/>
                </a:lnTo>
                <a:lnTo>
                  <a:pt x="1882135" y="2244070"/>
                </a:lnTo>
                <a:lnTo>
                  <a:pt x="1882566" y="2246229"/>
                </a:lnTo>
                <a:lnTo>
                  <a:pt x="1882984" y="2248371"/>
                </a:lnTo>
                <a:lnTo>
                  <a:pt x="1883403" y="2250500"/>
                </a:lnTo>
                <a:lnTo>
                  <a:pt x="1883834" y="2252608"/>
                </a:lnTo>
                <a:lnTo>
                  <a:pt x="1884253" y="2254711"/>
                </a:lnTo>
                <a:lnTo>
                  <a:pt x="1884684" y="2256785"/>
                </a:lnTo>
                <a:lnTo>
                  <a:pt x="1885103" y="2258859"/>
                </a:lnTo>
                <a:lnTo>
                  <a:pt x="1885521" y="2260913"/>
                </a:lnTo>
                <a:lnTo>
                  <a:pt x="1885940" y="2262946"/>
                </a:lnTo>
                <a:lnTo>
                  <a:pt x="1886371" y="2264971"/>
                </a:lnTo>
                <a:lnTo>
                  <a:pt x="1886790" y="2266980"/>
                </a:lnTo>
                <a:lnTo>
                  <a:pt x="1887221" y="2268965"/>
                </a:lnTo>
                <a:lnTo>
                  <a:pt x="1887639" y="2270943"/>
                </a:lnTo>
                <a:lnTo>
                  <a:pt x="1888058" y="2272903"/>
                </a:lnTo>
                <a:lnTo>
                  <a:pt x="1888477" y="2274848"/>
                </a:lnTo>
                <a:lnTo>
                  <a:pt x="1888908" y="2276777"/>
                </a:lnTo>
                <a:lnTo>
                  <a:pt x="1889326" y="2278697"/>
                </a:lnTo>
                <a:lnTo>
                  <a:pt x="1889745" y="2280593"/>
                </a:lnTo>
                <a:lnTo>
                  <a:pt x="1890176" y="2282478"/>
                </a:lnTo>
                <a:lnTo>
                  <a:pt x="1890595" y="2284348"/>
                </a:lnTo>
                <a:lnTo>
                  <a:pt x="1891013" y="2286198"/>
                </a:lnTo>
                <a:lnTo>
                  <a:pt x="1891445" y="2288039"/>
                </a:lnTo>
                <a:lnTo>
                  <a:pt x="1891863" y="2289855"/>
                </a:lnTo>
                <a:lnTo>
                  <a:pt x="1892295" y="2291666"/>
                </a:lnTo>
                <a:lnTo>
                  <a:pt x="1892713" y="2293456"/>
                </a:lnTo>
                <a:lnTo>
                  <a:pt x="1893132" y="2295233"/>
                </a:lnTo>
                <a:lnTo>
                  <a:pt x="1893550" y="2296989"/>
                </a:lnTo>
                <a:lnTo>
                  <a:pt x="1893982" y="2298735"/>
                </a:lnTo>
                <a:lnTo>
                  <a:pt x="1894400" y="2300467"/>
                </a:lnTo>
                <a:lnTo>
                  <a:pt x="1894831" y="2302178"/>
                </a:lnTo>
                <a:lnTo>
                  <a:pt x="1895250" y="2303874"/>
                </a:lnTo>
                <a:lnTo>
                  <a:pt x="1895669" y="2305557"/>
                </a:lnTo>
                <a:lnTo>
                  <a:pt x="1896087" y="2307219"/>
                </a:lnTo>
                <a:lnTo>
                  <a:pt x="1896518" y="2308870"/>
                </a:lnTo>
                <a:lnTo>
                  <a:pt x="1896937" y="2310502"/>
                </a:lnTo>
                <a:lnTo>
                  <a:pt x="1897368" y="2312124"/>
                </a:lnTo>
                <a:lnTo>
                  <a:pt x="1897787" y="2313721"/>
                </a:lnTo>
                <a:lnTo>
                  <a:pt x="1898205" y="2315310"/>
                </a:lnTo>
                <a:lnTo>
                  <a:pt x="1898637" y="2316877"/>
                </a:lnTo>
                <a:lnTo>
                  <a:pt x="1899055" y="2318435"/>
                </a:lnTo>
                <a:lnTo>
                  <a:pt x="1899474" y="2319967"/>
                </a:lnTo>
                <a:lnTo>
                  <a:pt x="1899905" y="2321496"/>
                </a:lnTo>
                <a:lnTo>
                  <a:pt x="1900324" y="2323004"/>
                </a:lnTo>
                <a:lnTo>
                  <a:pt x="1900755" y="2324492"/>
                </a:lnTo>
                <a:lnTo>
                  <a:pt x="1901161" y="2325965"/>
                </a:lnTo>
                <a:lnTo>
                  <a:pt x="1901592" y="2327424"/>
                </a:lnTo>
                <a:lnTo>
                  <a:pt x="1902011" y="2328862"/>
                </a:lnTo>
                <a:lnTo>
                  <a:pt x="1902442" y="2330291"/>
                </a:lnTo>
                <a:lnTo>
                  <a:pt x="1902861" y="2331700"/>
                </a:lnTo>
                <a:lnTo>
                  <a:pt x="1903279" y="2333094"/>
                </a:lnTo>
                <a:lnTo>
                  <a:pt x="1903710" y="2334474"/>
                </a:lnTo>
                <a:lnTo>
                  <a:pt x="1904129" y="2335833"/>
                </a:lnTo>
                <a:lnTo>
                  <a:pt x="1904548" y="2337177"/>
                </a:lnTo>
                <a:lnTo>
                  <a:pt x="1904979" y="2338507"/>
                </a:lnTo>
                <a:lnTo>
                  <a:pt x="1905397" y="2339822"/>
                </a:lnTo>
                <a:lnTo>
                  <a:pt x="1905829" y="2341111"/>
                </a:lnTo>
                <a:lnTo>
                  <a:pt x="1906247" y="2342395"/>
                </a:lnTo>
                <a:lnTo>
                  <a:pt x="1906666" y="2343656"/>
                </a:lnTo>
                <a:lnTo>
                  <a:pt x="1907097" y="2344911"/>
                </a:lnTo>
                <a:lnTo>
                  <a:pt x="1907516" y="2346142"/>
                </a:lnTo>
                <a:lnTo>
                  <a:pt x="1907947" y="2347352"/>
                </a:lnTo>
                <a:lnTo>
                  <a:pt x="1908353" y="2348552"/>
                </a:lnTo>
                <a:lnTo>
                  <a:pt x="1908784" y="2349729"/>
                </a:lnTo>
                <a:lnTo>
                  <a:pt x="1909203" y="2350898"/>
                </a:lnTo>
                <a:lnTo>
                  <a:pt x="1909634" y="2352045"/>
                </a:lnTo>
                <a:lnTo>
                  <a:pt x="1910053" y="2353181"/>
                </a:lnTo>
                <a:lnTo>
                  <a:pt x="1910471" y="2354297"/>
                </a:lnTo>
                <a:lnTo>
                  <a:pt x="1910902" y="2355399"/>
                </a:lnTo>
                <a:lnTo>
                  <a:pt x="1911321" y="2356484"/>
                </a:lnTo>
                <a:lnTo>
                  <a:pt x="1911740" y="2357546"/>
                </a:lnTo>
                <a:lnTo>
                  <a:pt x="1912171" y="2358598"/>
                </a:lnTo>
                <a:lnTo>
                  <a:pt x="1912589" y="2359630"/>
                </a:lnTo>
                <a:lnTo>
                  <a:pt x="1913021" y="2360648"/>
                </a:lnTo>
                <a:lnTo>
                  <a:pt x="1913439" y="2361645"/>
                </a:lnTo>
                <a:lnTo>
                  <a:pt x="1913858" y="2362631"/>
                </a:lnTo>
                <a:lnTo>
                  <a:pt x="1914276" y="2363604"/>
                </a:lnTo>
                <a:lnTo>
                  <a:pt x="1914708" y="2364551"/>
                </a:lnTo>
                <a:lnTo>
                  <a:pt x="1915126" y="2365480"/>
                </a:lnTo>
                <a:lnTo>
                  <a:pt x="1917245" y="2369905"/>
                </a:lnTo>
                <a:lnTo>
                  <a:pt x="1917663" y="2370738"/>
                </a:lnTo>
                <a:lnTo>
                  <a:pt x="1918094" y="2371556"/>
                </a:lnTo>
                <a:lnTo>
                  <a:pt x="1918513" y="2372355"/>
                </a:lnTo>
                <a:lnTo>
                  <a:pt x="1918932" y="2373143"/>
                </a:lnTo>
                <a:lnTo>
                  <a:pt x="1919363" y="2373908"/>
                </a:lnTo>
                <a:lnTo>
                  <a:pt x="1919781" y="2374662"/>
                </a:lnTo>
                <a:lnTo>
                  <a:pt x="1920200" y="2375397"/>
                </a:lnTo>
                <a:lnTo>
                  <a:pt x="1920631" y="2376115"/>
                </a:lnTo>
                <a:lnTo>
                  <a:pt x="1921050" y="2376811"/>
                </a:lnTo>
                <a:lnTo>
                  <a:pt x="1921481" y="2377500"/>
                </a:lnTo>
                <a:lnTo>
                  <a:pt x="1921887" y="2378165"/>
                </a:lnTo>
                <a:lnTo>
                  <a:pt x="1922318" y="2378810"/>
                </a:lnTo>
                <a:lnTo>
                  <a:pt x="1922737" y="2379444"/>
                </a:lnTo>
                <a:lnTo>
                  <a:pt x="1923168" y="2380065"/>
                </a:lnTo>
                <a:lnTo>
                  <a:pt x="1923587" y="2380660"/>
                </a:lnTo>
                <a:lnTo>
                  <a:pt x="1924005" y="2381240"/>
                </a:lnTo>
                <a:lnTo>
                  <a:pt x="1924436" y="2381805"/>
                </a:lnTo>
                <a:lnTo>
                  <a:pt x="1924855" y="2382356"/>
                </a:lnTo>
                <a:lnTo>
                  <a:pt x="1925274" y="2382893"/>
                </a:lnTo>
                <a:lnTo>
                  <a:pt x="1925705" y="2383402"/>
                </a:lnTo>
                <a:lnTo>
                  <a:pt x="1926123" y="2383900"/>
                </a:lnTo>
                <a:lnTo>
                  <a:pt x="1938389" y="2390979"/>
                </a:lnTo>
                <a:lnTo>
                  <a:pt x="1938808" y="2390973"/>
                </a:lnTo>
                <a:lnTo>
                  <a:pt x="1951923" y="2382217"/>
                </a:lnTo>
                <a:lnTo>
                  <a:pt x="1952355" y="2381667"/>
                </a:lnTo>
                <a:lnTo>
                  <a:pt x="1956147" y="2375932"/>
                </a:lnTo>
                <a:lnTo>
                  <a:pt x="1956578" y="2375212"/>
                </a:lnTo>
                <a:lnTo>
                  <a:pt x="1956997" y="2374473"/>
                </a:lnTo>
                <a:lnTo>
                  <a:pt x="1957428" y="2373714"/>
                </a:lnTo>
                <a:lnTo>
                  <a:pt x="1957847" y="2372945"/>
                </a:lnTo>
                <a:lnTo>
                  <a:pt x="1958265" y="2372157"/>
                </a:lnTo>
                <a:lnTo>
                  <a:pt x="1958697" y="2371358"/>
                </a:lnTo>
                <a:lnTo>
                  <a:pt x="1959115" y="2370529"/>
                </a:lnTo>
                <a:lnTo>
                  <a:pt x="1959534" y="2369696"/>
                </a:lnTo>
                <a:lnTo>
                  <a:pt x="1959965" y="2368843"/>
                </a:lnTo>
                <a:lnTo>
                  <a:pt x="1960384" y="2367964"/>
                </a:lnTo>
                <a:lnTo>
                  <a:pt x="1960815" y="2367077"/>
                </a:lnTo>
                <a:lnTo>
                  <a:pt x="1961233" y="2366179"/>
                </a:lnTo>
                <a:lnTo>
                  <a:pt x="1961652" y="2365251"/>
                </a:lnTo>
                <a:lnTo>
                  <a:pt x="1962071" y="2364314"/>
                </a:lnTo>
                <a:lnTo>
                  <a:pt x="1962502" y="2363356"/>
                </a:lnTo>
                <a:lnTo>
                  <a:pt x="1962921" y="2362388"/>
                </a:lnTo>
                <a:lnTo>
                  <a:pt x="1963352" y="2361402"/>
                </a:lnTo>
                <a:lnTo>
                  <a:pt x="1963770" y="2360395"/>
                </a:lnTo>
                <a:lnTo>
                  <a:pt x="1964189" y="2359372"/>
                </a:lnTo>
                <a:lnTo>
                  <a:pt x="1964608" y="2358341"/>
                </a:lnTo>
                <a:lnTo>
                  <a:pt x="1965039" y="2357284"/>
                </a:lnTo>
                <a:lnTo>
                  <a:pt x="1965457" y="2356207"/>
                </a:lnTo>
                <a:lnTo>
                  <a:pt x="1965889" y="2355121"/>
                </a:lnTo>
                <a:lnTo>
                  <a:pt x="1966307" y="2354015"/>
                </a:lnTo>
                <a:lnTo>
                  <a:pt x="1966726" y="2352899"/>
                </a:lnTo>
                <a:lnTo>
                  <a:pt x="1967157" y="2351762"/>
                </a:lnTo>
                <a:lnTo>
                  <a:pt x="1967576" y="2350606"/>
                </a:lnTo>
                <a:lnTo>
                  <a:pt x="1967994" y="2349440"/>
                </a:lnTo>
                <a:lnTo>
                  <a:pt x="1968425" y="2348255"/>
                </a:lnTo>
                <a:lnTo>
                  <a:pt x="1968844" y="2347049"/>
                </a:lnTo>
                <a:lnTo>
                  <a:pt x="1969275" y="2345834"/>
                </a:lnTo>
                <a:lnTo>
                  <a:pt x="1969681" y="2344599"/>
                </a:lnTo>
                <a:lnTo>
                  <a:pt x="1970112" y="2343344"/>
                </a:lnTo>
                <a:lnTo>
                  <a:pt x="1970531" y="2342074"/>
                </a:lnTo>
                <a:lnTo>
                  <a:pt x="1970962" y="2340793"/>
                </a:lnTo>
                <a:lnTo>
                  <a:pt x="1971381" y="2339494"/>
                </a:lnTo>
                <a:lnTo>
                  <a:pt x="1971799" y="2338174"/>
                </a:lnTo>
                <a:lnTo>
                  <a:pt x="1972231" y="2336845"/>
                </a:lnTo>
                <a:lnTo>
                  <a:pt x="1972649" y="2335491"/>
                </a:lnTo>
                <a:lnTo>
                  <a:pt x="1973068" y="2334131"/>
                </a:lnTo>
                <a:lnTo>
                  <a:pt x="1973499" y="2332747"/>
                </a:lnTo>
                <a:lnTo>
                  <a:pt x="1973918" y="2331353"/>
                </a:lnTo>
                <a:lnTo>
                  <a:pt x="1974349" y="2329939"/>
                </a:lnTo>
                <a:lnTo>
                  <a:pt x="1974755" y="2328510"/>
                </a:lnTo>
                <a:lnTo>
                  <a:pt x="1975186" y="2327056"/>
                </a:lnTo>
                <a:lnTo>
                  <a:pt x="1975605" y="2325598"/>
                </a:lnTo>
                <a:lnTo>
                  <a:pt x="1976036" y="2324115"/>
                </a:lnTo>
                <a:lnTo>
                  <a:pt x="1976455" y="2322626"/>
                </a:lnTo>
                <a:lnTo>
                  <a:pt x="1976873" y="2321113"/>
                </a:lnTo>
                <a:lnTo>
                  <a:pt x="1977304" y="2319586"/>
                </a:lnTo>
                <a:lnTo>
                  <a:pt x="1977723" y="2318042"/>
                </a:lnTo>
                <a:lnTo>
                  <a:pt x="1978142" y="2316485"/>
                </a:lnTo>
                <a:lnTo>
                  <a:pt x="1978573" y="2314913"/>
                </a:lnTo>
                <a:lnTo>
                  <a:pt x="1978991" y="2313325"/>
                </a:lnTo>
                <a:lnTo>
                  <a:pt x="1979423" y="2311717"/>
                </a:lnTo>
                <a:lnTo>
                  <a:pt x="1979841" y="2310100"/>
                </a:lnTo>
                <a:lnTo>
                  <a:pt x="1980260" y="2308458"/>
                </a:lnTo>
                <a:lnTo>
                  <a:pt x="1980678" y="2306807"/>
                </a:lnTo>
                <a:lnTo>
                  <a:pt x="1981110" y="2305134"/>
                </a:lnTo>
                <a:lnTo>
                  <a:pt x="1981541" y="2303452"/>
                </a:lnTo>
                <a:lnTo>
                  <a:pt x="1981960" y="2301751"/>
                </a:lnTo>
                <a:lnTo>
                  <a:pt x="1982378" y="2300029"/>
                </a:lnTo>
                <a:lnTo>
                  <a:pt x="1982797" y="2298299"/>
                </a:lnTo>
                <a:lnTo>
                  <a:pt x="1983228" y="2296556"/>
                </a:lnTo>
                <a:lnTo>
                  <a:pt x="1983647" y="2294790"/>
                </a:lnTo>
                <a:lnTo>
                  <a:pt x="1984078" y="2293010"/>
                </a:lnTo>
                <a:lnTo>
                  <a:pt x="1984496" y="2291215"/>
                </a:lnTo>
                <a:lnTo>
                  <a:pt x="1984915" y="2289404"/>
                </a:lnTo>
                <a:lnTo>
                  <a:pt x="1985334" y="2287578"/>
                </a:lnTo>
                <a:lnTo>
                  <a:pt x="1985765" y="2285737"/>
                </a:lnTo>
                <a:lnTo>
                  <a:pt x="1986183" y="2283881"/>
                </a:lnTo>
                <a:lnTo>
                  <a:pt x="1986615" y="2282011"/>
                </a:lnTo>
                <a:lnTo>
                  <a:pt x="1987033" y="2280116"/>
                </a:lnTo>
                <a:lnTo>
                  <a:pt x="1987452" y="2278217"/>
                </a:lnTo>
                <a:lnTo>
                  <a:pt x="1987883" y="2276296"/>
                </a:lnTo>
                <a:lnTo>
                  <a:pt x="1988302" y="2274366"/>
                </a:lnTo>
                <a:lnTo>
                  <a:pt x="1988720" y="2272417"/>
                </a:lnTo>
                <a:lnTo>
                  <a:pt x="1989152" y="2270452"/>
                </a:lnTo>
                <a:lnTo>
                  <a:pt x="1989570" y="2268469"/>
                </a:lnTo>
                <a:lnTo>
                  <a:pt x="1990001" y="2266474"/>
                </a:lnTo>
                <a:lnTo>
                  <a:pt x="1990407" y="2264464"/>
                </a:lnTo>
                <a:lnTo>
                  <a:pt x="1990839" y="2262440"/>
                </a:lnTo>
                <a:lnTo>
                  <a:pt x="1991257" y="2260402"/>
                </a:lnTo>
                <a:lnTo>
                  <a:pt x="1991688" y="2258348"/>
                </a:lnTo>
                <a:lnTo>
                  <a:pt x="1992107" y="2256269"/>
                </a:lnTo>
                <a:lnTo>
                  <a:pt x="1992526" y="2254181"/>
                </a:lnTo>
                <a:lnTo>
                  <a:pt x="1992957" y="2252082"/>
                </a:lnTo>
                <a:lnTo>
                  <a:pt x="1993375" y="2249963"/>
                </a:lnTo>
                <a:lnTo>
                  <a:pt x="1993794" y="2247836"/>
                </a:lnTo>
                <a:lnTo>
                  <a:pt x="1994225" y="2245687"/>
                </a:lnTo>
                <a:lnTo>
                  <a:pt x="1994644" y="2243524"/>
                </a:lnTo>
                <a:lnTo>
                  <a:pt x="1995075" y="2241356"/>
                </a:lnTo>
                <a:lnTo>
                  <a:pt x="1995494" y="2239164"/>
                </a:lnTo>
                <a:lnTo>
                  <a:pt x="1995912" y="2236956"/>
                </a:lnTo>
                <a:lnTo>
                  <a:pt x="1996331" y="2234734"/>
                </a:lnTo>
                <a:lnTo>
                  <a:pt x="1996762" y="2232501"/>
                </a:lnTo>
                <a:lnTo>
                  <a:pt x="1997181" y="2230249"/>
                </a:lnTo>
                <a:lnTo>
                  <a:pt x="1997612" y="2227987"/>
                </a:lnTo>
                <a:lnTo>
                  <a:pt x="1998031" y="2225704"/>
                </a:lnTo>
                <a:lnTo>
                  <a:pt x="1998449" y="2223413"/>
                </a:lnTo>
                <a:lnTo>
                  <a:pt x="1998868" y="2221106"/>
                </a:lnTo>
                <a:lnTo>
                  <a:pt x="1999299" y="2218784"/>
                </a:lnTo>
                <a:lnTo>
                  <a:pt x="1999718" y="2216447"/>
                </a:lnTo>
                <a:lnTo>
                  <a:pt x="2000149" y="2214091"/>
                </a:lnTo>
                <a:lnTo>
                  <a:pt x="2000567" y="2211725"/>
                </a:lnTo>
                <a:lnTo>
                  <a:pt x="2000986" y="2209344"/>
                </a:lnTo>
                <a:lnTo>
                  <a:pt x="2001417" y="2206952"/>
                </a:lnTo>
                <a:lnTo>
                  <a:pt x="2001836" y="2204536"/>
                </a:lnTo>
                <a:lnTo>
                  <a:pt x="2002254" y="2202115"/>
                </a:lnTo>
                <a:lnTo>
                  <a:pt x="2002686" y="2199670"/>
                </a:lnTo>
                <a:lnTo>
                  <a:pt x="2003104" y="2197220"/>
                </a:lnTo>
                <a:lnTo>
                  <a:pt x="2003535" y="2194754"/>
                </a:lnTo>
                <a:lnTo>
                  <a:pt x="2003941" y="2192278"/>
                </a:lnTo>
                <a:lnTo>
                  <a:pt x="2004373" y="2189777"/>
                </a:lnTo>
                <a:lnTo>
                  <a:pt x="2004791" y="2187267"/>
                </a:lnTo>
                <a:lnTo>
                  <a:pt x="2005222" y="2184742"/>
                </a:lnTo>
                <a:lnTo>
                  <a:pt x="2005641" y="2182208"/>
                </a:lnTo>
                <a:lnTo>
                  <a:pt x="2006060" y="2179658"/>
                </a:lnTo>
                <a:lnTo>
                  <a:pt x="2006478" y="2177092"/>
                </a:lnTo>
                <a:lnTo>
                  <a:pt x="2006909" y="2174508"/>
                </a:lnTo>
                <a:lnTo>
                  <a:pt x="2007328" y="2171913"/>
                </a:lnTo>
                <a:lnTo>
                  <a:pt x="2007759" y="2169304"/>
                </a:lnTo>
                <a:lnTo>
                  <a:pt x="2008178" y="2166684"/>
                </a:lnTo>
                <a:lnTo>
                  <a:pt x="2008609" y="2164051"/>
                </a:lnTo>
                <a:lnTo>
                  <a:pt x="2009015" y="2161401"/>
                </a:lnTo>
                <a:lnTo>
                  <a:pt x="2009446" y="2158742"/>
                </a:lnTo>
                <a:lnTo>
                  <a:pt x="2009865" y="2156058"/>
                </a:lnTo>
                <a:lnTo>
                  <a:pt x="2010296" y="2153369"/>
                </a:lnTo>
                <a:lnTo>
                  <a:pt x="2010715" y="2150666"/>
                </a:lnTo>
                <a:lnTo>
                  <a:pt x="2011133" y="2147947"/>
                </a:lnTo>
                <a:lnTo>
                  <a:pt x="2011552" y="2145219"/>
                </a:lnTo>
                <a:lnTo>
                  <a:pt x="2011983" y="2142480"/>
                </a:lnTo>
                <a:lnTo>
                  <a:pt x="2012402" y="2139722"/>
                </a:lnTo>
                <a:lnTo>
                  <a:pt x="2012833" y="2136948"/>
                </a:lnTo>
                <a:lnTo>
                  <a:pt x="2013252" y="2134161"/>
                </a:lnTo>
                <a:lnTo>
                  <a:pt x="2013670" y="2131362"/>
                </a:lnTo>
                <a:lnTo>
                  <a:pt x="2014101" y="2128555"/>
                </a:lnTo>
                <a:lnTo>
                  <a:pt x="2014520" y="2125727"/>
                </a:lnTo>
                <a:lnTo>
                  <a:pt x="2014939" y="2122895"/>
                </a:lnTo>
                <a:lnTo>
                  <a:pt x="2015370" y="2120042"/>
                </a:lnTo>
                <a:lnTo>
                  <a:pt x="2015788" y="2117179"/>
                </a:lnTo>
                <a:lnTo>
                  <a:pt x="2016220" y="2114297"/>
                </a:lnTo>
                <a:lnTo>
                  <a:pt x="2016626" y="2111410"/>
                </a:lnTo>
                <a:lnTo>
                  <a:pt x="2017057" y="2108507"/>
                </a:lnTo>
                <a:lnTo>
                  <a:pt x="2017475" y="2105590"/>
                </a:lnTo>
                <a:lnTo>
                  <a:pt x="2017907" y="2102664"/>
                </a:lnTo>
                <a:lnTo>
                  <a:pt x="2018325" y="2099717"/>
                </a:lnTo>
                <a:lnTo>
                  <a:pt x="2018744" y="2096765"/>
                </a:lnTo>
                <a:lnTo>
                  <a:pt x="2019175" y="2093794"/>
                </a:lnTo>
                <a:lnTo>
                  <a:pt x="2019594" y="2090817"/>
                </a:lnTo>
                <a:lnTo>
                  <a:pt x="2020025" y="2087821"/>
                </a:lnTo>
                <a:lnTo>
                  <a:pt x="2020444" y="2084819"/>
                </a:lnTo>
                <a:lnTo>
                  <a:pt x="2020862" y="2081793"/>
                </a:lnTo>
                <a:lnTo>
                  <a:pt x="2021293" y="2078771"/>
                </a:lnTo>
                <a:lnTo>
                  <a:pt x="2021712" y="2075721"/>
                </a:lnTo>
                <a:lnTo>
                  <a:pt x="2022131" y="2072665"/>
                </a:lnTo>
                <a:lnTo>
                  <a:pt x="2022562" y="2069594"/>
                </a:lnTo>
                <a:lnTo>
                  <a:pt x="2022980" y="2066518"/>
                </a:lnTo>
                <a:lnTo>
                  <a:pt x="2023412" y="2063422"/>
                </a:lnTo>
                <a:lnTo>
                  <a:pt x="2023830" y="2060312"/>
                </a:lnTo>
                <a:lnTo>
                  <a:pt x="2024249" y="2057196"/>
                </a:lnTo>
                <a:lnTo>
                  <a:pt x="2024667" y="2054066"/>
                </a:lnTo>
                <a:lnTo>
                  <a:pt x="2025099" y="2050926"/>
                </a:lnTo>
                <a:lnTo>
                  <a:pt x="2025517" y="2047770"/>
                </a:lnTo>
                <a:lnTo>
                  <a:pt x="2025949" y="2044610"/>
                </a:lnTo>
                <a:lnTo>
                  <a:pt x="2026367" y="2041421"/>
                </a:lnTo>
                <a:lnTo>
                  <a:pt x="2026786" y="2038236"/>
                </a:lnTo>
                <a:lnTo>
                  <a:pt x="2027204" y="2035032"/>
                </a:lnTo>
                <a:lnTo>
                  <a:pt x="2027636" y="2031821"/>
                </a:lnTo>
                <a:lnTo>
                  <a:pt x="2028054" y="2028592"/>
                </a:lnTo>
                <a:lnTo>
                  <a:pt x="2028485" y="2025352"/>
                </a:lnTo>
                <a:lnTo>
                  <a:pt x="2028904" y="2022104"/>
                </a:lnTo>
                <a:lnTo>
                  <a:pt x="2029323" y="2018843"/>
                </a:lnTo>
                <a:lnTo>
                  <a:pt x="2029754" y="2015565"/>
                </a:lnTo>
                <a:lnTo>
                  <a:pt x="2030172" y="2012281"/>
                </a:lnTo>
                <a:lnTo>
                  <a:pt x="2030591" y="2008981"/>
                </a:lnTo>
                <a:lnTo>
                  <a:pt x="2031022" y="2005672"/>
                </a:lnTo>
                <a:lnTo>
                  <a:pt x="2031441" y="2002359"/>
                </a:lnTo>
                <a:lnTo>
                  <a:pt x="2031872" y="1999019"/>
                </a:lnTo>
                <a:lnTo>
                  <a:pt x="2032278" y="1995682"/>
                </a:lnTo>
                <a:lnTo>
                  <a:pt x="2032709" y="1992327"/>
                </a:lnTo>
                <a:lnTo>
                  <a:pt x="2033128" y="1988959"/>
                </a:lnTo>
                <a:lnTo>
                  <a:pt x="2033559" y="1985580"/>
                </a:lnTo>
                <a:lnTo>
                  <a:pt x="2033978" y="1982193"/>
                </a:lnTo>
                <a:lnTo>
                  <a:pt x="2034396" y="1978789"/>
                </a:lnTo>
                <a:lnTo>
                  <a:pt x="2034828" y="1975386"/>
                </a:lnTo>
                <a:lnTo>
                  <a:pt x="2035246" y="1971963"/>
                </a:lnTo>
                <a:lnTo>
                  <a:pt x="2035665" y="1968535"/>
                </a:lnTo>
                <a:lnTo>
                  <a:pt x="2036096" y="1965087"/>
                </a:lnTo>
                <a:lnTo>
                  <a:pt x="2036515" y="1961634"/>
                </a:lnTo>
                <a:lnTo>
                  <a:pt x="2036946" y="1958166"/>
                </a:lnTo>
                <a:lnTo>
                  <a:pt x="2037364" y="1954688"/>
                </a:lnTo>
                <a:lnTo>
                  <a:pt x="2037783" y="1951202"/>
                </a:lnTo>
                <a:lnTo>
                  <a:pt x="2038202" y="1947699"/>
                </a:lnTo>
                <a:lnTo>
                  <a:pt x="2038633" y="1944197"/>
                </a:lnTo>
                <a:lnTo>
                  <a:pt x="2039051" y="1940674"/>
                </a:lnTo>
                <a:lnTo>
                  <a:pt x="2039483" y="1937142"/>
                </a:lnTo>
                <a:lnTo>
                  <a:pt x="2039901" y="1933610"/>
                </a:lnTo>
                <a:lnTo>
                  <a:pt x="2040320" y="1930053"/>
                </a:lnTo>
                <a:lnTo>
                  <a:pt x="2040738" y="1926496"/>
                </a:lnTo>
                <a:lnTo>
                  <a:pt x="2041170" y="1922919"/>
                </a:lnTo>
                <a:lnTo>
                  <a:pt x="2041588" y="1919337"/>
                </a:lnTo>
                <a:lnTo>
                  <a:pt x="2042020" y="1915745"/>
                </a:lnTo>
                <a:lnTo>
                  <a:pt x="2042438" y="1912144"/>
                </a:lnTo>
                <a:lnTo>
                  <a:pt x="2042857" y="1908537"/>
                </a:lnTo>
                <a:lnTo>
                  <a:pt x="2043275" y="1904906"/>
                </a:lnTo>
                <a:lnTo>
                  <a:pt x="2043707" y="1901280"/>
                </a:lnTo>
                <a:lnTo>
                  <a:pt x="2044125" y="1897633"/>
                </a:lnTo>
                <a:lnTo>
                  <a:pt x="2044556" y="1893982"/>
                </a:lnTo>
                <a:lnTo>
                  <a:pt x="2044975" y="1890316"/>
                </a:lnTo>
                <a:lnTo>
                  <a:pt x="2045394" y="1886645"/>
                </a:lnTo>
                <a:lnTo>
                  <a:pt x="2045812" y="1882964"/>
                </a:lnTo>
                <a:lnTo>
                  <a:pt x="2046243" y="1879273"/>
                </a:lnTo>
                <a:lnTo>
                  <a:pt x="2046662" y="1875567"/>
                </a:lnTo>
                <a:lnTo>
                  <a:pt x="2047093" y="1871856"/>
                </a:lnTo>
                <a:lnTo>
                  <a:pt x="2047512" y="1868135"/>
                </a:lnTo>
                <a:lnTo>
                  <a:pt x="2047930" y="1864404"/>
                </a:lnTo>
                <a:lnTo>
                  <a:pt x="2048362" y="1860664"/>
                </a:lnTo>
                <a:lnTo>
                  <a:pt x="2048780" y="1856913"/>
                </a:lnTo>
                <a:lnTo>
                  <a:pt x="2049199" y="1853153"/>
                </a:lnTo>
                <a:lnTo>
                  <a:pt x="2049630" y="1849388"/>
                </a:lnTo>
                <a:lnTo>
                  <a:pt x="2050049" y="1845608"/>
                </a:lnTo>
                <a:lnTo>
                  <a:pt x="2050480" y="1841817"/>
                </a:lnTo>
                <a:lnTo>
                  <a:pt x="2050886" y="1838023"/>
                </a:lnTo>
                <a:lnTo>
                  <a:pt x="2051317" y="1834217"/>
                </a:lnTo>
                <a:lnTo>
                  <a:pt x="2051736" y="1830407"/>
                </a:lnTo>
                <a:lnTo>
                  <a:pt x="2052167" y="1826577"/>
                </a:lnTo>
                <a:lnTo>
                  <a:pt x="2052585" y="1822742"/>
                </a:lnTo>
                <a:lnTo>
                  <a:pt x="2053004" y="1818908"/>
                </a:lnTo>
                <a:lnTo>
                  <a:pt x="2053435" y="1815058"/>
                </a:lnTo>
                <a:lnTo>
                  <a:pt x="2053854" y="1811194"/>
                </a:lnTo>
                <a:lnTo>
                  <a:pt x="2054272" y="1807329"/>
                </a:lnTo>
                <a:lnTo>
                  <a:pt x="2054704" y="1803455"/>
                </a:lnTo>
                <a:lnTo>
                  <a:pt x="2055122" y="1799565"/>
                </a:lnTo>
                <a:lnTo>
                  <a:pt x="2055554" y="1795670"/>
                </a:lnTo>
                <a:lnTo>
                  <a:pt x="2055972" y="1791767"/>
                </a:lnTo>
                <a:lnTo>
                  <a:pt x="2056391" y="1787858"/>
                </a:lnTo>
                <a:lnTo>
                  <a:pt x="2056809" y="1783939"/>
                </a:lnTo>
                <a:lnTo>
                  <a:pt x="2057241" y="1780010"/>
                </a:lnTo>
                <a:lnTo>
                  <a:pt x="2057672" y="1776075"/>
                </a:lnTo>
                <a:lnTo>
                  <a:pt x="2058090" y="1772136"/>
                </a:lnTo>
                <a:lnTo>
                  <a:pt x="2058509" y="1768178"/>
                </a:lnTo>
                <a:lnTo>
                  <a:pt x="2058928" y="1764223"/>
                </a:lnTo>
                <a:lnTo>
                  <a:pt x="2059359" y="1760249"/>
                </a:lnTo>
                <a:lnTo>
                  <a:pt x="2059777" y="1756271"/>
                </a:lnTo>
                <a:lnTo>
                  <a:pt x="2060209" y="1752288"/>
                </a:lnTo>
                <a:lnTo>
                  <a:pt x="2060627" y="1748294"/>
                </a:lnTo>
                <a:lnTo>
                  <a:pt x="2061046" y="1744300"/>
                </a:lnTo>
                <a:lnTo>
                  <a:pt x="2061464" y="1740287"/>
                </a:lnTo>
                <a:lnTo>
                  <a:pt x="2061896" y="1736269"/>
                </a:lnTo>
                <a:lnTo>
                  <a:pt x="2062314" y="1732246"/>
                </a:lnTo>
                <a:lnTo>
                  <a:pt x="2062746" y="1728222"/>
                </a:lnTo>
                <a:lnTo>
                  <a:pt x="2063164" y="1724179"/>
                </a:lnTo>
                <a:lnTo>
                  <a:pt x="2063583" y="1720131"/>
                </a:lnTo>
                <a:lnTo>
                  <a:pt x="2064014" y="1716083"/>
                </a:lnTo>
                <a:lnTo>
                  <a:pt x="2064433" y="1712020"/>
                </a:lnTo>
                <a:lnTo>
                  <a:pt x="2064851" y="1707947"/>
                </a:lnTo>
                <a:lnTo>
                  <a:pt x="2065282" y="1703874"/>
                </a:lnTo>
                <a:lnTo>
                  <a:pt x="2065701" y="1699786"/>
                </a:lnTo>
                <a:lnTo>
                  <a:pt x="2066132" y="1695703"/>
                </a:lnTo>
                <a:lnTo>
                  <a:pt x="2066538" y="1691601"/>
                </a:lnTo>
                <a:lnTo>
                  <a:pt x="2066969" y="1687498"/>
                </a:lnTo>
                <a:lnTo>
                  <a:pt x="2067388" y="1683385"/>
                </a:lnTo>
                <a:lnTo>
                  <a:pt x="2067819" y="1679268"/>
                </a:lnTo>
                <a:lnTo>
                  <a:pt x="2068238" y="1675145"/>
                </a:lnTo>
                <a:lnTo>
                  <a:pt x="2068656" y="1671013"/>
                </a:lnTo>
                <a:lnTo>
                  <a:pt x="2069088" y="1666870"/>
                </a:lnTo>
                <a:lnTo>
                  <a:pt x="2069506" y="1662723"/>
                </a:lnTo>
                <a:lnTo>
                  <a:pt x="2069925" y="1658576"/>
                </a:lnTo>
                <a:lnTo>
                  <a:pt x="2070356" y="1654414"/>
                </a:lnTo>
                <a:lnTo>
                  <a:pt x="2070775" y="1650251"/>
                </a:lnTo>
                <a:lnTo>
                  <a:pt x="2071206" y="1646079"/>
                </a:lnTo>
                <a:lnTo>
                  <a:pt x="2071625" y="1641901"/>
                </a:lnTo>
                <a:lnTo>
                  <a:pt x="2072043" y="1637714"/>
                </a:lnTo>
                <a:lnTo>
                  <a:pt x="2072462" y="1633528"/>
                </a:lnTo>
                <a:lnTo>
                  <a:pt x="2072893" y="1629326"/>
                </a:lnTo>
                <a:lnTo>
                  <a:pt x="2073312" y="1625124"/>
                </a:lnTo>
                <a:lnTo>
                  <a:pt x="2073743" y="1620917"/>
                </a:lnTo>
                <a:lnTo>
                  <a:pt x="2074161" y="1616700"/>
                </a:lnTo>
                <a:lnTo>
                  <a:pt x="2074580" y="1612473"/>
                </a:lnTo>
                <a:lnTo>
                  <a:pt x="2074999" y="1608252"/>
                </a:lnTo>
                <a:lnTo>
                  <a:pt x="2075430" y="1604020"/>
                </a:lnTo>
                <a:lnTo>
                  <a:pt x="2075848" y="1599778"/>
                </a:lnTo>
                <a:lnTo>
                  <a:pt x="2076280" y="1595532"/>
                </a:lnTo>
                <a:lnTo>
                  <a:pt x="2076698" y="1591285"/>
                </a:lnTo>
                <a:lnTo>
                  <a:pt x="2077117" y="1587029"/>
                </a:lnTo>
                <a:lnTo>
                  <a:pt x="2077535" y="1582767"/>
                </a:lnTo>
                <a:lnTo>
                  <a:pt x="2077967" y="1578496"/>
                </a:lnTo>
                <a:lnTo>
                  <a:pt x="2078385" y="1574224"/>
                </a:lnTo>
                <a:lnTo>
                  <a:pt x="2078817" y="1569949"/>
                </a:lnTo>
                <a:lnTo>
                  <a:pt x="2079235" y="1565664"/>
                </a:lnTo>
                <a:lnTo>
                  <a:pt x="2079666" y="1561379"/>
                </a:lnTo>
                <a:lnTo>
                  <a:pt x="2080072" y="1557081"/>
                </a:lnTo>
                <a:lnTo>
                  <a:pt x="2080504" y="1552783"/>
                </a:lnTo>
                <a:lnTo>
                  <a:pt x="2080922" y="1548485"/>
                </a:lnTo>
                <a:lnTo>
                  <a:pt x="2081353" y="1544175"/>
                </a:lnTo>
                <a:lnTo>
                  <a:pt x="2081772" y="1539864"/>
                </a:lnTo>
                <a:lnTo>
                  <a:pt x="2082191" y="1535541"/>
                </a:lnTo>
                <a:lnTo>
                  <a:pt x="2082622" y="1531217"/>
                </a:lnTo>
                <a:lnTo>
                  <a:pt x="2083040" y="1526881"/>
                </a:lnTo>
                <a:lnTo>
                  <a:pt x="2083459" y="1522558"/>
                </a:lnTo>
                <a:lnTo>
                  <a:pt x="2083890" y="1518222"/>
                </a:lnTo>
                <a:lnTo>
                  <a:pt x="2084309" y="1513873"/>
                </a:lnTo>
                <a:lnTo>
                  <a:pt x="2084740" y="1509524"/>
                </a:lnTo>
                <a:lnTo>
                  <a:pt x="2085146" y="1505175"/>
                </a:lnTo>
                <a:lnTo>
                  <a:pt x="2085577" y="1500827"/>
                </a:lnTo>
                <a:lnTo>
                  <a:pt x="2085996" y="1496465"/>
                </a:lnTo>
                <a:lnTo>
                  <a:pt x="2086427" y="1492104"/>
                </a:lnTo>
                <a:lnTo>
                  <a:pt x="2086846" y="1487729"/>
                </a:lnTo>
                <a:lnTo>
                  <a:pt x="2087264" y="1483355"/>
                </a:lnTo>
                <a:lnTo>
                  <a:pt x="2087695" y="1478981"/>
                </a:lnTo>
                <a:lnTo>
                  <a:pt x="2088114" y="1474594"/>
                </a:lnTo>
                <a:lnTo>
                  <a:pt x="2088533" y="1470220"/>
                </a:lnTo>
                <a:lnTo>
                  <a:pt x="2088964" y="1465820"/>
                </a:lnTo>
                <a:lnTo>
                  <a:pt x="2089382" y="1461433"/>
                </a:lnTo>
                <a:lnTo>
                  <a:pt x="2089814" y="1457034"/>
                </a:lnTo>
                <a:lnTo>
                  <a:pt x="2090232" y="1452634"/>
                </a:lnTo>
                <a:lnTo>
                  <a:pt x="2090651" y="1448234"/>
                </a:lnTo>
                <a:lnTo>
                  <a:pt x="2091070" y="1443822"/>
                </a:lnTo>
                <a:lnTo>
                  <a:pt x="2091501" y="1439422"/>
                </a:lnTo>
                <a:lnTo>
                  <a:pt x="2091919" y="1434997"/>
                </a:lnTo>
                <a:lnTo>
                  <a:pt x="2092351" y="1430585"/>
                </a:lnTo>
                <a:lnTo>
                  <a:pt x="2092769" y="1426160"/>
                </a:lnTo>
                <a:lnTo>
                  <a:pt x="2093188" y="1421735"/>
                </a:lnTo>
                <a:lnTo>
                  <a:pt x="2093606" y="1417310"/>
                </a:lnTo>
                <a:lnTo>
                  <a:pt x="2094038" y="1412872"/>
                </a:lnTo>
                <a:lnTo>
                  <a:pt x="2094456" y="1408447"/>
                </a:lnTo>
                <a:lnTo>
                  <a:pt x="2094887" y="1404009"/>
                </a:lnTo>
                <a:lnTo>
                  <a:pt x="2095306" y="1399571"/>
                </a:lnTo>
                <a:lnTo>
                  <a:pt x="2095725" y="1395121"/>
                </a:lnTo>
                <a:lnTo>
                  <a:pt x="2096156" y="1390683"/>
                </a:lnTo>
                <a:lnTo>
                  <a:pt x="2096574" y="1386232"/>
                </a:lnTo>
                <a:lnTo>
                  <a:pt x="2097006" y="1381782"/>
                </a:lnTo>
                <a:lnTo>
                  <a:pt x="2097424" y="1377331"/>
                </a:lnTo>
                <a:lnTo>
                  <a:pt x="2097843" y="1372868"/>
                </a:lnTo>
                <a:lnTo>
                  <a:pt x="2098274" y="1368405"/>
                </a:lnTo>
                <a:lnTo>
                  <a:pt x="2098693" y="1363954"/>
                </a:lnTo>
                <a:lnTo>
                  <a:pt x="2099111" y="1359491"/>
                </a:lnTo>
                <a:lnTo>
                  <a:pt x="2099543" y="1355015"/>
                </a:lnTo>
                <a:lnTo>
                  <a:pt x="2099961" y="1350552"/>
                </a:lnTo>
                <a:lnTo>
                  <a:pt x="2100392" y="1346076"/>
                </a:lnTo>
                <a:lnTo>
                  <a:pt x="2100798" y="1341613"/>
                </a:lnTo>
                <a:lnTo>
                  <a:pt x="2101230" y="1337137"/>
                </a:lnTo>
                <a:lnTo>
                  <a:pt x="2101648" y="1332661"/>
                </a:lnTo>
                <a:lnTo>
                  <a:pt x="2102079" y="1328185"/>
                </a:lnTo>
                <a:lnTo>
                  <a:pt x="2102498" y="1323696"/>
                </a:lnTo>
                <a:lnTo>
                  <a:pt x="2102917" y="1319220"/>
                </a:lnTo>
                <a:lnTo>
                  <a:pt x="2103348" y="1314732"/>
                </a:lnTo>
                <a:lnTo>
                  <a:pt x="2103766" y="1310243"/>
                </a:lnTo>
                <a:lnTo>
                  <a:pt x="2104185" y="1305767"/>
                </a:lnTo>
                <a:lnTo>
                  <a:pt x="2104616" y="1301278"/>
                </a:lnTo>
                <a:lnTo>
                  <a:pt x="2105035" y="1296777"/>
                </a:lnTo>
                <a:lnTo>
                  <a:pt x="2105466" y="1292288"/>
                </a:lnTo>
                <a:lnTo>
                  <a:pt x="2105885" y="1287800"/>
                </a:lnTo>
                <a:lnTo>
                  <a:pt x="2106303" y="1283311"/>
                </a:lnTo>
                <a:lnTo>
                  <a:pt x="2106722" y="1278810"/>
                </a:lnTo>
                <a:lnTo>
                  <a:pt x="2107153" y="1274308"/>
                </a:lnTo>
                <a:lnTo>
                  <a:pt x="2107572" y="1269820"/>
                </a:lnTo>
                <a:lnTo>
                  <a:pt x="2108003" y="1265318"/>
                </a:lnTo>
                <a:lnTo>
                  <a:pt x="2108422" y="1260804"/>
                </a:lnTo>
                <a:lnTo>
                  <a:pt x="2108840" y="1256303"/>
                </a:lnTo>
                <a:lnTo>
                  <a:pt x="2109259" y="1251814"/>
                </a:lnTo>
                <a:lnTo>
                  <a:pt x="2109690" y="1247300"/>
                </a:lnTo>
                <a:lnTo>
                  <a:pt x="2110109" y="1242799"/>
                </a:lnTo>
                <a:lnTo>
                  <a:pt x="2110540" y="1238297"/>
                </a:lnTo>
                <a:lnTo>
                  <a:pt x="2110958" y="1233796"/>
                </a:lnTo>
                <a:lnTo>
                  <a:pt x="2111377" y="1229294"/>
                </a:lnTo>
                <a:lnTo>
                  <a:pt x="2111808" y="1224780"/>
                </a:lnTo>
                <a:lnTo>
                  <a:pt x="2112227" y="1220279"/>
                </a:lnTo>
                <a:lnTo>
                  <a:pt x="2112645" y="1215778"/>
                </a:lnTo>
                <a:lnTo>
                  <a:pt x="2113077" y="1211264"/>
                </a:lnTo>
                <a:lnTo>
                  <a:pt x="2113495" y="1206762"/>
                </a:lnTo>
                <a:lnTo>
                  <a:pt x="2113927" y="1202248"/>
                </a:lnTo>
                <a:lnTo>
                  <a:pt x="2114332" y="1197747"/>
                </a:lnTo>
                <a:lnTo>
                  <a:pt x="2114764" y="1193233"/>
                </a:lnTo>
                <a:lnTo>
                  <a:pt x="2115182" y="1188731"/>
                </a:lnTo>
                <a:lnTo>
                  <a:pt x="2115614" y="1184217"/>
                </a:lnTo>
                <a:lnTo>
                  <a:pt x="2116032" y="1179716"/>
                </a:lnTo>
                <a:lnTo>
                  <a:pt x="2116451" y="1175202"/>
                </a:lnTo>
                <a:lnTo>
                  <a:pt x="2116882" y="1170700"/>
                </a:lnTo>
                <a:lnTo>
                  <a:pt x="2117301" y="1166199"/>
                </a:lnTo>
                <a:lnTo>
                  <a:pt x="2117719" y="1161685"/>
                </a:lnTo>
                <a:lnTo>
                  <a:pt x="2118150" y="1157183"/>
                </a:lnTo>
                <a:lnTo>
                  <a:pt x="2118569" y="1152682"/>
                </a:lnTo>
                <a:lnTo>
                  <a:pt x="2119000" y="1148181"/>
                </a:lnTo>
                <a:lnTo>
                  <a:pt x="2119406" y="1143679"/>
                </a:lnTo>
                <a:lnTo>
                  <a:pt x="2119837" y="1139165"/>
                </a:lnTo>
                <a:lnTo>
                  <a:pt x="2120256" y="1134664"/>
                </a:lnTo>
                <a:lnTo>
                  <a:pt x="2120687" y="1130162"/>
                </a:lnTo>
                <a:lnTo>
                  <a:pt x="2121106" y="1125661"/>
                </a:lnTo>
                <a:lnTo>
                  <a:pt x="2121524" y="1121160"/>
                </a:lnTo>
                <a:lnTo>
                  <a:pt x="2121956" y="1116671"/>
                </a:lnTo>
                <a:lnTo>
                  <a:pt x="2122374" y="1112170"/>
                </a:lnTo>
                <a:lnTo>
                  <a:pt x="2122793" y="1107668"/>
                </a:lnTo>
                <a:lnTo>
                  <a:pt x="2123224" y="1103180"/>
                </a:lnTo>
                <a:lnTo>
                  <a:pt x="2123643" y="1098691"/>
                </a:lnTo>
                <a:lnTo>
                  <a:pt x="2124061" y="1094190"/>
                </a:lnTo>
                <a:lnTo>
                  <a:pt x="2124493" y="1089701"/>
                </a:lnTo>
                <a:lnTo>
                  <a:pt x="2124911" y="1085212"/>
                </a:lnTo>
                <a:lnTo>
                  <a:pt x="2125330" y="1080736"/>
                </a:lnTo>
                <a:lnTo>
                  <a:pt x="2125761" y="1076248"/>
                </a:lnTo>
                <a:lnTo>
                  <a:pt x="2126180" y="1071759"/>
                </a:lnTo>
                <a:lnTo>
                  <a:pt x="2126611" y="1067270"/>
                </a:lnTo>
                <a:lnTo>
                  <a:pt x="2127017" y="1062794"/>
                </a:lnTo>
                <a:lnTo>
                  <a:pt x="2127448" y="1058319"/>
                </a:lnTo>
                <a:lnTo>
                  <a:pt x="2127867" y="1053843"/>
                </a:lnTo>
                <a:lnTo>
                  <a:pt x="2128298" y="1049367"/>
                </a:lnTo>
                <a:lnTo>
                  <a:pt x="2128716" y="1044891"/>
                </a:lnTo>
                <a:lnTo>
                  <a:pt x="2129135" y="1040427"/>
                </a:lnTo>
                <a:lnTo>
                  <a:pt x="2129566" y="1035964"/>
                </a:lnTo>
                <a:lnTo>
                  <a:pt x="2129985" y="1031488"/>
                </a:lnTo>
                <a:lnTo>
                  <a:pt x="2130403" y="1027025"/>
                </a:lnTo>
                <a:lnTo>
                  <a:pt x="2130835" y="1022575"/>
                </a:lnTo>
                <a:lnTo>
                  <a:pt x="2131253" y="1018099"/>
                </a:lnTo>
                <a:lnTo>
                  <a:pt x="2131684" y="1013648"/>
                </a:lnTo>
                <a:lnTo>
                  <a:pt x="2132103" y="1009198"/>
                </a:lnTo>
                <a:lnTo>
                  <a:pt x="2132522" y="1004747"/>
                </a:lnTo>
                <a:lnTo>
                  <a:pt x="2132940" y="1000297"/>
                </a:lnTo>
                <a:lnTo>
                  <a:pt x="2133371" y="995859"/>
                </a:lnTo>
                <a:lnTo>
                  <a:pt x="2133790" y="991408"/>
                </a:lnTo>
                <a:lnTo>
                  <a:pt x="2134221" y="986970"/>
                </a:lnTo>
                <a:lnTo>
                  <a:pt x="2134640" y="982533"/>
                </a:lnTo>
                <a:lnTo>
                  <a:pt x="2135058" y="978095"/>
                </a:lnTo>
                <a:lnTo>
                  <a:pt x="2135490" y="973670"/>
                </a:lnTo>
                <a:lnTo>
                  <a:pt x="2135908" y="969245"/>
                </a:lnTo>
                <a:lnTo>
                  <a:pt x="2136340" y="964820"/>
                </a:lnTo>
                <a:lnTo>
                  <a:pt x="2136758" y="960395"/>
                </a:lnTo>
                <a:lnTo>
                  <a:pt x="2137177" y="955982"/>
                </a:lnTo>
                <a:lnTo>
                  <a:pt x="2137595" y="951557"/>
                </a:lnTo>
                <a:lnTo>
                  <a:pt x="2138027" y="947157"/>
                </a:lnTo>
                <a:lnTo>
                  <a:pt x="2138445" y="942745"/>
                </a:lnTo>
                <a:lnTo>
                  <a:pt x="2138876" y="938345"/>
                </a:lnTo>
                <a:lnTo>
                  <a:pt x="2139295" y="933946"/>
                </a:lnTo>
                <a:lnTo>
                  <a:pt x="2139714" y="929546"/>
                </a:lnTo>
                <a:lnTo>
                  <a:pt x="2140145" y="925159"/>
                </a:lnTo>
                <a:lnTo>
                  <a:pt x="2140563" y="920760"/>
                </a:lnTo>
                <a:lnTo>
                  <a:pt x="2140982" y="916385"/>
                </a:lnTo>
                <a:lnTo>
                  <a:pt x="2141413" y="911998"/>
                </a:lnTo>
                <a:lnTo>
                  <a:pt x="2141832" y="907624"/>
                </a:lnTo>
                <a:lnTo>
                  <a:pt x="2142263" y="903250"/>
                </a:lnTo>
                <a:lnTo>
                  <a:pt x="2142669" y="898876"/>
                </a:lnTo>
                <a:lnTo>
                  <a:pt x="2143100" y="894514"/>
                </a:lnTo>
                <a:lnTo>
                  <a:pt x="2143519" y="890153"/>
                </a:lnTo>
                <a:lnTo>
                  <a:pt x="2143950" y="885804"/>
                </a:lnTo>
                <a:lnTo>
                  <a:pt x="2144369" y="881455"/>
                </a:lnTo>
                <a:lnTo>
                  <a:pt x="2144787" y="877106"/>
                </a:lnTo>
                <a:lnTo>
                  <a:pt x="2145219" y="872758"/>
                </a:lnTo>
                <a:lnTo>
                  <a:pt x="2145637" y="868422"/>
                </a:lnTo>
                <a:lnTo>
                  <a:pt x="2146056" y="864085"/>
                </a:lnTo>
                <a:lnTo>
                  <a:pt x="2146487" y="859762"/>
                </a:lnTo>
                <a:lnTo>
                  <a:pt x="2146906" y="855439"/>
                </a:lnTo>
                <a:lnTo>
                  <a:pt x="2147337" y="851115"/>
                </a:lnTo>
                <a:lnTo>
                  <a:pt x="2147743" y="846805"/>
                </a:lnTo>
                <a:lnTo>
                  <a:pt x="2148174" y="842494"/>
                </a:lnTo>
                <a:lnTo>
                  <a:pt x="2148593" y="838196"/>
                </a:lnTo>
                <a:lnTo>
                  <a:pt x="2149024" y="833898"/>
                </a:lnTo>
                <a:lnTo>
                  <a:pt x="2149442" y="829600"/>
                </a:lnTo>
                <a:lnTo>
                  <a:pt x="2149861" y="825315"/>
                </a:lnTo>
                <a:lnTo>
                  <a:pt x="2150292" y="821030"/>
                </a:lnTo>
                <a:lnTo>
                  <a:pt x="2150711" y="816745"/>
                </a:lnTo>
                <a:lnTo>
                  <a:pt x="2151129" y="812485"/>
                </a:lnTo>
                <a:lnTo>
                  <a:pt x="2151561" y="808212"/>
                </a:lnTo>
                <a:lnTo>
                  <a:pt x="2151979" y="803953"/>
                </a:lnTo>
                <a:lnTo>
                  <a:pt x="2152411" y="799693"/>
                </a:lnTo>
                <a:lnTo>
                  <a:pt x="2152829" y="795446"/>
                </a:lnTo>
                <a:lnTo>
                  <a:pt x="2153248" y="791199"/>
                </a:lnTo>
                <a:lnTo>
                  <a:pt x="2153666" y="786964"/>
                </a:lnTo>
                <a:lnTo>
                  <a:pt x="2154098" y="782730"/>
                </a:lnTo>
                <a:lnTo>
                  <a:pt x="2154516" y="778508"/>
                </a:lnTo>
                <a:lnTo>
                  <a:pt x="2154947" y="774274"/>
                </a:lnTo>
                <a:lnTo>
                  <a:pt x="2155366" y="770065"/>
                </a:lnTo>
                <a:lnTo>
                  <a:pt x="2155785" y="765856"/>
                </a:lnTo>
                <a:lnTo>
                  <a:pt x="2156203" y="761647"/>
                </a:lnTo>
                <a:lnTo>
                  <a:pt x="2156634" y="757451"/>
                </a:lnTo>
                <a:lnTo>
                  <a:pt x="2157053" y="753268"/>
                </a:lnTo>
                <a:lnTo>
                  <a:pt x="2157484" y="749072"/>
                </a:lnTo>
                <a:lnTo>
                  <a:pt x="2157903" y="744901"/>
                </a:lnTo>
                <a:lnTo>
                  <a:pt x="2158321" y="740730"/>
                </a:lnTo>
                <a:lnTo>
                  <a:pt x="2158753" y="736559"/>
                </a:lnTo>
                <a:lnTo>
                  <a:pt x="2159171" y="732401"/>
                </a:lnTo>
                <a:lnTo>
                  <a:pt x="2159590" y="728256"/>
                </a:lnTo>
                <a:lnTo>
                  <a:pt x="2160021" y="724110"/>
                </a:lnTo>
                <a:lnTo>
                  <a:pt x="2160440" y="719965"/>
                </a:lnTo>
                <a:lnTo>
                  <a:pt x="2160871" y="715833"/>
                </a:lnTo>
                <a:lnTo>
                  <a:pt x="2161277" y="711700"/>
                </a:lnTo>
                <a:lnTo>
                  <a:pt x="2161708" y="707593"/>
                </a:lnTo>
                <a:lnTo>
                  <a:pt x="2162127" y="703486"/>
                </a:lnTo>
                <a:lnTo>
                  <a:pt x="2162558" y="699378"/>
                </a:lnTo>
                <a:lnTo>
                  <a:pt x="2162977" y="695271"/>
                </a:lnTo>
                <a:lnTo>
                  <a:pt x="2163395" y="691189"/>
                </a:lnTo>
                <a:lnTo>
                  <a:pt x="2163826" y="687108"/>
                </a:lnTo>
                <a:lnTo>
                  <a:pt x="2164245" y="683026"/>
                </a:lnTo>
                <a:lnTo>
                  <a:pt x="2164664" y="678957"/>
                </a:lnTo>
                <a:lnTo>
                  <a:pt x="2165095" y="674901"/>
                </a:lnTo>
                <a:lnTo>
                  <a:pt x="2165513" y="670844"/>
                </a:lnTo>
                <a:lnTo>
                  <a:pt x="2165945" y="666801"/>
                </a:lnTo>
                <a:lnTo>
                  <a:pt x="2166363" y="662757"/>
                </a:lnTo>
                <a:lnTo>
                  <a:pt x="2166782" y="658739"/>
                </a:lnTo>
                <a:lnTo>
                  <a:pt x="2167200" y="654708"/>
                </a:lnTo>
                <a:lnTo>
                  <a:pt x="2167632" y="650690"/>
                </a:lnTo>
                <a:lnTo>
                  <a:pt x="2168050" y="646684"/>
                </a:lnTo>
                <a:lnTo>
                  <a:pt x="2168481" y="642679"/>
                </a:lnTo>
                <a:lnTo>
                  <a:pt x="2168900" y="638686"/>
                </a:lnTo>
                <a:lnTo>
                  <a:pt x="2169319" y="634706"/>
                </a:lnTo>
                <a:lnTo>
                  <a:pt x="2169737" y="630726"/>
                </a:lnTo>
                <a:lnTo>
                  <a:pt x="2170169" y="626759"/>
                </a:lnTo>
                <a:lnTo>
                  <a:pt x="2170587" y="622791"/>
                </a:lnTo>
                <a:lnTo>
                  <a:pt x="2171018" y="618837"/>
                </a:lnTo>
                <a:lnTo>
                  <a:pt x="2171437" y="614895"/>
                </a:lnTo>
                <a:lnTo>
                  <a:pt x="2171856" y="610966"/>
                </a:lnTo>
                <a:lnTo>
                  <a:pt x="2172287" y="607037"/>
                </a:lnTo>
                <a:lnTo>
                  <a:pt x="2172705" y="603120"/>
                </a:lnTo>
                <a:lnTo>
                  <a:pt x="2173137" y="599216"/>
                </a:lnTo>
                <a:lnTo>
                  <a:pt x="2173555" y="595313"/>
                </a:lnTo>
                <a:lnTo>
                  <a:pt x="2173974" y="591409"/>
                </a:lnTo>
                <a:lnTo>
                  <a:pt x="2174405" y="587518"/>
                </a:lnTo>
                <a:lnTo>
                  <a:pt x="2174824" y="583652"/>
                </a:lnTo>
                <a:lnTo>
                  <a:pt x="2175242" y="579787"/>
                </a:lnTo>
                <a:lnTo>
                  <a:pt x="2175673" y="575921"/>
                </a:lnTo>
                <a:lnTo>
                  <a:pt x="2176092" y="572068"/>
                </a:lnTo>
                <a:lnTo>
                  <a:pt x="2176523" y="568241"/>
                </a:lnTo>
                <a:lnTo>
                  <a:pt x="2176929" y="564401"/>
                </a:lnTo>
                <a:lnTo>
                  <a:pt x="2177360" y="560573"/>
                </a:lnTo>
                <a:lnTo>
                  <a:pt x="2177779" y="556759"/>
                </a:lnTo>
                <a:lnTo>
                  <a:pt x="2178210" y="552957"/>
                </a:lnTo>
                <a:lnTo>
                  <a:pt x="2178629" y="549167"/>
                </a:lnTo>
                <a:lnTo>
                  <a:pt x="2179047" y="545365"/>
                </a:lnTo>
                <a:lnTo>
                  <a:pt x="2179479" y="541589"/>
                </a:lnTo>
                <a:lnTo>
                  <a:pt x="2179897" y="537825"/>
                </a:lnTo>
                <a:lnTo>
                  <a:pt x="2180316" y="534061"/>
                </a:lnTo>
                <a:lnTo>
                  <a:pt x="2180747" y="530310"/>
                </a:lnTo>
                <a:lnTo>
                  <a:pt x="2181166" y="526571"/>
                </a:lnTo>
                <a:lnTo>
                  <a:pt x="2181597" y="522846"/>
                </a:lnTo>
                <a:lnTo>
                  <a:pt x="2182003" y="519120"/>
                </a:lnTo>
                <a:lnTo>
                  <a:pt x="2182434" y="515407"/>
                </a:lnTo>
                <a:lnTo>
                  <a:pt x="2182853" y="511707"/>
                </a:lnTo>
                <a:lnTo>
                  <a:pt x="2183284" y="508019"/>
                </a:lnTo>
                <a:lnTo>
                  <a:pt x="2183703" y="504332"/>
                </a:lnTo>
                <a:lnTo>
                  <a:pt x="2184121" y="500657"/>
                </a:lnTo>
                <a:lnTo>
                  <a:pt x="2184552" y="496995"/>
                </a:lnTo>
                <a:lnTo>
                  <a:pt x="2184971" y="493345"/>
                </a:lnTo>
                <a:lnTo>
                  <a:pt x="2185390" y="489696"/>
                </a:lnTo>
                <a:lnTo>
                  <a:pt x="2185821" y="486072"/>
                </a:lnTo>
                <a:lnTo>
                  <a:pt x="2186239" y="482448"/>
                </a:lnTo>
                <a:lnTo>
                  <a:pt x="2186671" y="478836"/>
                </a:lnTo>
                <a:lnTo>
                  <a:pt x="2187089" y="475225"/>
                </a:lnTo>
                <a:lnTo>
                  <a:pt x="2187508" y="471639"/>
                </a:lnTo>
                <a:lnTo>
                  <a:pt x="2187926" y="468053"/>
                </a:lnTo>
                <a:lnTo>
                  <a:pt x="2188358" y="464480"/>
                </a:lnTo>
                <a:lnTo>
                  <a:pt x="2188776" y="460920"/>
                </a:lnTo>
                <a:lnTo>
                  <a:pt x="2189208" y="457372"/>
                </a:lnTo>
                <a:lnTo>
                  <a:pt x="2189626" y="453837"/>
                </a:lnTo>
                <a:lnTo>
                  <a:pt x="2190045" y="450302"/>
                </a:lnTo>
                <a:lnTo>
                  <a:pt x="2190463" y="446780"/>
                </a:lnTo>
                <a:lnTo>
                  <a:pt x="2190895" y="443270"/>
                </a:lnTo>
                <a:lnTo>
                  <a:pt x="2191313" y="439774"/>
                </a:lnTo>
                <a:lnTo>
                  <a:pt x="2191744" y="436290"/>
                </a:lnTo>
                <a:lnTo>
                  <a:pt x="2192163" y="432818"/>
                </a:lnTo>
                <a:lnTo>
                  <a:pt x="2192582" y="429347"/>
                </a:lnTo>
                <a:lnTo>
                  <a:pt x="2193013" y="425888"/>
                </a:lnTo>
                <a:lnTo>
                  <a:pt x="2193431" y="422442"/>
                </a:lnTo>
                <a:lnTo>
                  <a:pt x="2193850" y="419022"/>
                </a:lnTo>
                <a:lnTo>
                  <a:pt x="2194281" y="415588"/>
                </a:lnTo>
                <a:lnTo>
                  <a:pt x="2194700" y="412180"/>
                </a:lnTo>
                <a:lnTo>
                  <a:pt x="2195131" y="408785"/>
                </a:lnTo>
                <a:lnTo>
                  <a:pt x="2195537" y="405390"/>
                </a:lnTo>
                <a:lnTo>
                  <a:pt x="2195968" y="402021"/>
                </a:lnTo>
                <a:lnTo>
                  <a:pt x="2196387" y="398651"/>
                </a:lnTo>
                <a:lnTo>
                  <a:pt x="2196818" y="395294"/>
                </a:lnTo>
                <a:lnTo>
                  <a:pt x="2197237" y="391962"/>
                </a:lnTo>
                <a:lnTo>
                  <a:pt x="2197655" y="388618"/>
                </a:lnTo>
                <a:lnTo>
                  <a:pt x="2198087" y="385312"/>
                </a:lnTo>
                <a:lnTo>
                  <a:pt x="2198505" y="381993"/>
                </a:lnTo>
                <a:lnTo>
                  <a:pt x="2198924" y="378700"/>
                </a:lnTo>
                <a:lnTo>
                  <a:pt x="2199355" y="375419"/>
                </a:lnTo>
                <a:lnTo>
                  <a:pt x="2199774" y="372139"/>
                </a:lnTo>
                <a:lnTo>
                  <a:pt x="2200205" y="368871"/>
                </a:lnTo>
                <a:lnTo>
                  <a:pt x="2200623" y="365628"/>
                </a:lnTo>
                <a:lnTo>
                  <a:pt x="2201042" y="362386"/>
                </a:lnTo>
                <a:lnTo>
                  <a:pt x="2201461" y="359156"/>
                </a:lnTo>
                <a:lnTo>
                  <a:pt x="2201892" y="355951"/>
                </a:lnTo>
                <a:lnTo>
                  <a:pt x="2202310" y="352734"/>
                </a:lnTo>
                <a:lnTo>
                  <a:pt x="2202742" y="349555"/>
                </a:lnTo>
                <a:lnTo>
                  <a:pt x="2203160" y="346364"/>
                </a:lnTo>
                <a:lnTo>
                  <a:pt x="2203579" y="343210"/>
                </a:lnTo>
                <a:lnTo>
                  <a:pt x="2203997" y="340057"/>
                </a:lnTo>
                <a:lnTo>
                  <a:pt x="2204429" y="336916"/>
                </a:lnTo>
                <a:lnTo>
                  <a:pt x="2204847" y="333788"/>
                </a:lnTo>
                <a:lnTo>
                  <a:pt x="2205279" y="330660"/>
                </a:lnTo>
                <a:lnTo>
                  <a:pt x="2205697" y="327557"/>
                </a:lnTo>
                <a:lnTo>
                  <a:pt x="2206116" y="324455"/>
                </a:lnTo>
                <a:lnTo>
                  <a:pt x="2206547" y="321377"/>
                </a:lnTo>
                <a:lnTo>
                  <a:pt x="2206966" y="318313"/>
                </a:lnTo>
                <a:lnTo>
                  <a:pt x="2207384" y="315261"/>
                </a:lnTo>
                <a:lnTo>
                  <a:pt x="2207815" y="312209"/>
                </a:lnTo>
                <a:lnTo>
                  <a:pt x="2208234" y="309183"/>
                </a:lnTo>
                <a:lnTo>
                  <a:pt x="2208665" y="306157"/>
                </a:lnTo>
                <a:lnTo>
                  <a:pt x="2209071" y="303156"/>
                </a:lnTo>
                <a:lnTo>
                  <a:pt x="2209502" y="300167"/>
                </a:lnTo>
                <a:lnTo>
                  <a:pt x="2209934" y="297179"/>
                </a:lnTo>
                <a:lnTo>
                  <a:pt x="2210352" y="294204"/>
                </a:lnTo>
                <a:lnTo>
                  <a:pt x="2210783" y="291266"/>
                </a:lnTo>
                <a:lnTo>
                  <a:pt x="2211189" y="288316"/>
                </a:lnTo>
                <a:lnTo>
                  <a:pt x="2211621" y="285392"/>
                </a:lnTo>
                <a:lnTo>
                  <a:pt x="2212039" y="282467"/>
                </a:lnTo>
                <a:lnTo>
                  <a:pt x="2212470" y="279568"/>
                </a:lnTo>
                <a:lnTo>
                  <a:pt x="2212889" y="276681"/>
                </a:lnTo>
                <a:lnTo>
                  <a:pt x="2213308" y="273795"/>
                </a:lnTo>
                <a:lnTo>
                  <a:pt x="2213739" y="270934"/>
                </a:lnTo>
                <a:lnTo>
                  <a:pt x="2214157" y="268086"/>
                </a:lnTo>
                <a:lnTo>
                  <a:pt x="2214576" y="265250"/>
                </a:lnTo>
                <a:lnTo>
                  <a:pt x="2215007" y="262427"/>
                </a:lnTo>
                <a:lnTo>
                  <a:pt x="2215426" y="259617"/>
                </a:lnTo>
                <a:lnTo>
                  <a:pt x="2215857" y="256819"/>
                </a:lnTo>
                <a:lnTo>
                  <a:pt x="2216263" y="254035"/>
                </a:lnTo>
                <a:lnTo>
                  <a:pt x="2216694" y="251263"/>
                </a:lnTo>
                <a:lnTo>
                  <a:pt x="2217113" y="248503"/>
                </a:lnTo>
                <a:lnTo>
                  <a:pt x="2217544" y="245757"/>
                </a:lnTo>
                <a:lnTo>
                  <a:pt x="2217963" y="243036"/>
                </a:lnTo>
                <a:lnTo>
                  <a:pt x="2218394" y="240314"/>
                </a:lnTo>
                <a:lnTo>
                  <a:pt x="2218813" y="237606"/>
                </a:lnTo>
                <a:lnTo>
                  <a:pt x="2219231" y="234910"/>
                </a:lnTo>
                <a:lnTo>
                  <a:pt x="2219650" y="232240"/>
                </a:lnTo>
                <a:lnTo>
                  <a:pt x="2220081" y="229582"/>
                </a:lnTo>
                <a:lnTo>
                  <a:pt x="2220500" y="226925"/>
                </a:lnTo>
                <a:lnTo>
                  <a:pt x="2220931" y="224293"/>
                </a:lnTo>
                <a:lnTo>
                  <a:pt x="2221349" y="221673"/>
                </a:lnTo>
                <a:lnTo>
                  <a:pt x="2221768" y="219066"/>
                </a:lnTo>
                <a:lnTo>
                  <a:pt x="2222187" y="216472"/>
                </a:lnTo>
                <a:lnTo>
                  <a:pt x="2222618" y="213891"/>
                </a:lnTo>
                <a:lnTo>
                  <a:pt x="2223036" y="211323"/>
                </a:lnTo>
                <a:lnTo>
                  <a:pt x="2223468" y="208767"/>
                </a:lnTo>
                <a:lnTo>
                  <a:pt x="2223886" y="206236"/>
                </a:lnTo>
                <a:lnTo>
                  <a:pt x="2224305" y="203706"/>
                </a:lnTo>
                <a:lnTo>
                  <a:pt x="2224723" y="201201"/>
                </a:lnTo>
                <a:lnTo>
                  <a:pt x="2225155" y="198696"/>
                </a:lnTo>
                <a:lnTo>
                  <a:pt x="2225573" y="196229"/>
                </a:lnTo>
                <a:lnTo>
                  <a:pt x="2226005" y="193762"/>
                </a:lnTo>
                <a:lnTo>
                  <a:pt x="2226423" y="191308"/>
                </a:lnTo>
                <a:lnTo>
                  <a:pt x="2226842" y="188867"/>
                </a:lnTo>
                <a:lnTo>
                  <a:pt x="2227273" y="186438"/>
                </a:lnTo>
                <a:lnTo>
                  <a:pt x="2227692" y="184022"/>
                </a:lnTo>
                <a:lnTo>
                  <a:pt x="2228110" y="181631"/>
                </a:lnTo>
                <a:lnTo>
                  <a:pt x="2228541" y="179253"/>
                </a:lnTo>
                <a:lnTo>
                  <a:pt x="2228960" y="176888"/>
                </a:lnTo>
                <a:lnTo>
                  <a:pt x="2229391" y="174536"/>
                </a:lnTo>
                <a:lnTo>
                  <a:pt x="2229797" y="172196"/>
                </a:lnTo>
                <a:lnTo>
                  <a:pt x="2230228" y="169869"/>
                </a:lnTo>
                <a:lnTo>
                  <a:pt x="2230647" y="167568"/>
                </a:lnTo>
                <a:lnTo>
                  <a:pt x="2231078" y="165279"/>
                </a:lnTo>
                <a:lnTo>
                  <a:pt x="2231497" y="162990"/>
                </a:lnTo>
                <a:lnTo>
                  <a:pt x="2231915" y="160727"/>
                </a:lnTo>
                <a:lnTo>
                  <a:pt x="2232347" y="158476"/>
                </a:lnTo>
                <a:lnTo>
                  <a:pt x="2232765" y="156251"/>
                </a:lnTo>
                <a:lnTo>
                  <a:pt x="2233184" y="154025"/>
                </a:lnTo>
                <a:lnTo>
                  <a:pt x="2233615" y="151813"/>
                </a:lnTo>
                <a:lnTo>
                  <a:pt x="2234034" y="149626"/>
                </a:lnTo>
                <a:lnTo>
                  <a:pt x="2234465" y="147451"/>
                </a:lnTo>
                <a:lnTo>
                  <a:pt x="2234884" y="145290"/>
                </a:lnTo>
                <a:lnTo>
                  <a:pt x="2235302" y="143141"/>
                </a:lnTo>
                <a:lnTo>
                  <a:pt x="2235721" y="141004"/>
                </a:lnTo>
                <a:lnTo>
                  <a:pt x="2236152" y="138894"/>
                </a:lnTo>
                <a:lnTo>
                  <a:pt x="2236571" y="136796"/>
                </a:lnTo>
                <a:lnTo>
                  <a:pt x="2237002" y="134710"/>
                </a:lnTo>
                <a:lnTo>
                  <a:pt x="2237408" y="132625"/>
                </a:lnTo>
                <a:lnTo>
                  <a:pt x="2237839" y="130578"/>
                </a:lnTo>
                <a:lnTo>
                  <a:pt x="2238258" y="128543"/>
                </a:lnTo>
                <a:lnTo>
                  <a:pt x="2238689" y="126508"/>
                </a:lnTo>
                <a:lnTo>
                  <a:pt x="2239107" y="124499"/>
                </a:lnTo>
                <a:lnTo>
                  <a:pt x="2239539" y="122516"/>
                </a:lnTo>
                <a:lnTo>
                  <a:pt x="2239957" y="120532"/>
                </a:lnTo>
                <a:lnTo>
                  <a:pt x="2240376" y="118561"/>
                </a:lnTo>
                <a:lnTo>
                  <a:pt x="2240794" y="116616"/>
                </a:lnTo>
                <a:lnTo>
                  <a:pt x="2241226" y="114683"/>
                </a:lnTo>
                <a:lnTo>
                  <a:pt x="2241644" y="112763"/>
                </a:lnTo>
                <a:lnTo>
                  <a:pt x="2242076" y="110868"/>
                </a:lnTo>
                <a:lnTo>
                  <a:pt x="2242494" y="108973"/>
                </a:lnTo>
                <a:lnTo>
                  <a:pt x="2242925" y="107092"/>
                </a:lnTo>
                <a:lnTo>
                  <a:pt x="2243331" y="105235"/>
                </a:lnTo>
                <a:lnTo>
                  <a:pt x="2243763" y="103391"/>
                </a:lnTo>
                <a:lnTo>
                  <a:pt x="2244181" y="101573"/>
                </a:lnTo>
                <a:lnTo>
                  <a:pt x="2244612" y="99755"/>
                </a:lnTo>
                <a:lnTo>
                  <a:pt x="2245031" y="97974"/>
                </a:lnTo>
                <a:lnTo>
                  <a:pt x="2245450" y="96194"/>
                </a:lnTo>
                <a:lnTo>
                  <a:pt x="2245868" y="94427"/>
                </a:lnTo>
                <a:lnTo>
                  <a:pt x="2246299" y="92685"/>
                </a:lnTo>
                <a:lnTo>
                  <a:pt x="2246718" y="90943"/>
                </a:lnTo>
                <a:lnTo>
                  <a:pt x="2247149" y="89226"/>
                </a:lnTo>
                <a:lnTo>
                  <a:pt x="2247568" y="87522"/>
                </a:lnTo>
                <a:lnTo>
                  <a:pt x="2247986" y="85844"/>
                </a:lnTo>
                <a:lnTo>
                  <a:pt x="2248418" y="84178"/>
                </a:lnTo>
                <a:lnTo>
                  <a:pt x="2248836" y="82525"/>
                </a:lnTo>
                <a:lnTo>
                  <a:pt x="2249267" y="80884"/>
                </a:lnTo>
                <a:lnTo>
                  <a:pt x="2249686" y="79257"/>
                </a:lnTo>
                <a:lnTo>
                  <a:pt x="2250105" y="77655"/>
                </a:lnTo>
                <a:lnTo>
                  <a:pt x="2250536" y="76065"/>
                </a:lnTo>
                <a:lnTo>
                  <a:pt x="2250955" y="74488"/>
                </a:lnTo>
                <a:lnTo>
                  <a:pt x="2251373" y="72937"/>
                </a:lnTo>
                <a:lnTo>
                  <a:pt x="2251804" y="71398"/>
                </a:lnTo>
                <a:lnTo>
                  <a:pt x="2252223" y="69860"/>
                </a:lnTo>
                <a:lnTo>
                  <a:pt x="2252654" y="68347"/>
                </a:lnTo>
                <a:lnTo>
                  <a:pt x="2253060" y="66859"/>
                </a:lnTo>
                <a:lnTo>
                  <a:pt x="2253491" y="65384"/>
                </a:lnTo>
                <a:lnTo>
                  <a:pt x="2253910" y="63922"/>
                </a:lnTo>
                <a:lnTo>
                  <a:pt x="2254341" y="62472"/>
                </a:lnTo>
                <a:lnTo>
                  <a:pt x="2254760" y="61035"/>
                </a:lnTo>
                <a:lnTo>
                  <a:pt x="2255178" y="59624"/>
                </a:lnTo>
                <a:lnTo>
                  <a:pt x="2255610" y="58225"/>
                </a:lnTo>
                <a:lnTo>
                  <a:pt x="2256028" y="56852"/>
                </a:lnTo>
                <a:lnTo>
                  <a:pt x="2256447" y="55491"/>
                </a:lnTo>
                <a:lnTo>
                  <a:pt x="2256878" y="54130"/>
                </a:lnTo>
                <a:lnTo>
                  <a:pt x="2257297" y="52808"/>
                </a:lnTo>
                <a:lnTo>
                  <a:pt x="2257728" y="51486"/>
                </a:lnTo>
                <a:lnTo>
                  <a:pt x="2258134" y="50189"/>
                </a:lnTo>
                <a:lnTo>
                  <a:pt x="2258565" y="48904"/>
                </a:lnTo>
                <a:lnTo>
                  <a:pt x="2258984" y="47633"/>
                </a:lnTo>
                <a:lnTo>
                  <a:pt x="2259415" y="46374"/>
                </a:lnTo>
                <a:lnTo>
                  <a:pt x="2259833" y="45140"/>
                </a:lnTo>
                <a:lnTo>
                  <a:pt x="2260252" y="43932"/>
                </a:lnTo>
                <a:lnTo>
                  <a:pt x="2260683" y="42724"/>
                </a:lnTo>
                <a:lnTo>
                  <a:pt x="2261102" y="41542"/>
                </a:lnTo>
                <a:lnTo>
                  <a:pt x="2261520" y="40372"/>
                </a:lnTo>
                <a:lnTo>
                  <a:pt x="2261952" y="39215"/>
                </a:lnTo>
                <a:lnTo>
                  <a:pt x="2262370" y="38070"/>
                </a:lnTo>
                <a:lnTo>
                  <a:pt x="2262802" y="36964"/>
                </a:lnTo>
                <a:lnTo>
                  <a:pt x="2263220" y="35858"/>
                </a:lnTo>
                <a:lnTo>
                  <a:pt x="2263639" y="34777"/>
                </a:lnTo>
                <a:lnTo>
                  <a:pt x="2264057" y="33696"/>
                </a:lnTo>
                <a:lnTo>
                  <a:pt x="2264489" y="32641"/>
                </a:lnTo>
                <a:lnTo>
                  <a:pt x="2264907" y="31611"/>
                </a:lnTo>
                <a:lnTo>
                  <a:pt x="2265338" y="30581"/>
                </a:lnTo>
                <a:lnTo>
                  <a:pt x="2265757" y="29576"/>
                </a:lnTo>
                <a:lnTo>
                  <a:pt x="2266176" y="28585"/>
                </a:lnTo>
                <a:lnTo>
                  <a:pt x="2266594" y="27618"/>
                </a:lnTo>
                <a:lnTo>
                  <a:pt x="2267025" y="26664"/>
                </a:lnTo>
                <a:lnTo>
                  <a:pt x="2267444" y="25723"/>
                </a:lnTo>
                <a:lnTo>
                  <a:pt x="2267875" y="24795"/>
                </a:lnTo>
                <a:lnTo>
                  <a:pt x="2268294" y="23892"/>
                </a:lnTo>
                <a:lnTo>
                  <a:pt x="2268712" y="23015"/>
                </a:lnTo>
                <a:lnTo>
                  <a:pt x="2269144" y="22138"/>
                </a:lnTo>
                <a:lnTo>
                  <a:pt x="2269562" y="21273"/>
                </a:lnTo>
                <a:lnTo>
                  <a:pt x="2269981" y="20446"/>
                </a:lnTo>
                <a:lnTo>
                  <a:pt x="2270412" y="19620"/>
                </a:lnTo>
                <a:lnTo>
                  <a:pt x="2270831" y="18819"/>
                </a:lnTo>
                <a:lnTo>
                  <a:pt x="2271262" y="18030"/>
                </a:lnTo>
                <a:lnTo>
                  <a:pt x="2271668" y="17255"/>
                </a:lnTo>
                <a:lnTo>
                  <a:pt x="2272099" y="16505"/>
                </a:lnTo>
                <a:lnTo>
                  <a:pt x="2272518" y="15767"/>
                </a:lnTo>
                <a:lnTo>
                  <a:pt x="2272949" y="15042"/>
                </a:lnTo>
                <a:lnTo>
                  <a:pt x="2273368" y="14343"/>
                </a:lnTo>
                <a:lnTo>
                  <a:pt x="2273786" y="13643"/>
                </a:lnTo>
                <a:lnTo>
                  <a:pt x="2274217" y="12982"/>
                </a:lnTo>
                <a:lnTo>
                  <a:pt x="2276336" y="9880"/>
                </a:lnTo>
                <a:lnTo>
                  <a:pt x="2276754" y="9307"/>
                </a:lnTo>
                <a:lnTo>
                  <a:pt x="2277173" y="8761"/>
                </a:lnTo>
                <a:lnTo>
                  <a:pt x="2277591" y="8214"/>
                </a:lnTo>
                <a:lnTo>
                  <a:pt x="2278023" y="7705"/>
                </a:lnTo>
                <a:lnTo>
                  <a:pt x="2278441" y="7197"/>
                </a:lnTo>
                <a:lnTo>
                  <a:pt x="2278873" y="6713"/>
                </a:lnTo>
                <a:lnTo>
                  <a:pt x="2279291" y="6243"/>
                </a:lnTo>
                <a:lnTo>
                  <a:pt x="2279710" y="5798"/>
                </a:lnTo>
                <a:lnTo>
                  <a:pt x="2280128" y="5353"/>
                </a:lnTo>
                <a:lnTo>
                  <a:pt x="2280560" y="4946"/>
                </a:lnTo>
                <a:lnTo>
                  <a:pt x="2286065" y="1055"/>
                </a:lnTo>
                <a:lnTo>
                  <a:pt x="2286483" y="864"/>
                </a:lnTo>
                <a:lnTo>
                  <a:pt x="2286914" y="712"/>
                </a:lnTo>
                <a:lnTo>
                  <a:pt x="2287320" y="559"/>
                </a:lnTo>
                <a:lnTo>
                  <a:pt x="2287752" y="432"/>
                </a:lnTo>
                <a:lnTo>
                  <a:pt x="2289870" y="38"/>
                </a:lnTo>
                <a:lnTo>
                  <a:pt x="2290288" y="0"/>
                </a:lnTo>
                <a:lnTo>
                  <a:pt x="2290707" y="0"/>
                </a:lnTo>
                <a:lnTo>
                  <a:pt x="2291138" y="0"/>
                </a:lnTo>
                <a:lnTo>
                  <a:pt x="2291557" y="25"/>
                </a:lnTo>
                <a:lnTo>
                  <a:pt x="2291988" y="63"/>
                </a:lnTo>
                <a:lnTo>
                  <a:pt x="2292394" y="127"/>
                </a:lnTo>
                <a:lnTo>
                  <a:pt x="2292825" y="190"/>
                </a:lnTo>
                <a:lnTo>
                  <a:pt x="2293244" y="292"/>
                </a:lnTo>
                <a:lnTo>
                  <a:pt x="2293675" y="406"/>
                </a:lnTo>
                <a:lnTo>
                  <a:pt x="2294094" y="521"/>
                </a:lnTo>
                <a:lnTo>
                  <a:pt x="2294512" y="673"/>
                </a:lnTo>
                <a:lnTo>
                  <a:pt x="2294943" y="826"/>
                </a:lnTo>
                <a:lnTo>
                  <a:pt x="2301704" y="5683"/>
                </a:lnTo>
                <a:lnTo>
                  <a:pt x="2302135" y="6128"/>
                </a:lnTo>
                <a:lnTo>
                  <a:pt x="2302554" y="6599"/>
                </a:lnTo>
                <a:lnTo>
                  <a:pt x="2302973" y="7082"/>
                </a:lnTo>
                <a:lnTo>
                  <a:pt x="2303404" y="7578"/>
                </a:lnTo>
                <a:lnTo>
                  <a:pt x="2303822" y="8087"/>
                </a:lnTo>
                <a:lnTo>
                  <a:pt x="2304241" y="8621"/>
                </a:lnTo>
                <a:lnTo>
                  <a:pt x="2304672" y="9168"/>
                </a:lnTo>
                <a:lnTo>
                  <a:pt x="2305091" y="9740"/>
                </a:lnTo>
                <a:lnTo>
                  <a:pt x="2305522" y="10325"/>
                </a:lnTo>
                <a:lnTo>
                  <a:pt x="2305928" y="10910"/>
                </a:lnTo>
                <a:lnTo>
                  <a:pt x="2306359" y="11533"/>
                </a:lnTo>
                <a:lnTo>
                  <a:pt x="2306778" y="12168"/>
                </a:lnTo>
                <a:lnTo>
                  <a:pt x="2307209" y="12817"/>
                </a:lnTo>
                <a:lnTo>
                  <a:pt x="2307628" y="13478"/>
                </a:lnTo>
                <a:lnTo>
                  <a:pt x="2308046" y="14165"/>
                </a:lnTo>
                <a:lnTo>
                  <a:pt x="2308478" y="14864"/>
                </a:lnTo>
                <a:lnTo>
                  <a:pt x="2308896" y="15576"/>
                </a:lnTo>
                <a:lnTo>
                  <a:pt x="2309315" y="16314"/>
                </a:lnTo>
                <a:lnTo>
                  <a:pt x="2309746" y="17077"/>
                </a:lnTo>
                <a:lnTo>
                  <a:pt x="2310165" y="17840"/>
                </a:lnTo>
                <a:lnTo>
                  <a:pt x="2310596" y="18615"/>
                </a:lnTo>
                <a:lnTo>
                  <a:pt x="2312701" y="22786"/>
                </a:lnTo>
                <a:lnTo>
                  <a:pt x="2313133" y="23676"/>
                </a:lnTo>
                <a:lnTo>
                  <a:pt x="2313551" y="24566"/>
                </a:lnTo>
                <a:lnTo>
                  <a:pt x="2313970" y="25495"/>
                </a:lnTo>
                <a:lnTo>
                  <a:pt x="2314388" y="26423"/>
                </a:lnTo>
                <a:lnTo>
                  <a:pt x="2314820" y="27377"/>
                </a:lnTo>
                <a:lnTo>
                  <a:pt x="2315238" y="28343"/>
                </a:lnTo>
                <a:lnTo>
                  <a:pt x="2315670" y="29335"/>
                </a:lnTo>
                <a:lnTo>
                  <a:pt x="2316088" y="30327"/>
                </a:lnTo>
                <a:lnTo>
                  <a:pt x="2316507" y="31344"/>
                </a:lnTo>
                <a:lnTo>
                  <a:pt x="2316938" y="32387"/>
                </a:lnTo>
                <a:lnTo>
                  <a:pt x="2317357" y="33429"/>
                </a:lnTo>
                <a:lnTo>
                  <a:pt x="2317775" y="34497"/>
                </a:lnTo>
                <a:lnTo>
                  <a:pt x="2318206" y="35578"/>
                </a:lnTo>
                <a:lnTo>
                  <a:pt x="2318625" y="36684"/>
                </a:lnTo>
                <a:lnTo>
                  <a:pt x="2319056" y="37791"/>
                </a:lnTo>
                <a:lnTo>
                  <a:pt x="2319462" y="38935"/>
                </a:lnTo>
                <a:lnTo>
                  <a:pt x="2319893" y="40080"/>
                </a:lnTo>
                <a:lnTo>
                  <a:pt x="2320312" y="41249"/>
                </a:lnTo>
                <a:lnTo>
                  <a:pt x="2320743" y="42432"/>
                </a:lnTo>
                <a:lnTo>
                  <a:pt x="2321162" y="43627"/>
                </a:lnTo>
                <a:lnTo>
                  <a:pt x="2321580" y="44835"/>
                </a:lnTo>
                <a:lnTo>
                  <a:pt x="2322012" y="46069"/>
                </a:lnTo>
                <a:lnTo>
                  <a:pt x="2322430" y="47328"/>
                </a:lnTo>
                <a:lnTo>
                  <a:pt x="2322849" y="48586"/>
                </a:lnTo>
                <a:lnTo>
                  <a:pt x="2323280" y="49858"/>
                </a:lnTo>
                <a:lnTo>
                  <a:pt x="2323699" y="51155"/>
                </a:lnTo>
                <a:lnTo>
                  <a:pt x="2324130" y="52465"/>
                </a:lnTo>
                <a:lnTo>
                  <a:pt x="2324549" y="53800"/>
                </a:lnTo>
                <a:lnTo>
                  <a:pt x="2324967" y="55135"/>
                </a:lnTo>
                <a:lnTo>
                  <a:pt x="2325398" y="56496"/>
                </a:lnTo>
                <a:lnTo>
                  <a:pt x="2325817" y="57882"/>
                </a:lnTo>
                <a:lnTo>
                  <a:pt x="2326248" y="59268"/>
                </a:lnTo>
                <a:lnTo>
                  <a:pt x="2326654" y="60692"/>
                </a:lnTo>
                <a:lnTo>
                  <a:pt x="2327085" y="62116"/>
                </a:lnTo>
                <a:lnTo>
                  <a:pt x="2327504" y="63553"/>
                </a:lnTo>
                <a:lnTo>
                  <a:pt x="2327935" y="65015"/>
                </a:lnTo>
                <a:lnTo>
                  <a:pt x="2328354" y="66490"/>
                </a:lnTo>
                <a:lnTo>
                  <a:pt x="2328772" y="67978"/>
                </a:lnTo>
                <a:lnTo>
                  <a:pt x="2329204" y="69478"/>
                </a:lnTo>
                <a:lnTo>
                  <a:pt x="2329622" y="71017"/>
                </a:lnTo>
                <a:lnTo>
                  <a:pt x="2330041" y="72543"/>
                </a:lnTo>
                <a:lnTo>
                  <a:pt x="2330472" y="74107"/>
                </a:lnTo>
                <a:lnTo>
                  <a:pt x="2330891" y="75671"/>
                </a:lnTo>
                <a:lnTo>
                  <a:pt x="2331322" y="77260"/>
                </a:lnTo>
                <a:lnTo>
                  <a:pt x="2331741" y="78850"/>
                </a:lnTo>
                <a:lnTo>
                  <a:pt x="2332159" y="80477"/>
                </a:lnTo>
                <a:lnTo>
                  <a:pt x="2332578" y="82105"/>
                </a:lnTo>
                <a:lnTo>
                  <a:pt x="2333009" y="83758"/>
                </a:lnTo>
                <a:lnTo>
                  <a:pt x="2333428" y="85424"/>
                </a:lnTo>
                <a:lnTo>
                  <a:pt x="2333859" y="87102"/>
                </a:lnTo>
                <a:lnTo>
                  <a:pt x="2334277" y="88806"/>
                </a:lnTo>
                <a:lnTo>
                  <a:pt x="2334696" y="90510"/>
                </a:lnTo>
                <a:lnTo>
                  <a:pt x="2335115" y="92240"/>
                </a:lnTo>
                <a:lnTo>
                  <a:pt x="2335546" y="93982"/>
                </a:lnTo>
                <a:lnTo>
                  <a:pt x="2335964" y="95736"/>
                </a:lnTo>
                <a:lnTo>
                  <a:pt x="2336396" y="97517"/>
                </a:lnTo>
                <a:lnTo>
                  <a:pt x="2336814" y="99309"/>
                </a:lnTo>
                <a:lnTo>
                  <a:pt x="2337233" y="101115"/>
                </a:lnTo>
                <a:lnTo>
                  <a:pt x="2337664" y="102933"/>
                </a:lnTo>
                <a:lnTo>
                  <a:pt x="2338083" y="104777"/>
                </a:lnTo>
                <a:lnTo>
                  <a:pt x="2338501" y="106634"/>
                </a:lnTo>
                <a:lnTo>
                  <a:pt x="2338932" y="108503"/>
                </a:lnTo>
                <a:lnTo>
                  <a:pt x="2339351" y="110385"/>
                </a:lnTo>
                <a:lnTo>
                  <a:pt x="2339782" y="112280"/>
                </a:lnTo>
                <a:lnTo>
                  <a:pt x="2340188" y="114200"/>
                </a:lnTo>
                <a:lnTo>
                  <a:pt x="2340619" y="116132"/>
                </a:lnTo>
                <a:lnTo>
                  <a:pt x="2341038" y="118065"/>
                </a:lnTo>
                <a:lnTo>
                  <a:pt x="2341469" y="120036"/>
                </a:lnTo>
                <a:lnTo>
                  <a:pt x="2341888" y="122020"/>
                </a:lnTo>
                <a:lnTo>
                  <a:pt x="2342306" y="124003"/>
                </a:lnTo>
                <a:lnTo>
                  <a:pt x="2342738" y="126013"/>
                </a:lnTo>
                <a:lnTo>
                  <a:pt x="2343156" y="128034"/>
                </a:lnTo>
                <a:lnTo>
                  <a:pt x="2343575" y="130069"/>
                </a:lnTo>
                <a:lnTo>
                  <a:pt x="2344006" y="132116"/>
                </a:lnTo>
                <a:lnTo>
                  <a:pt x="2344425" y="134189"/>
                </a:lnTo>
                <a:lnTo>
                  <a:pt x="2344856" y="136261"/>
                </a:lnTo>
                <a:lnTo>
                  <a:pt x="2345275" y="138372"/>
                </a:lnTo>
                <a:lnTo>
                  <a:pt x="2345693" y="140483"/>
                </a:lnTo>
                <a:lnTo>
                  <a:pt x="2346112" y="142607"/>
                </a:lnTo>
                <a:lnTo>
                  <a:pt x="2346543" y="144743"/>
                </a:lnTo>
                <a:lnTo>
                  <a:pt x="2346962" y="146905"/>
                </a:lnTo>
                <a:lnTo>
                  <a:pt x="2347393" y="149079"/>
                </a:lnTo>
                <a:lnTo>
                  <a:pt x="2347811" y="151266"/>
                </a:lnTo>
                <a:lnTo>
                  <a:pt x="2348230" y="153466"/>
                </a:lnTo>
                <a:lnTo>
                  <a:pt x="2348649" y="155678"/>
                </a:lnTo>
                <a:lnTo>
                  <a:pt x="2349080" y="157916"/>
                </a:lnTo>
                <a:lnTo>
                  <a:pt x="2349498" y="160167"/>
                </a:lnTo>
                <a:lnTo>
                  <a:pt x="2349930" y="162418"/>
                </a:lnTo>
                <a:lnTo>
                  <a:pt x="2350348" y="164694"/>
                </a:lnTo>
                <a:lnTo>
                  <a:pt x="2350767" y="166995"/>
                </a:lnTo>
                <a:lnTo>
                  <a:pt x="2351198" y="169297"/>
                </a:lnTo>
                <a:lnTo>
                  <a:pt x="2351617" y="171611"/>
                </a:lnTo>
                <a:lnTo>
                  <a:pt x="2352035" y="173951"/>
                </a:lnTo>
                <a:lnTo>
                  <a:pt x="2352467" y="176303"/>
                </a:lnTo>
                <a:lnTo>
                  <a:pt x="2352885" y="178668"/>
                </a:lnTo>
                <a:lnTo>
                  <a:pt x="2353316" y="181034"/>
                </a:lnTo>
                <a:lnTo>
                  <a:pt x="2353722" y="183437"/>
                </a:lnTo>
                <a:lnTo>
                  <a:pt x="2354154" y="185840"/>
                </a:lnTo>
                <a:lnTo>
                  <a:pt x="2354572" y="188256"/>
                </a:lnTo>
                <a:lnTo>
                  <a:pt x="2355003" y="190698"/>
                </a:lnTo>
                <a:lnTo>
                  <a:pt x="2355422" y="193139"/>
                </a:lnTo>
                <a:lnTo>
                  <a:pt x="2355841" y="195606"/>
                </a:lnTo>
                <a:lnTo>
                  <a:pt x="2356272" y="198085"/>
                </a:lnTo>
                <a:lnTo>
                  <a:pt x="2356690" y="200565"/>
                </a:lnTo>
                <a:lnTo>
                  <a:pt x="2357109" y="203070"/>
                </a:lnTo>
                <a:lnTo>
                  <a:pt x="2357540" y="205600"/>
                </a:lnTo>
                <a:lnTo>
                  <a:pt x="2357959" y="208131"/>
                </a:lnTo>
                <a:lnTo>
                  <a:pt x="2358377" y="210687"/>
                </a:lnTo>
                <a:lnTo>
                  <a:pt x="2358796" y="213243"/>
                </a:lnTo>
                <a:lnTo>
                  <a:pt x="2359227" y="215824"/>
                </a:lnTo>
                <a:lnTo>
                  <a:pt x="2359646" y="218405"/>
                </a:lnTo>
                <a:lnTo>
                  <a:pt x="2360077" y="221012"/>
                </a:lnTo>
                <a:lnTo>
                  <a:pt x="2360496" y="223631"/>
                </a:lnTo>
                <a:lnTo>
                  <a:pt x="2360914" y="226264"/>
                </a:lnTo>
                <a:lnTo>
                  <a:pt x="2361333" y="228908"/>
                </a:lnTo>
                <a:lnTo>
                  <a:pt x="2361764" y="231566"/>
                </a:lnTo>
                <a:lnTo>
                  <a:pt x="2362195" y="234249"/>
                </a:lnTo>
                <a:lnTo>
                  <a:pt x="2362614" y="236932"/>
                </a:lnTo>
                <a:lnTo>
                  <a:pt x="2363033" y="239628"/>
                </a:lnTo>
                <a:lnTo>
                  <a:pt x="2363451" y="242336"/>
                </a:lnTo>
                <a:lnTo>
                  <a:pt x="2363882" y="245070"/>
                </a:lnTo>
                <a:lnTo>
                  <a:pt x="2364301" y="247817"/>
                </a:lnTo>
                <a:lnTo>
                  <a:pt x="2364732" y="250563"/>
                </a:lnTo>
                <a:lnTo>
                  <a:pt x="2365151" y="253335"/>
                </a:lnTo>
                <a:lnTo>
                  <a:pt x="2365569" y="256107"/>
                </a:lnTo>
                <a:lnTo>
                  <a:pt x="2366001" y="258918"/>
                </a:lnTo>
                <a:lnTo>
                  <a:pt x="2366419" y="261728"/>
                </a:lnTo>
                <a:lnTo>
                  <a:pt x="2366838" y="264538"/>
                </a:lnTo>
                <a:lnTo>
                  <a:pt x="2367269" y="267374"/>
                </a:lnTo>
                <a:lnTo>
                  <a:pt x="2367688" y="270222"/>
                </a:lnTo>
                <a:lnTo>
                  <a:pt x="2368119" y="273083"/>
                </a:lnTo>
                <a:lnTo>
                  <a:pt x="2368525" y="275957"/>
                </a:lnTo>
                <a:lnTo>
                  <a:pt x="2368956" y="278843"/>
                </a:lnTo>
                <a:lnTo>
                  <a:pt x="2369375" y="281742"/>
                </a:lnTo>
                <a:lnTo>
                  <a:pt x="2369806" y="284654"/>
                </a:lnTo>
                <a:lnTo>
                  <a:pt x="2370225" y="287579"/>
                </a:lnTo>
                <a:lnTo>
                  <a:pt x="2370643" y="290529"/>
                </a:lnTo>
                <a:lnTo>
                  <a:pt x="2371074" y="293479"/>
                </a:lnTo>
                <a:lnTo>
                  <a:pt x="2371493" y="296442"/>
                </a:lnTo>
                <a:lnTo>
                  <a:pt x="2371912" y="299417"/>
                </a:lnTo>
                <a:lnTo>
                  <a:pt x="2372343" y="302405"/>
                </a:lnTo>
                <a:lnTo>
                  <a:pt x="2372761" y="305406"/>
                </a:lnTo>
                <a:lnTo>
                  <a:pt x="2373193" y="308433"/>
                </a:lnTo>
                <a:lnTo>
                  <a:pt x="2373611" y="311459"/>
                </a:lnTo>
                <a:lnTo>
                  <a:pt x="2374030" y="314498"/>
                </a:lnTo>
                <a:lnTo>
                  <a:pt x="2374448" y="317550"/>
                </a:lnTo>
                <a:lnTo>
                  <a:pt x="2374880" y="320614"/>
                </a:lnTo>
                <a:lnTo>
                  <a:pt x="2375298" y="323692"/>
                </a:lnTo>
                <a:lnTo>
                  <a:pt x="2375729" y="326782"/>
                </a:lnTo>
                <a:lnTo>
                  <a:pt x="2376148" y="329884"/>
                </a:lnTo>
                <a:lnTo>
                  <a:pt x="2376567" y="333000"/>
                </a:lnTo>
                <a:lnTo>
                  <a:pt x="2376985" y="336128"/>
                </a:lnTo>
                <a:lnTo>
                  <a:pt x="2377416" y="339268"/>
                </a:lnTo>
                <a:lnTo>
                  <a:pt x="2377835" y="342409"/>
                </a:lnTo>
                <a:lnTo>
                  <a:pt x="2378266" y="345588"/>
                </a:lnTo>
                <a:lnTo>
                  <a:pt x="2378685" y="348754"/>
                </a:lnTo>
                <a:lnTo>
                  <a:pt x="2379104" y="351946"/>
                </a:lnTo>
                <a:lnTo>
                  <a:pt x="2379535" y="355138"/>
                </a:lnTo>
                <a:lnTo>
                  <a:pt x="2379953" y="358355"/>
                </a:lnTo>
                <a:lnTo>
                  <a:pt x="2380372" y="361585"/>
                </a:lnTo>
                <a:lnTo>
                  <a:pt x="2380803" y="364814"/>
                </a:lnTo>
                <a:lnTo>
                  <a:pt x="2381222" y="368057"/>
                </a:lnTo>
                <a:lnTo>
                  <a:pt x="2381653" y="371312"/>
                </a:lnTo>
                <a:lnTo>
                  <a:pt x="2382059" y="374593"/>
                </a:lnTo>
                <a:lnTo>
                  <a:pt x="2382490" y="377873"/>
                </a:lnTo>
                <a:lnTo>
                  <a:pt x="2382909" y="381179"/>
                </a:lnTo>
                <a:lnTo>
                  <a:pt x="2383340" y="384473"/>
                </a:lnTo>
                <a:lnTo>
                  <a:pt x="2383759" y="387792"/>
                </a:lnTo>
                <a:lnTo>
                  <a:pt x="2384177" y="391110"/>
                </a:lnTo>
                <a:lnTo>
                  <a:pt x="2384608" y="394467"/>
                </a:lnTo>
                <a:lnTo>
                  <a:pt x="2385027" y="397812"/>
                </a:lnTo>
                <a:lnTo>
                  <a:pt x="2385446" y="401181"/>
                </a:lnTo>
                <a:lnTo>
                  <a:pt x="2385877" y="404551"/>
                </a:lnTo>
                <a:lnTo>
                  <a:pt x="2386295" y="407933"/>
                </a:lnTo>
                <a:lnTo>
                  <a:pt x="2386727" y="411329"/>
                </a:lnTo>
                <a:lnTo>
                  <a:pt x="2387145" y="414736"/>
                </a:lnTo>
                <a:lnTo>
                  <a:pt x="2387564" y="418157"/>
                </a:lnTo>
                <a:lnTo>
                  <a:pt x="2387982" y="421590"/>
                </a:lnTo>
                <a:lnTo>
                  <a:pt x="2388414" y="425023"/>
                </a:lnTo>
                <a:lnTo>
                  <a:pt x="2388832" y="428482"/>
                </a:lnTo>
                <a:lnTo>
                  <a:pt x="2389264" y="431953"/>
                </a:lnTo>
                <a:lnTo>
                  <a:pt x="2389682" y="435412"/>
                </a:lnTo>
                <a:lnTo>
                  <a:pt x="2390101" y="438896"/>
                </a:lnTo>
                <a:lnTo>
                  <a:pt x="2390519" y="442393"/>
                </a:lnTo>
                <a:lnTo>
                  <a:pt x="2390951" y="445903"/>
                </a:lnTo>
                <a:lnTo>
                  <a:pt x="2391369" y="449412"/>
                </a:lnTo>
                <a:lnTo>
                  <a:pt x="2391800" y="452947"/>
                </a:lnTo>
                <a:lnTo>
                  <a:pt x="2392219" y="456482"/>
                </a:lnTo>
                <a:lnTo>
                  <a:pt x="2392638" y="460043"/>
                </a:lnTo>
                <a:lnTo>
                  <a:pt x="2393056" y="463590"/>
                </a:lnTo>
                <a:lnTo>
                  <a:pt x="2393487" y="467163"/>
                </a:lnTo>
                <a:lnTo>
                  <a:pt x="2393906" y="470736"/>
                </a:lnTo>
                <a:lnTo>
                  <a:pt x="2394337" y="474335"/>
                </a:lnTo>
                <a:lnTo>
                  <a:pt x="2394756" y="477921"/>
                </a:lnTo>
                <a:lnTo>
                  <a:pt x="2395174" y="481545"/>
                </a:lnTo>
                <a:lnTo>
                  <a:pt x="2395593" y="485156"/>
                </a:lnTo>
                <a:lnTo>
                  <a:pt x="2396024" y="488793"/>
                </a:lnTo>
                <a:lnTo>
                  <a:pt x="2396443" y="492430"/>
                </a:lnTo>
                <a:lnTo>
                  <a:pt x="2396874" y="496079"/>
                </a:lnTo>
                <a:lnTo>
                  <a:pt x="2397293" y="499741"/>
                </a:lnTo>
                <a:lnTo>
                  <a:pt x="2397711" y="503416"/>
                </a:lnTo>
                <a:lnTo>
                  <a:pt x="2398143" y="507091"/>
                </a:lnTo>
                <a:lnTo>
                  <a:pt x="2398561" y="510778"/>
                </a:lnTo>
                <a:lnTo>
                  <a:pt x="2398980" y="514479"/>
                </a:lnTo>
                <a:lnTo>
                  <a:pt x="2399411" y="518192"/>
                </a:lnTo>
                <a:lnTo>
                  <a:pt x="2399830" y="521905"/>
                </a:lnTo>
                <a:lnTo>
                  <a:pt x="2400261" y="525643"/>
                </a:lnTo>
                <a:lnTo>
                  <a:pt x="2400667" y="529382"/>
                </a:lnTo>
                <a:lnTo>
                  <a:pt x="2401098" y="533133"/>
                </a:lnTo>
                <a:lnTo>
                  <a:pt x="2401517" y="536884"/>
                </a:lnTo>
                <a:lnTo>
                  <a:pt x="2401948" y="540648"/>
                </a:lnTo>
                <a:lnTo>
                  <a:pt x="2402379" y="544424"/>
                </a:lnTo>
                <a:lnTo>
                  <a:pt x="2402785" y="548214"/>
                </a:lnTo>
                <a:lnTo>
                  <a:pt x="2403216" y="552003"/>
                </a:lnTo>
                <a:lnTo>
                  <a:pt x="2403635" y="555805"/>
                </a:lnTo>
                <a:lnTo>
                  <a:pt x="2404066" y="559620"/>
                </a:lnTo>
                <a:lnTo>
                  <a:pt x="2404485" y="563447"/>
                </a:lnTo>
                <a:lnTo>
                  <a:pt x="2404903" y="567274"/>
                </a:lnTo>
                <a:lnTo>
                  <a:pt x="2405335" y="571115"/>
                </a:lnTo>
                <a:lnTo>
                  <a:pt x="2405753" y="574955"/>
                </a:lnTo>
                <a:lnTo>
                  <a:pt x="2406172" y="578808"/>
                </a:lnTo>
                <a:lnTo>
                  <a:pt x="2406603" y="582673"/>
                </a:lnTo>
                <a:lnTo>
                  <a:pt x="2407022" y="586552"/>
                </a:lnTo>
                <a:lnTo>
                  <a:pt x="2407453" y="590443"/>
                </a:lnTo>
                <a:lnTo>
                  <a:pt x="2407871" y="594334"/>
                </a:lnTo>
                <a:lnTo>
                  <a:pt x="2408290" y="598225"/>
                </a:lnTo>
                <a:lnTo>
                  <a:pt x="2408709" y="602141"/>
                </a:lnTo>
                <a:lnTo>
                  <a:pt x="2409140" y="606057"/>
                </a:lnTo>
                <a:lnTo>
                  <a:pt x="2409558" y="609987"/>
                </a:lnTo>
                <a:lnTo>
                  <a:pt x="2409990" y="613916"/>
                </a:lnTo>
                <a:lnTo>
                  <a:pt x="2410408" y="617858"/>
                </a:lnTo>
                <a:lnTo>
                  <a:pt x="2410827" y="621800"/>
                </a:lnTo>
                <a:lnTo>
                  <a:pt x="2411245" y="625767"/>
                </a:lnTo>
                <a:lnTo>
                  <a:pt x="2411677" y="629734"/>
                </a:lnTo>
                <a:lnTo>
                  <a:pt x="2412095" y="633702"/>
                </a:lnTo>
                <a:lnTo>
                  <a:pt x="2412527" y="637694"/>
                </a:lnTo>
                <a:lnTo>
                  <a:pt x="2412945" y="641687"/>
                </a:lnTo>
                <a:lnTo>
                  <a:pt x="2413364" y="645680"/>
                </a:lnTo>
                <a:lnTo>
                  <a:pt x="2413795" y="649685"/>
                </a:lnTo>
                <a:lnTo>
                  <a:pt x="2414214" y="653703"/>
                </a:lnTo>
                <a:lnTo>
                  <a:pt x="2414632" y="657722"/>
                </a:lnTo>
                <a:lnTo>
                  <a:pt x="2415063" y="661752"/>
                </a:lnTo>
                <a:lnTo>
                  <a:pt x="2415482" y="665796"/>
                </a:lnTo>
                <a:lnTo>
                  <a:pt x="2415913" y="669827"/>
                </a:lnTo>
                <a:lnTo>
                  <a:pt x="2416319" y="673883"/>
                </a:lnTo>
                <a:lnTo>
                  <a:pt x="2416750" y="677940"/>
                </a:lnTo>
                <a:lnTo>
                  <a:pt x="2417169" y="682021"/>
                </a:lnTo>
                <a:lnTo>
                  <a:pt x="2417600" y="686090"/>
                </a:lnTo>
                <a:lnTo>
                  <a:pt x="2418019" y="690172"/>
                </a:lnTo>
                <a:lnTo>
                  <a:pt x="2418437" y="694254"/>
                </a:lnTo>
                <a:lnTo>
                  <a:pt x="2418869" y="698348"/>
                </a:lnTo>
                <a:lnTo>
                  <a:pt x="2419287" y="702456"/>
                </a:lnTo>
                <a:lnTo>
                  <a:pt x="2419706" y="706563"/>
                </a:lnTo>
                <a:lnTo>
                  <a:pt x="2420137" y="710683"/>
                </a:lnTo>
                <a:lnTo>
                  <a:pt x="2420556" y="714803"/>
                </a:lnTo>
                <a:lnTo>
                  <a:pt x="2420987" y="718935"/>
                </a:lnTo>
                <a:lnTo>
                  <a:pt x="2421405" y="723081"/>
                </a:lnTo>
                <a:lnTo>
                  <a:pt x="2421824" y="727213"/>
                </a:lnTo>
                <a:lnTo>
                  <a:pt x="2422243" y="731358"/>
                </a:lnTo>
                <a:lnTo>
                  <a:pt x="2422674" y="735529"/>
                </a:lnTo>
                <a:lnTo>
                  <a:pt x="2423092" y="739687"/>
                </a:lnTo>
                <a:lnTo>
                  <a:pt x="2423524" y="743858"/>
                </a:lnTo>
                <a:lnTo>
                  <a:pt x="2423942" y="748029"/>
                </a:lnTo>
                <a:lnTo>
                  <a:pt x="2424361" y="752212"/>
                </a:lnTo>
                <a:lnTo>
                  <a:pt x="2424779" y="756408"/>
                </a:lnTo>
                <a:lnTo>
                  <a:pt x="2425211" y="760592"/>
                </a:lnTo>
                <a:lnTo>
                  <a:pt x="2425629" y="764801"/>
                </a:lnTo>
                <a:lnTo>
                  <a:pt x="2426061" y="769010"/>
                </a:lnTo>
                <a:lnTo>
                  <a:pt x="2426479" y="773231"/>
                </a:lnTo>
                <a:lnTo>
                  <a:pt x="2426898" y="777440"/>
                </a:lnTo>
                <a:lnTo>
                  <a:pt x="2427316" y="781662"/>
                </a:lnTo>
                <a:lnTo>
                  <a:pt x="2427748" y="785896"/>
                </a:lnTo>
                <a:lnTo>
                  <a:pt x="2428166" y="790143"/>
                </a:lnTo>
                <a:lnTo>
                  <a:pt x="2428597" y="794390"/>
                </a:lnTo>
                <a:lnTo>
                  <a:pt x="2429016" y="798637"/>
                </a:lnTo>
                <a:lnTo>
                  <a:pt x="2429435" y="802885"/>
                </a:lnTo>
                <a:lnTo>
                  <a:pt x="2429853" y="807144"/>
                </a:lnTo>
                <a:lnTo>
                  <a:pt x="2430284" y="811417"/>
                </a:lnTo>
                <a:lnTo>
                  <a:pt x="2430703" y="815677"/>
                </a:lnTo>
                <a:lnTo>
                  <a:pt x="2431134" y="819962"/>
                </a:lnTo>
                <a:lnTo>
                  <a:pt x="2431553" y="824234"/>
                </a:lnTo>
                <a:lnTo>
                  <a:pt x="2431971" y="828532"/>
                </a:lnTo>
                <a:lnTo>
                  <a:pt x="2432403" y="832817"/>
                </a:lnTo>
                <a:lnTo>
                  <a:pt x="2432821" y="837115"/>
                </a:lnTo>
                <a:lnTo>
                  <a:pt x="2433240" y="841413"/>
                </a:lnTo>
                <a:lnTo>
                  <a:pt x="2433671" y="845724"/>
                </a:lnTo>
                <a:lnTo>
                  <a:pt x="2434090" y="850047"/>
                </a:lnTo>
                <a:lnTo>
                  <a:pt x="2434521" y="854358"/>
                </a:lnTo>
                <a:lnTo>
                  <a:pt x="2434927" y="858681"/>
                </a:lnTo>
                <a:lnTo>
                  <a:pt x="2435358" y="863005"/>
                </a:lnTo>
                <a:lnTo>
                  <a:pt x="2435777" y="867341"/>
                </a:lnTo>
                <a:lnTo>
                  <a:pt x="2436208" y="871677"/>
                </a:lnTo>
                <a:lnTo>
                  <a:pt x="2436627" y="876013"/>
                </a:lnTo>
                <a:lnTo>
                  <a:pt x="2437045" y="880362"/>
                </a:lnTo>
                <a:lnTo>
                  <a:pt x="2437476" y="884710"/>
                </a:lnTo>
                <a:lnTo>
                  <a:pt x="2437895" y="889072"/>
                </a:lnTo>
                <a:lnTo>
                  <a:pt x="2438326" y="893421"/>
                </a:lnTo>
                <a:lnTo>
                  <a:pt x="2438745" y="897795"/>
                </a:lnTo>
                <a:lnTo>
                  <a:pt x="2439163" y="902156"/>
                </a:lnTo>
                <a:lnTo>
                  <a:pt x="2439595" y="906531"/>
                </a:lnTo>
                <a:lnTo>
                  <a:pt x="2440013" y="910905"/>
                </a:lnTo>
                <a:lnTo>
                  <a:pt x="2440432" y="915279"/>
                </a:lnTo>
                <a:lnTo>
                  <a:pt x="2440863" y="919666"/>
                </a:lnTo>
                <a:lnTo>
                  <a:pt x="2441282" y="924053"/>
                </a:lnTo>
                <a:lnTo>
                  <a:pt x="2441713" y="928453"/>
                </a:lnTo>
                <a:lnTo>
                  <a:pt x="2442132" y="932840"/>
                </a:lnTo>
                <a:lnTo>
                  <a:pt x="2442550" y="937239"/>
                </a:lnTo>
                <a:lnTo>
                  <a:pt x="2442969" y="941652"/>
                </a:lnTo>
                <a:lnTo>
                  <a:pt x="2443400" y="946051"/>
                </a:lnTo>
                <a:lnTo>
                  <a:pt x="2443819" y="950464"/>
                </a:lnTo>
                <a:lnTo>
                  <a:pt x="2444250" y="954876"/>
                </a:lnTo>
                <a:lnTo>
                  <a:pt x="2444668" y="959288"/>
                </a:lnTo>
                <a:lnTo>
                  <a:pt x="2445087" y="963701"/>
                </a:lnTo>
                <a:lnTo>
                  <a:pt x="2445506" y="968138"/>
                </a:lnTo>
                <a:lnTo>
                  <a:pt x="2445937" y="972564"/>
                </a:lnTo>
                <a:lnTo>
                  <a:pt x="2446355" y="976989"/>
                </a:lnTo>
                <a:lnTo>
                  <a:pt x="2446787" y="981426"/>
                </a:lnTo>
                <a:lnTo>
                  <a:pt x="2447205" y="985864"/>
                </a:lnTo>
                <a:lnTo>
                  <a:pt x="2447624" y="990302"/>
                </a:lnTo>
                <a:lnTo>
                  <a:pt x="2448055" y="994740"/>
                </a:lnTo>
                <a:lnTo>
                  <a:pt x="2448474" y="999178"/>
                </a:lnTo>
                <a:lnTo>
                  <a:pt x="2448892" y="1003628"/>
                </a:lnTo>
                <a:lnTo>
                  <a:pt x="2449324" y="1008079"/>
                </a:lnTo>
                <a:lnTo>
                  <a:pt x="2449742" y="1012542"/>
                </a:lnTo>
                <a:lnTo>
                  <a:pt x="2450173" y="1016992"/>
                </a:lnTo>
                <a:lnTo>
                  <a:pt x="2450579" y="1021456"/>
                </a:lnTo>
                <a:lnTo>
                  <a:pt x="2451011" y="1025906"/>
                </a:lnTo>
                <a:lnTo>
                  <a:pt x="2451429" y="1030369"/>
                </a:lnTo>
                <a:lnTo>
                  <a:pt x="2451860" y="1034845"/>
                </a:lnTo>
                <a:lnTo>
                  <a:pt x="2452279" y="1039296"/>
                </a:lnTo>
                <a:lnTo>
                  <a:pt x="2452698" y="1043784"/>
                </a:lnTo>
                <a:lnTo>
                  <a:pt x="2453129" y="1048248"/>
                </a:lnTo>
                <a:lnTo>
                  <a:pt x="2453547" y="1052724"/>
                </a:lnTo>
                <a:lnTo>
                  <a:pt x="2453966" y="1057200"/>
                </a:lnTo>
                <a:lnTo>
                  <a:pt x="2454397" y="1061675"/>
                </a:lnTo>
                <a:lnTo>
                  <a:pt x="2454816" y="1066151"/>
                </a:lnTo>
                <a:lnTo>
                  <a:pt x="2455247" y="1070640"/>
                </a:lnTo>
                <a:lnTo>
                  <a:pt x="2455666" y="1075129"/>
                </a:lnTo>
                <a:lnTo>
                  <a:pt x="2456084" y="1079605"/>
                </a:lnTo>
                <a:lnTo>
                  <a:pt x="2456503" y="1084093"/>
                </a:lnTo>
                <a:lnTo>
                  <a:pt x="2456934" y="1088582"/>
                </a:lnTo>
                <a:lnTo>
                  <a:pt x="2457353" y="1093071"/>
                </a:lnTo>
                <a:lnTo>
                  <a:pt x="2457784" y="1097559"/>
                </a:lnTo>
                <a:lnTo>
                  <a:pt x="2458203" y="1102061"/>
                </a:lnTo>
                <a:lnTo>
                  <a:pt x="2458621" y="1106549"/>
                </a:lnTo>
                <a:lnTo>
                  <a:pt x="2459040" y="1111051"/>
                </a:lnTo>
                <a:lnTo>
                  <a:pt x="2459471" y="1115539"/>
                </a:lnTo>
                <a:lnTo>
                  <a:pt x="2459890" y="1120041"/>
                </a:lnTo>
                <a:lnTo>
                  <a:pt x="2460321" y="1124542"/>
                </a:lnTo>
                <a:lnTo>
                  <a:pt x="2460739" y="1129043"/>
                </a:lnTo>
                <a:lnTo>
                  <a:pt x="2461158" y="1133532"/>
                </a:lnTo>
                <a:lnTo>
                  <a:pt x="2461577" y="1138046"/>
                </a:lnTo>
                <a:lnTo>
                  <a:pt x="2462008" y="1142548"/>
                </a:lnTo>
                <a:lnTo>
                  <a:pt x="2462426" y="1147049"/>
                </a:lnTo>
                <a:lnTo>
                  <a:pt x="2462858" y="1151550"/>
                </a:lnTo>
                <a:lnTo>
                  <a:pt x="2463276" y="1156052"/>
                </a:lnTo>
                <a:lnTo>
                  <a:pt x="2463707" y="1160566"/>
                </a:lnTo>
                <a:lnTo>
                  <a:pt x="2464113" y="1165067"/>
                </a:lnTo>
                <a:lnTo>
                  <a:pt x="2464545" y="1169569"/>
                </a:lnTo>
                <a:lnTo>
                  <a:pt x="2464963" y="1174070"/>
                </a:lnTo>
                <a:lnTo>
                  <a:pt x="2465394" y="1178584"/>
                </a:lnTo>
                <a:lnTo>
                  <a:pt x="2465813" y="1183085"/>
                </a:lnTo>
                <a:lnTo>
                  <a:pt x="2466232" y="1187600"/>
                </a:lnTo>
                <a:lnTo>
                  <a:pt x="2466663" y="1192101"/>
                </a:lnTo>
                <a:lnTo>
                  <a:pt x="2467081" y="1196615"/>
                </a:lnTo>
                <a:lnTo>
                  <a:pt x="2467500" y="1201129"/>
                </a:lnTo>
                <a:lnTo>
                  <a:pt x="2467931" y="1205630"/>
                </a:lnTo>
                <a:lnTo>
                  <a:pt x="2468350" y="1210145"/>
                </a:lnTo>
                <a:lnTo>
                  <a:pt x="2468781" y="1214646"/>
                </a:lnTo>
                <a:lnTo>
                  <a:pt x="2469187" y="1219160"/>
                </a:lnTo>
                <a:lnTo>
                  <a:pt x="2469618" y="1223661"/>
                </a:lnTo>
                <a:lnTo>
                  <a:pt x="2470037" y="1228163"/>
                </a:lnTo>
                <a:lnTo>
                  <a:pt x="2470468" y="1232664"/>
                </a:lnTo>
                <a:lnTo>
                  <a:pt x="2470887" y="1237178"/>
                </a:lnTo>
                <a:lnTo>
                  <a:pt x="2471305" y="1241680"/>
                </a:lnTo>
                <a:lnTo>
                  <a:pt x="2471724" y="1246181"/>
                </a:lnTo>
                <a:lnTo>
                  <a:pt x="2472155" y="1250682"/>
                </a:lnTo>
                <a:lnTo>
                  <a:pt x="2472574" y="1255184"/>
                </a:lnTo>
                <a:lnTo>
                  <a:pt x="2473005" y="1259685"/>
                </a:lnTo>
                <a:lnTo>
                  <a:pt x="2473424" y="1264186"/>
                </a:lnTo>
                <a:lnTo>
                  <a:pt x="2473855" y="1268688"/>
                </a:lnTo>
                <a:lnTo>
                  <a:pt x="2474273" y="1273189"/>
                </a:lnTo>
                <a:lnTo>
                  <a:pt x="2474692" y="1277691"/>
                </a:lnTo>
                <a:lnTo>
                  <a:pt x="2475111" y="1282179"/>
                </a:lnTo>
                <a:lnTo>
                  <a:pt x="2475542" y="1286668"/>
                </a:lnTo>
                <a:lnTo>
                  <a:pt x="2475973" y="1291169"/>
                </a:lnTo>
                <a:lnTo>
                  <a:pt x="2476392" y="1295658"/>
                </a:lnTo>
                <a:lnTo>
                  <a:pt x="2476798" y="1300147"/>
                </a:lnTo>
                <a:lnTo>
                  <a:pt x="2477229" y="1304648"/>
                </a:lnTo>
                <a:lnTo>
                  <a:pt x="2477660" y="1309124"/>
                </a:lnTo>
                <a:lnTo>
                  <a:pt x="2478079" y="1313613"/>
                </a:lnTo>
                <a:lnTo>
                  <a:pt x="2478510" y="1318101"/>
                </a:lnTo>
                <a:lnTo>
                  <a:pt x="2478916" y="1322577"/>
                </a:lnTo>
                <a:lnTo>
                  <a:pt x="2479347" y="1327066"/>
                </a:lnTo>
                <a:lnTo>
                  <a:pt x="2479766" y="1331542"/>
                </a:lnTo>
                <a:lnTo>
                  <a:pt x="2480197" y="1336018"/>
                </a:lnTo>
                <a:lnTo>
                  <a:pt x="2480616" y="1340494"/>
                </a:lnTo>
                <a:lnTo>
                  <a:pt x="2481047" y="1344970"/>
                </a:lnTo>
                <a:lnTo>
                  <a:pt x="2481465" y="1349433"/>
                </a:lnTo>
                <a:lnTo>
                  <a:pt x="2481884" y="1353909"/>
                </a:lnTo>
                <a:lnTo>
                  <a:pt x="2482303" y="1358372"/>
                </a:lnTo>
                <a:lnTo>
                  <a:pt x="2482734" y="1362835"/>
                </a:lnTo>
                <a:lnTo>
                  <a:pt x="2483152" y="1367298"/>
                </a:lnTo>
                <a:lnTo>
                  <a:pt x="2483584" y="1371762"/>
                </a:lnTo>
                <a:lnTo>
                  <a:pt x="2484002" y="1376212"/>
                </a:lnTo>
                <a:lnTo>
                  <a:pt x="2484421" y="1380675"/>
                </a:lnTo>
                <a:lnTo>
                  <a:pt x="2484839" y="1385113"/>
                </a:lnTo>
                <a:lnTo>
                  <a:pt x="2485271" y="1389564"/>
                </a:lnTo>
                <a:lnTo>
                  <a:pt x="2485689" y="1394014"/>
                </a:lnTo>
                <a:lnTo>
                  <a:pt x="2486121" y="1398452"/>
                </a:lnTo>
                <a:lnTo>
                  <a:pt x="2486539" y="1402903"/>
                </a:lnTo>
                <a:lnTo>
                  <a:pt x="2486958" y="1407340"/>
                </a:lnTo>
                <a:lnTo>
                  <a:pt x="2487376" y="1411765"/>
                </a:lnTo>
                <a:lnTo>
                  <a:pt x="2487808" y="1416203"/>
                </a:lnTo>
                <a:lnTo>
                  <a:pt x="2488226" y="1420628"/>
                </a:lnTo>
                <a:lnTo>
                  <a:pt x="2488657" y="1425053"/>
                </a:lnTo>
                <a:lnTo>
                  <a:pt x="2489076" y="1429478"/>
                </a:lnTo>
                <a:lnTo>
                  <a:pt x="2489495" y="1433904"/>
                </a:lnTo>
                <a:lnTo>
                  <a:pt x="2489926" y="1438303"/>
                </a:lnTo>
                <a:lnTo>
                  <a:pt x="2490344" y="1442716"/>
                </a:lnTo>
                <a:lnTo>
                  <a:pt x="2490763" y="1447128"/>
                </a:lnTo>
                <a:lnTo>
                  <a:pt x="2491194" y="1451540"/>
                </a:lnTo>
                <a:lnTo>
                  <a:pt x="2491613" y="1455940"/>
                </a:lnTo>
                <a:lnTo>
                  <a:pt x="2492044" y="1460327"/>
                </a:lnTo>
                <a:lnTo>
                  <a:pt x="2492450" y="1464727"/>
                </a:lnTo>
                <a:lnTo>
                  <a:pt x="2492881" y="1469113"/>
                </a:lnTo>
                <a:lnTo>
                  <a:pt x="2493300" y="1473500"/>
                </a:lnTo>
                <a:lnTo>
                  <a:pt x="2493731" y="1477887"/>
                </a:lnTo>
                <a:lnTo>
                  <a:pt x="2494150" y="1482262"/>
                </a:lnTo>
                <a:lnTo>
                  <a:pt x="2494568" y="1486636"/>
                </a:lnTo>
                <a:lnTo>
                  <a:pt x="2495000" y="1491010"/>
                </a:lnTo>
                <a:lnTo>
                  <a:pt x="2495418" y="1495371"/>
                </a:lnTo>
                <a:lnTo>
                  <a:pt x="2495837" y="1499733"/>
                </a:lnTo>
                <a:lnTo>
                  <a:pt x="2496268" y="1504082"/>
                </a:lnTo>
                <a:lnTo>
                  <a:pt x="2496687" y="1508443"/>
                </a:lnTo>
                <a:lnTo>
                  <a:pt x="2497118" y="1512792"/>
                </a:lnTo>
                <a:lnTo>
                  <a:pt x="2497524" y="1517128"/>
                </a:lnTo>
                <a:lnTo>
                  <a:pt x="2497955" y="1521464"/>
                </a:lnTo>
                <a:lnTo>
                  <a:pt x="2498374" y="1525800"/>
                </a:lnTo>
                <a:lnTo>
                  <a:pt x="2498805" y="1530136"/>
                </a:lnTo>
                <a:lnTo>
                  <a:pt x="2499223" y="1534460"/>
                </a:lnTo>
                <a:lnTo>
                  <a:pt x="2499642" y="1538783"/>
                </a:lnTo>
                <a:lnTo>
                  <a:pt x="2500073" y="1543094"/>
                </a:lnTo>
                <a:lnTo>
                  <a:pt x="2500492" y="1547404"/>
                </a:lnTo>
                <a:lnTo>
                  <a:pt x="2500910" y="1551702"/>
                </a:lnTo>
                <a:lnTo>
                  <a:pt x="2501342" y="1556013"/>
                </a:lnTo>
                <a:lnTo>
                  <a:pt x="2501760" y="1560311"/>
                </a:lnTo>
                <a:lnTo>
                  <a:pt x="2502191" y="1564596"/>
                </a:lnTo>
                <a:lnTo>
                  <a:pt x="2502610" y="1568881"/>
                </a:lnTo>
                <a:lnTo>
                  <a:pt x="2503029" y="1573158"/>
                </a:lnTo>
                <a:lnTo>
                  <a:pt x="2503447" y="1577434"/>
                </a:lnTo>
                <a:lnTo>
                  <a:pt x="2503878" y="1581696"/>
                </a:lnTo>
                <a:lnTo>
                  <a:pt x="2504297" y="1585962"/>
                </a:lnTo>
                <a:lnTo>
                  <a:pt x="2504728" y="1590223"/>
                </a:lnTo>
                <a:lnTo>
                  <a:pt x="2505147" y="1594470"/>
                </a:lnTo>
                <a:lnTo>
                  <a:pt x="2505565" y="1598716"/>
                </a:lnTo>
                <a:lnTo>
                  <a:pt x="2505984" y="1602958"/>
                </a:lnTo>
                <a:lnTo>
                  <a:pt x="2506415" y="1607195"/>
                </a:lnTo>
                <a:lnTo>
                  <a:pt x="2506834" y="1611422"/>
                </a:lnTo>
                <a:lnTo>
                  <a:pt x="2507265" y="1615643"/>
                </a:lnTo>
                <a:lnTo>
                  <a:pt x="2507684" y="1619860"/>
                </a:lnTo>
                <a:lnTo>
                  <a:pt x="2508102" y="1624073"/>
                </a:lnTo>
                <a:lnTo>
                  <a:pt x="2508534" y="1628279"/>
                </a:lnTo>
                <a:lnTo>
                  <a:pt x="2508952" y="1632471"/>
                </a:lnTo>
                <a:lnTo>
                  <a:pt x="2509371" y="1636668"/>
                </a:lnTo>
                <a:lnTo>
                  <a:pt x="2509802" y="1640855"/>
                </a:lnTo>
                <a:lnTo>
                  <a:pt x="2510221" y="1645032"/>
                </a:lnTo>
                <a:lnTo>
                  <a:pt x="2510652" y="1649209"/>
                </a:lnTo>
                <a:lnTo>
                  <a:pt x="2511058" y="1653371"/>
                </a:lnTo>
                <a:lnTo>
                  <a:pt x="2511489" y="1657539"/>
                </a:lnTo>
                <a:lnTo>
                  <a:pt x="2511908" y="1661686"/>
                </a:lnTo>
                <a:lnTo>
                  <a:pt x="2512339" y="1665834"/>
                </a:lnTo>
                <a:lnTo>
                  <a:pt x="2512757" y="1669970"/>
                </a:lnTo>
                <a:lnTo>
                  <a:pt x="2513176" y="1674113"/>
                </a:lnTo>
                <a:lnTo>
                  <a:pt x="2513607" y="1678235"/>
                </a:lnTo>
                <a:lnTo>
                  <a:pt x="2514026" y="1682353"/>
                </a:lnTo>
                <a:lnTo>
                  <a:pt x="2514444" y="1686471"/>
                </a:lnTo>
                <a:lnTo>
                  <a:pt x="2514876" y="1690573"/>
                </a:lnTo>
                <a:lnTo>
                  <a:pt x="2515294" y="1694676"/>
                </a:lnTo>
                <a:lnTo>
                  <a:pt x="2515726" y="1698764"/>
                </a:lnTo>
                <a:lnTo>
                  <a:pt x="2516144" y="1702852"/>
                </a:lnTo>
                <a:lnTo>
                  <a:pt x="2516563" y="1706930"/>
                </a:lnTo>
                <a:lnTo>
                  <a:pt x="2516994" y="1711003"/>
                </a:lnTo>
                <a:lnTo>
                  <a:pt x="2517413" y="1715065"/>
                </a:lnTo>
                <a:lnTo>
                  <a:pt x="2517844" y="1719124"/>
                </a:lnTo>
                <a:lnTo>
                  <a:pt x="2518262" y="1723172"/>
                </a:lnTo>
                <a:lnTo>
                  <a:pt x="2518681" y="1727210"/>
                </a:lnTo>
                <a:lnTo>
                  <a:pt x="2519100" y="1731244"/>
                </a:lnTo>
                <a:lnTo>
                  <a:pt x="2519531" y="1735262"/>
                </a:lnTo>
                <a:lnTo>
                  <a:pt x="2519949" y="1739280"/>
                </a:lnTo>
                <a:lnTo>
                  <a:pt x="2520381" y="1743293"/>
                </a:lnTo>
                <a:lnTo>
                  <a:pt x="2520799" y="1747292"/>
                </a:lnTo>
                <a:lnTo>
                  <a:pt x="2521218" y="1751290"/>
                </a:lnTo>
                <a:lnTo>
                  <a:pt x="2521636" y="1755279"/>
                </a:lnTo>
                <a:lnTo>
                  <a:pt x="2522068" y="1759258"/>
                </a:lnTo>
                <a:lnTo>
                  <a:pt x="2522486" y="1763226"/>
                </a:lnTo>
                <a:lnTo>
                  <a:pt x="2522918" y="1767195"/>
                </a:lnTo>
                <a:lnTo>
                  <a:pt x="2523336" y="1771144"/>
                </a:lnTo>
                <a:lnTo>
                  <a:pt x="2523755" y="1775093"/>
                </a:lnTo>
                <a:lnTo>
                  <a:pt x="2524186" y="1779027"/>
                </a:lnTo>
                <a:lnTo>
                  <a:pt x="2524605" y="1782961"/>
                </a:lnTo>
                <a:lnTo>
                  <a:pt x="2525023" y="1786880"/>
                </a:lnTo>
                <a:lnTo>
                  <a:pt x="2525454" y="1790789"/>
                </a:lnTo>
                <a:lnTo>
                  <a:pt x="2525873" y="1794699"/>
                </a:lnTo>
                <a:lnTo>
                  <a:pt x="2526304" y="1798598"/>
                </a:lnTo>
                <a:lnTo>
                  <a:pt x="2526710" y="1802477"/>
                </a:lnTo>
                <a:lnTo>
                  <a:pt x="2527141" y="1806357"/>
                </a:lnTo>
                <a:lnTo>
                  <a:pt x="2527560" y="1810231"/>
                </a:lnTo>
                <a:lnTo>
                  <a:pt x="2527991" y="1814090"/>
                </a:lnTo>
                <a:lnTo>
                  <a:pt x="2528410" y="1817946"/>
                </a:lnTo>
                <a:lnTo>
                  <a:pt x="2528828" y="1821790"/>
                </a:lnTo>
                <a:lnTo>
                  <a:pt x="2529260" y="1825625"/>
                </a:lnTo>
                <a:lnTo>
                  <a:pt x="2529678" y="1829450"/>
                </a:lnTo>
                <a:lnTo>
                  <a:pt x="2530097" y="1833259"/>
                </a:lnTo>
                <a:lnTo>
                  <a:pt x="2530528" y="1837075"/>
                </a:lnTo>
                <a:lnTo>
                  <a:pt x="2530947" y="1840870"/>
                </a:lnTo>
                <a:lnTo>
                  <a:pt x="2531378" y="1844660"/>
                </a:lnTo>
                <a:lnTo>
                  <a:pt x="2531784" y="1848441"/>
                </a:lnTo>
                <a:lnTo>
                  <a:pt x="2532215" y="1852216"/>
                </a:lnTo>
                <a:lnTo>
                  <a:pt x="2532634" y="1855971"/>
                </a:lnTo>
                <a:lnTo>
                  <a:pt x="2533065" y="1859722"/>
                </a:lnTo>
                <a:lnTo>
                  <a:pt x="2533484" y="1863467"/>
                </a:lnTo>
                <a:lnTo>
                  <a:pt x="2533902" y="1867203"/>
                </a:lnTo>
                <a:lnTo>
                  <a:pt x="2534333" y="1870929"/>
                </a:lnTo>
                <a:lnTo>
                  <a:pt x="2534752" y="1874644"/>
                </a:lnTo>
                <a:lnTo>
                  <a:pt x="2535171" y="1878344"/>
                </a:lnTo>
                <a:lnTo>
                  <a:pt x="2535602" y="1882036"/>
                </a:lnTo>
                <a:lnTo>
                  <a:pt x="2536020" y="1885727"/>
                </a:lnTo>
                <a:lnTo>
                  <a:pt x="2536452" y="1889403"/>
                </a:lnTo>
                <a:lnTo>
                  <a:pt x="2536870" y="1893069"/>
                </a:lnTo>
                <a:lnTo>
                  <a:pt x="2537289" y="1896720"/>
                </a:lnTo>
                <a:lnTo>
                  <a:pt x="2537707" y="1900372"/>
                </a:lnTo>
                <a:lnTo>
                  <a:pt x="2538139" y="1903998"/>
                </a:lnTo>
                <a:lnTo>
                  <a:pt x="2538557" y="1907629"/>
                </a:lnTo>
                <a:lnTo>
                  <a:pt x="2538989" y="1911241"/>
                </a:lnTo>
                <a:lnTo>
                  <a:pt x="2539407" y="1914847"/>
                </a:lnTo>
                <a:lnTo>
                  <a:pt x="2539826" y="1918445"/>
                </a:lnTo>
                <a:lnTo>
                  <a:pt x="2540244" y="1922026"/>
                </a:lnTo>
                <a:lnTo>
                  <a:pt x="2540676" y="1925602"/>
                </a:lnTo>
                <a:lnTo>
                  <a:pt x="2541094" y="1929169"/>
                </a:lnTo>
                <a:lnTo>
                  <a:pt x="2541525" y="1932722"/>
                </a:lnTo>
                <a:lnTo>
                  <a:pt x="2541944" y="1936263"/>
                </a:lnTo>
                <a:lnTo>
                  <a:pt x="2542363" y="1939796"/>
                </a:lnTo>
                <a:lnTo>
                  <a:pt x="2542794" y="1943318"/>
                </a:lnTo>
                <a:lnTo>
                  <a:pt x="2543212" y="1946830"/>
                </a:lnTo>
                <a:lnTo>
                  <a:pt x="2543631" y="1950328"/>
                </a:lnTo>
                <a:lnTo>
                  <a:pt x="2544062" y="1953821"/>
                </a:lnTo>
                <a:lnTo>
                  <a:pt x="2544481" y="1957294"/>
                </a:lnTo>
                <a:lnTo>
                  <a:pt x="2544912" y="1960767"/>
                </a:lnTo>
                <a:lnTo>
                  <a:pt x="2545318" y="1964224"/>
                </a:lnTo>
                <a:lnTo>
                  <a:pt x="2545749" y="1967671"/>
                </a:lnTo>
                <a:lnTo>
                  <a:pt x="2546168" y="1971105"/>
                </a:lnTo>
                <a:lnTo>
                  <a:pt x="2546599" y="1974528"/>
                </a:lnTo>
                <a:lnTo>
                  <a:pt x="2547018" y="1977946"/>
                </a:lnTo>
                <a:lnTo>
                  <a:pt x="2547436" y="1981344"/>
                </a:lnTo>
                <a:lnTo>
                  <a:pt x="2547867" y="1984732"/>
                </a:lnTo>
                <a:lnTo>
                  <a:pt x="2548286" y="1988121"/>
                </a:lnTo>
                <a:lnTo>
                  <a:pt x="2548705" y="1991489"/>
                </a:lnTo>
                <a:lnTo>
                  <a:pt x="2549136" y="1994842"/>
                </a:lnTo>
                <a:lnTo>
                  <a:pt x="2549554" y="1998187"/>
                </a:lnTo>
                <a:lnTo>
                  <a:pt x="2549986" y="2001526"/>
                </a:lnTo>
                <a:lnTo>
                  <a:pt x="2552104" y="2018026"/>
                </a:lnTo>
                <a:lnTo>
                  <a:pt x="2552523" y="2021285"/>
                </a:lnTo>
                <a:lnTo>
                  <a:pt x="2552941" y="2024539"/>
                </a:lnTo>
                <a:lnTo>
                  <a:pt x="2553360" y="2027779"/>
                </a:lnTo>
                <a:lnTo>
                  <a:pt x="2553791" y="2031013"/>
                </a:lnTo>
                <a:lnTo>
                  <a:pt x="2554210" y="2034228"/>
                </a:lnTo>
                <a:lnTo>
                  <a:pt x="2554641" y="2037437"/>
                </a:lnTo>
                <a:lnTo>
                  <a:pt x="2555059" y="2040627"/>
                </a:lnTo>
                <a:lnTo>
                  <a:pt x="2555478" y="2043812"/>
                </a:lnTo>
                <a:lnTo>
                  <a:pt x="2555897" y="2046982"/>
                </a:lnTo>
                <a:lnTo>
                  <a:pt x="2556328" y="2050137"/>
                </a:lnTo>
                <a:lnTo>
                  <a:pt x="2556746" y="2053288"/>
                </a:lnTo>
                <a:lnTo>
                  <a:pt x="2557178" y="2056418"/>
                </a:lnTo>
                <a:lnTo>
                  <a:pt x="2557596" y="2059544"/>
                </a:lnTo>
                <a:lnTo>
                  <a:pt x="2558015" y="2062654"/>
                </a:lnTo>
                <a:lnTo>
                  <a:pt x="2558446" y="2065744"/>
                </a:lnTo>
                <a:lnTo>
                  <a:pt x="2558865" y="2068830"/>
                </a:lnTo>
                <a:lnTo>
                  <a:pt x="2559283" y="2071901"/>
                </a:lnTo>
                <a:lnTo>
                  <a:pt x="2559715" y="2074957"/>
                </a:lnTo>
                <a:lnTo>
                  <a:pt x="2560133" y="2078008"/>
                </a:lnTo>
                <a:lnTo>
                  <a:pt x="2560564" y="2081039"/>
                </a:lnTo>
                <a:lnTo>
                  <a:pt x="2560970" y="2084065"/>
                </a:lnTo>
                <a:lnTo>
                  <a:pt x="2561402" y="2087071"/>
                </a:lnTo>
                <a:lnTo>
                  <a:pt x="2561820" y="2090068"/>
                </a:lnTo>
                <a:lnTo>
                  <a:pt x="2562251" y="2093055"/>
                </a:lnTo>
                <a:lnTo>
                  <a:pt x="2562670" y="2096027"/>
                </a:lnTo>
                <a:lnTo>
                  <a:pt x="2563089" y="2098983"/>
                </a:lnTo>
                <a:lnTo>
                  <a:pt x="2563520" y="2101924"/>
                </a:lnTo>
                <a:lnTo>
                  <a:pt x="2563938" y="2104856"/>
                </a:lnTo>
                <a:lnTo>
                  <a:pt x="2564357" y="2107773"/>
                </a:lnTo>
                <a:lnTo>
                  <a:pt x="2564788" y="2110685"/>
                </a:lnTo>
                <a:lnTo>
                  <a:pt x="2565207" y="2113583"/>
                </a:lnTo>
                <a:lnTo>
                  <a:pt x="2565638" y="2116459"/>
                </a:lnTo>
                <a:lnTo>
                  <a:pt x="2566044" y="2119323"/>
                </a:lnTo>
                <a:lnTo>
                  <a:pt x="2566475" y="2122180"/>
                </a:lnTo>
                <a:lnTo>
                  <a:pt x="2566894" y="2125022"/>
                </a:lnTo>
                <a:lnTo>
                  <a:pt x="2567325" y="2127850"/>
                </a:lnTo>
                <a:lnTo>
                  <a:pt x="2567744" y="2130663"/>
                </a:lnTo>
                <a:lnTo>
                  <a:pt x="2568162" y="2133466"/>
                </a:lnTo>
                <a:lnTo>
                  <a:pt x="2568594" y="2136254"/>
                </a:lnTo>
                <a:lnTo>
                  <a:pt x="2569012" y="2139027"/>
                </a:lnTo>
                <a:lnTo>
                  <a:pt x="2569431" y="2141791"/>
                </a:lnTo>
                <a:lnTo>
                  <a:pt x="2569862" y="2144535"/>
                </a:lnTo>
                <a:lnTo>
                  <a:pt x="2570281" y="2147267"/>
                </a:lnTo>
                <a:lnTo>
                  <a:pt x="2570712" y="2149986"/>
                </a:lnTo>
                <a:lnTo>
                  <a:pt x="2571130" y="2152699"/>
                </a:lnTo>
                <a:lnTo>
                  <a:pt x="2571549" y="2155389"/>
                </a:lnTo>
                <a:lnTo>
                  <a:pt x="2571968" y="2158068"/>
                </a:lnTo>
                <a:lnTo>
                  <a:pt x="2572399" y="2160737"/>
                </a:lnTo>
                <a:lnTo>
                  <a:pt x="2572817" y="2163386"/>
                </a:lnTo>
                <a:lnTo>
                  <a:pt x="2573249" y="2166029"/>
                </a:lnTo>
                <a:lnTo>
                  <a:pt x="2573667" y="2168659"/>
                </a:lnTo>
                <a:lnTo>
                  <a:pt x="2574086" y="2171263"/>
                </a:lnTo>
                <a:lnTo>
                  <a:pt x="2574504" y="2173858"/>
                </a:lnTo>
                <a:lnTo>
                  <a:pt x="2574936" y="2176442"/>
                </a:lnTo>
                <a:lnTo>
                  <a:pt x="2575354" y="2179017"/>
                </a:lnTo>
                <a:lnTo>
                  <a:pt x="2575786" y="2181568"/>
                </a:lnTo>
                <a:lnTo>
                  <a:pt x="2576204" y="2184112"/>
                </a:lnTo>
                <a:lnTo>
                  <a:pt x="2576623" y="2186638"/>
                </a:lnTo>
                <a:lnTo>
                  <a:pt x="2577054" y="2189153"/>
                </a:lnTo>
                <a:lnTo>
                  <a:pt x="2577473" y="2191648"/>
                </a:lnTo>
                <a:lnTo>
                  <a:pt x="2577891" y="2194134"/>
                </a:lnTo>
                <a:lnTo>
                  <a:pt x="2578322" y="2196609"/>
                </a:lnTo>
                <a:lnTo>
                  <a:pt x="2578741" y="2199060"/>
                </a:lnTo>
                <a:lnTo>
                  <a:pt x="2579172" y="2201505"/>
                </a:lnTo>
                <a:lnTo>
                  <a:pt x="2579578" y="2203931"/>
                </a:lnTo>
                <a:lnTo>
                  <a:pt x="2580009" y="2206347"/>
                </a:lnTo>
                <a:lnTo>
                  <a:pt x="2580428" y="2208748"/>
                </a:lnTo>
                <a:lnTo>
                  <a:pt x="2580859" y="2211130"/>
                </a:lnTo>
                <a:lnTo>
                  <a:pt x="2581278" y="2213496"/>
                </a:lnTo>
                <a:lnTo>
                  <a:pt x="2581696" y="2215857"/>
                </a:lnTo>
                <a:lnTo>
                  <a:pt x="2582128" y="2218194"/>
                </a:lnTo>
                <a:lnTo>
                  <a:pt x="2582546" y="2220525"/>
                </a:lnTo>
                <a:lnTo>
                  <a:pt x="2582965" y="2222842"/>
                </a:lnTo>
                <a:lnTo>
                  <a:pt x="2583396" y="2225130"/>
                </a:lnTo>
                <a:lnTo>
                  <a:pt x="2583815" y="2227416"/>
                </a:lnTo>
                <a:lnTo>
                  <a:pt x="2584246" y="2229683"/>
                </a:lnTo>
                <a:lnTo>
                  <a:pt x="2584664" y="2231936"/>
                </a:lnTo>
                <a:lnTo>
                  <a:pt x="2585083" y="2234178"/>
                </a:lnTo>
                <a:lnTo>
                  <a:pt x="2585502" y="2236401"/>
                </a:lnTo>
                <a:lnTo>
                  <a:pt x="2585933" y="2238613"/>
                </a:lnTo>
                <a:lnTo>
                  <a:pt x="2586352" y="2240806"/>
                </a:lnTo>
                <a:lnTo>
                  <a:pt x="2586783" y="2242984"/>
                </a:lnTo>
                <a:lnTo>
                  <a:pt x="2587201" y="2245152"/>
                </a:lnTo>
                <a:lnTo>
                  <a:pt x="2587620" y="2247299"/>
                </a:lnTo>
                <a:lnTo>
                  <a:pt x="2588039" y="2249438"/>
                </a:lnTo>
                <a:lnTo>
                  <a:pt x="2588470" y="2251557"/>
                </a:lnTo>
                <a:lnTo>
                  <a:pt x="2588888" y="2253665"/>
                </a:lnTo>
                <a:lnTo>
                  <a:pt x="2589320" y="2255748"/>
                </a:lnTo>
                <a:lnTo>
                  <a:pt x="2589738" y="2257827"/>
                </a:lnTo>
                <a:lnTo>
                  <a:pt x="2590157" y="2259891"/>
                </a:lnTo>
                <a:lnTo>
                  <a:pt x="2590588" y="2261930"/>
                </a:lnTo>
                <a:lnTo>
                  <a:pt x="2591007" y="2263958"/>
                </a:lnTo>
                <a:lnTo>
                  <a:pt x="2591438" y="2265978"/>
                </a:lnTo>
                <a:lnTo>
                  <a:pt x="2591856" y="2267971"/>
                </a:lnTo>
                <a:lnTo>
                  <a:pt x="2592275" y="2269956"/>
                </a:lnTo>
                <a:lnTo>
                  <a:pt x="2592694" y="2271926"/>
                </a:lnTo>
                <a:lnTo>
                  <a:pt x="2593125" y="2273875"/>
                </a:lnTo>
                <a:lnTo>
                  <a:pt x="2593543" y="2275816"/>
                </a:lnTo>
                <a:lnTo>
                  <a:pt x="2593975" y="2277740"/>
                </a:lnTo>
                <a:lnTo>
                  <a:pt x="2594393" y="2279645"/>
                </a:lnTo>
                <a:lnTo>
                  <a:pt x="2594825" y="2281535"/>
                </a:lnTo>
                <a:lnTo>
                  <a:pt x="2595230" y="2283416"/>
                </a:lnTo>
                <a:lnTo>
                  <a:pt x="2595662" y="2285271"/>
                </a:lnTo>
                <a:lnTo>
                  <a:pt x="2596080" y="2287121"/>
                </a:lnTo>
                <a:lnTo>
                  <a:pt x="2596512" y="2288947"/>
                </a:lnTo>
                <a:lnTo>
                  <a:pt x="2596930" y="2290767"/>
                </a:lnTo>
                <a:lnTo>
                  <a:pt x="2597349" y="2292559"/>
                </a:lnTo>
                <a:lnTo>
                  <a:pt x="2597767" y="2294349"/>
                </a:lnTo>
                <a:lnTo>
                  <a:pt x="2598199" y="2296110"/>
                </a:lnTo>
                <a:lnTo>
                  <a:pt x="2598617" y="2297861"/>
                </a:lnTo>
                <a:lnTo>
                  <a:pt x="2599048" y="2299603"/>
                </a:lnTo>
                <a:lnTo>
                  <a:pt x="2599467" y="2301325"/>
                </a:lnTo>
                <a:lnTo>
                  <a:pt x="2599886" y="2303026"/>
                </a:lnTo>
                <a:lnTo>
                  <a:pt x="2600304" y="2304712"/>
                </a:lnTo>
                <a:lnTo>
                  <a:pt x="2600735" y="2306384"/>
                </a:lnTo>
                <a:lnTo>
                  <a:pt x="2601154" y="2308046"/>
                </a:lnTo>
                <a:lnTo>
                  <a:pt x="2601585" y="2309688"/>
                </a:lnTo>
                <a:lnTo>
                  <a:pt x="2602004" y="2311316"/>
                </a:lnTo>
                <a:lnTo>
                  <a:pt x="2602435" y="2312928"/>
                </a:lnTo>
                <a:lnTo>
                  <a:pt x="2602841" y="2314515"/>
                </a:lnTo>
                <a:lnTo>
                  <a:pt x="2603272" y="2316098"/>
                </a:lnTo>
                <a:lnTo>
                  <a:pt x="2603691" y="2317656"/>
                </a:lnTo>
                <a:lnTo>
                  <a:pt x="2604122" y="2319203"/>
                </a:lnTo>
                <a:lnTo>
                  <a:pt x="2604541" y="2320732"/>
                </a:lnTo>
                <a:lnTo>
                  <a:pt x="2604959" y="2322245"/>
                </a:lnTo>
                <a:lnTo>
                  <a:pt x="2605391" y="2323748"/>
                </a:lnTo>
                <a:lnTo>
                  <a:pt x="2605809" y="2325232"/>
                </a:lnTo>
                <a:lnTo>
                  <a:pt x="2606228" y="2326699"/>
                </a:lnTo>
                <a:lnTo>
                  <a:pt x="2606659" y="2328144"/>
                </a:lnTo>
                <a:lnTo>
                  <a:pt x="2607078" y="2329577"/>
                </a:lnTo>
                <a:lnTo>
                  <a:pt x="2607509" y="2331001"/>
                </a:lnTo>
                <a:lnTo>
                  <a:pt x="2607915" y="2332395"/>
                </a:lnTo>
                <a:lnTo>
                  <a:pt x="2608346" y="2333788"/>
                </a:lnTo>
                <a:lnTo>
                  <a:pt x="2608765" y="2335153"/>
                </a:lnTo>
                <a:lnTo>
                  <a:pt x="2609196" y="2336507"/>
                </a:lnTo>
                <a:lnTo>
                  <a:pt x="2609614" y="2337842"/>
                </a:lnTo>
                <a:lnTo>
                  <a:pt x="2610033" y="2339167"/>
                </a:lnTo>
                <a:lnTo>
                  <a:pt x="2610464" y="2340472"/>
                </a:lnTo>
                <a:lnTo>
                  <a:pt x="2610883" y="2341756"/>
                </a:lnTo>
                <a:lnTo>
                  <a:pt x="2611301" y="2343031"/>
                </a:lnTo>
                <a:lnTo>
                  <a:pt x="2611733" y="2344281"/>
                </a:lnTo>
                <a:lnTo>
                  <a:pt x="2612151" y="2345521"/>
                </a:lnTo>
                <a:lnTo>
                  <a:pt x="2612583" y="2346752"/>
                </a:lnTo>
                <a:lnTo>
                  <a:pt x="2613001" y="2347952"/>
                </a:lnTo>
                <a:lnTo>
                  <a:pt x="2613420" y="2349142"/>
                </a:lnTo>
                <a:lnTo>
                  <a:pt x="2613838" y="2350319"/>
                </a:lnTo>
                <a:lnTo>
                  <a:pt x="2614270" y="2351469"/>
                </a:lnTo>
                <a:lnTo>
                  <a:pt x="2614688" y="2352615"/>
                </a:lnTo>
                <a:lnTo>
                  <a:pt x="2615119" y="2353742"/>
                </a:lnTo>
                <a:lnTo>
                  <a:pt x="2615538" y="2354848"/>
                </a:lnTo>
                <a:lnTo>
                  <a:pt x="2615957" y="2355939"/>
                </a:lnTo>
                <a:lnTo>
                  <a:pt x="2616375" y="2357016"/>
                </a:lnTo>
                <a:lnTo>
                  <a:pt x="2616806" y="2358073"/>
                </a:lnTo>
                <a:lnTo>
                  <a:pt x="2617225" y="2359119"/>
                </a:lnTo>
                <a:lnTo>
                  <a:pt x="2617656" y="2360142"/>
                </a:lnTo>
                <a:lnTo>
                  <a:pt x="2618075" y="2361149"/>
                </a:lnTo>
                <a:lnTo>
                  <a:pt x="2618493" y="2362146"/>
                </a:lnTo>
                <a:lnTo>
                  <a:pt x="2618925" y="2363123"/>
                </a:lnTo>
                <a:lnTo>
                  <a:pt x="2619343" y="2364076"/>
                </a:lnTo>
                <a:lnTo>
                  <a:pt x="2619762" y="2365023"/>
                </a:lnTo>
                <a:lnTo>
                  <a:pt x="2620193" y="2365945"/>
                </a:lnTo>
                <a:lnTo>
                  <a:pt x="2620612" y="2366858"/>
                </a:lnTo>
                <a:lnTo>
                  <a:pt x="2621043" y="2367752"/>
                </a:lnTo>
                <a:lnTo>
                  <a:pt x="2621449" y="2368619"/>
                </a:lnTo>
                <a:lnTo>
                  <a:pt x="2621880" y="2369483"/>
                </a:lnTo>
                <a:lnTo>
                  <a:pt x="2622299" y="2370326"/>
                </a:lnTo>
                <a:lnTo>
                  <a:pt x="2622730" y="2371150"/>
                </a:lnTo>
                <a:lnTo>
                  <a:pt x="2623149" y="2371958"/>
                </a:lnTo>
                <a:lnTo>
                  <a:pt x="2623567" y="2372752"/>
                </a:lnTo>
                <a:lnTo>
                  <a:pt x="2623998" y="2373526"/>
                </a:lnTo>
                <a:lnTo>
                  <a:pt x="2624417" y="2374290"/>
                </a:lnTo>
                <a:lnTo>
                  <a:pt x="2624836" y="2375029"/>
                </a:lnTo>
                <a:lnTo>
                  <a:pt x="2625267" y="2375754"/>
                </a:lnTo>
                <a:lnTo>
                  <a:pt x="2625685" y="2376467"/>
                </a:lnTo>
                <a:lnTo>
                  <a:pt x="2626117" y="2377153"/>
                </a:lnTo>
                <a:lnTo>
                  <a:pt x="2626535" y="2377832"/>
                </a:lnTo>
                <a:lnTo>
                  <a:pt x="2626954" y="2378492"/>
                </a:lnTo>
                <a:lnTo>
                  <a:pt x="2627385" y="2379131"/>
                </a:lnTo>
                <a:lnTo>
                  <a:pt x="2627804" y="2379757"/>
                </a:lnTo>
                <a:lnTo>
                  <a:pt x="2628222" y="2380362"/>
                </a:lnTo>
                <a:lnTo>
                  <a:pt x="2628653" y="2380952"/>
                </a:lnTo>
                <a:lnTo>
                  <a:pt x="2629072" y="2381533"/>
                </a:lnTo>
                <a:lnTo>
                  <a:pt x="2629491" y="2382089"/>
                </a:lnTo>
                <a:lnTo>
                  <a:pt x="2629922" y="2382624"/>
                </a:lnTo>
                <a:lnTo>
                  <a:pt x="2630340" y="2383151"/>
                </a:lnTo>
                <a:lnTo>
                  <a:pt x="2632459" y="2385512"/>
                </a:lnTo>
                <a:lnTo>
                  <a:pt x="2632877" y="2385938"/>
                </a:lnTo>
                <a:lnTo>
                  <a:pt x="2633309" y="2386345"/>
                </a:lnTo>
                <a:lnTo>
                  <a:pt x="2633727" y="2386726"/>
                </a:lnTo>
                <a:lnTo>
                  <a:pt x="2634146" y="2387099"/>
                </a:lnTo>
                <a:lnTo>
                  <a:pt x="2634577" y="2387451"/>
                </a:lnTo>
                <a:lnTo>
                  <a:pt x="2634996" y="2387793"/>
                </a:lnTo>
                <a:lnTo>
                  <a:pt x="2635414" y="2388116"/>
                </a:lnTo>
                <a:lnTo>
                  <a:pt x="2635845" y="2388414"/>
                </a:lnTo>
                <a:lnTo>
                  <a:pt x="2636264" y="2388701"/>
                </a:lnTo>
                <a:lnTo>
                  <a:pt x="2636695" y="2388969"/>
                </a:lnTo>
                <a:lnTo>
                  <a:pt x="2637101" y="2389222"/>
                </a:lnTo>
                <a:lnTo>
                  <a:pt x="2643025" y="2390979"/>
                </a:lnTo>
                <a:lnTo>
                  <a:pt x="2643456" y="2390979"/>
                </a:lnTo>
                <a:lnTo>
                  <a:pt x="2652754" y="2386632"/>
                </a:lnTo>
                <a:lnTo>
                  <a:pt x="2653185" y="2386246"/>
                </a:lnTo>
                <a:lnTo>
                  <a:pt x="2655709" y="2383532"/>
                </a:lnTo>
                <a:lnTo>
                  <a:pt x="2656140" y="2383021"/>
                </a:lnTo>
                <a:lnTo>
                  <a:pt x="2656559" y="2382496"/>
                </a:lnTo>
                <a:lnTo>
                  <a:pt x="2656990" y="2381949"/>
                </a:lnTo>
                <a:lnTo>
                  <a:pt x="2657409" y="2381384"/>
                </a:lnTo>
                <a:lnTo>
                  <a:pt x="2657827" y="2380803"/>
                </a:lnTo>
                <a:lnTo>
                  <a:pt x="2658259" y="2380208"/>
                </a:lnTo>
                <a:lnTo>
                  <a:pt x="2661633" y="2374846"/>
                </a:lnTo>
                <a:lnTo>
                  <a:pt x="2662064" y="2374096"/>
                </a:lnTo>
                <a:lnTo>
                  <a:pt x="2662482" y="2373333"/>
                </a:lnTo>
                <a:lnTo>
                  <a:pt x="2662914" y="2372553"/>
                </a:lnTo>
                <a:lnTo>
                  <a:pt x="2663332" y="2371760"/>
                </a:lnTo>
                <a:lnTo>
                  <a:pt x="2663751" y="2370941"/>
                </a:lnTo>
                <a:lnTo>
                  <a:pt x="2664169" y="2370118"/>
                </a:lnTo>
                <a:lnTo>
                  <a:pt x="2664601" y="2369269"/>
                </a:lnTo>
                <a:lnTo>
                  <a:pt x="2665019" y="2368407"/>
                </a:lnTo>
                <a:lnTo>
                  <a:pt x="2665450" y="2367528"/>
                </a:lnTo>
                <a:lnTo>
                  <a:pt x="2665869" y="2366625"/>
                </a:lnTo>
                <a:lnTo>
                  <a:pt x="2666288" y="2365717"/>
                </a:lnTo>
                <a:lnTo>
                  <a:pt x="2666719" y="2364784"/>
                </a:lnTo>
                <a:lnTo>
                  <a:pt x="2667138" y="2363837"/>
                </a:lnTo>
                <a:lnTo>
                  <a:pt x="2667569" y="2362874"/>
                </a:lnTo>
                <a:lnTo>
                  <a:pt x="2667987" y="2361898"/>
                </a:lnTo>
                <a:lnTo>
                  <a:pt x="2668406" y="2360901"/>
                </a:lnTo>
                <a:lnTo>
                  <a:pt x="2668837" y="2359889"/>
                </a:lnTo>
                <a:lnTo>
                  <a:pt x="2669256" y="2358856"/>
                </a:lnTo>
                <a:lnTo>
                  <a:pt x="2669674" y="2357809"/>
                </a:lnTo>
                <a:lnTo>
                  <a:pt x="2670106" y="2356748"/>
                </a:lnTo>
                <a:lnTo>
                  <a:pt x="2670524" y="2355667"/>
                </a:lnTo>
                <a:lnTo>
                  <a:pt x="2670955" y="2354575"/>
                </a:lnTo>
                <a:lnTo>
                  <a:pt x="2671361" y="2353459"/>
                </a:lnTo>
                <a:lnTo>
                  <a:pt x="2671793" y="2352333"/>
                </a:lnTo>
                <a:lnTo>
                  <a:pt x="2672211" y="2351187"/>
                </a:lnTo>
                <a:lnTo>
                  <a:pt x="2672642" y="2350026"/>
                </a:lnTo>
                <a:lnTo>
                  <a:pt x="2673061" y="2348850"/>
                </a:lnTo>
                <a:lnTo>
                  <a:pt x="2673480" y="2347655"/>
                </a:lnTo>
                <a:lnTo>
                  <a:pt x="2673911" y="2346444"/>
                </a:lnTo>
                <a:lnTo>
                  <a:pt x="2674329" y="2345213"/>
                </a:lnTo>
                <a:lnTo>
                  <a:pt x="2674748" y="2343968"/>
                </a:lnTo>
                <a:lnTo>
                  <a:pt x="2675179" y="2342708"/>
                </a:lnTo>
                <a:lnTo>
                  <a:pt x="2675598" y="2341434"/>
                </a:lnTo>
                <a:lnTo>
                  <a:pt x="2676029" y="2340143"/>
                </a:lnTo>
                <a:lnTo>
                  <a:pt x="2676435" y="2338839"/>
                </a:lnTo>
                <a:lnTo>
                  <a:pt x="2676866" y="2337510"/>
                </a:lnTo>
                <a:lnTo>
                  <a:pt x="2677285" y="2336170"/>
                </a:lnTo>
                <a:lnTo>
                  <a:pt x="2677716" y="2334811"/>
                </a:lnTo>
                <a:lnTo>
                  <a:pt x="2678135" y="2333436"/>
                </a:lnTo>
                <a:lnTo>
                  <a:pt x="2678553" y="2332052"/>
                </a:lnTo>
                <a:lnTo>
                  <a:pt x="2678985" y="2330649"/>
                </a:lnTo>
                <a:lnTo>
                  <a:pt x="2679403" y="2329219"/>
                </a:lnTo>
                <a:lnTo>
                  <a:pt x="2679822" y="2327781"/>
                </a:lnTo>
                <a:lnTo>
                  <a:pt x="2680253" y="2326333"/>
                </a:lnTo>
                <a:lnTo>
                  <a:pt x="2680672" y="2324859"/>
                </a:lnTo>
                <a:lnTo>
                  <a:pt x="2681103" y="2323375"/>
                </a:lnTo>
                <a:lnTo>
                  <a:pt x="2681521" y="2321872"/>
                </a:lnTo>
                <a:lnTo>
                  <a:pt x="2681940" y="2320350"/>
                </a:lnTo>
                <a:lnTo>
                  <a:pt x="2682359" y="2318817"/>
                </a:lnTo>
                <a:lnTo>
                  <a:pt x="2682790" y="2317274"/>
                </a:lnTo>
                <a:lnTo>
                  <a:pt x="2683208" y="2315706"/>
                </a:lnTo>
                <a:lnTo>
                  <a:pt x="2683640" y="2314118"/>
                </a:lnTo>
                <a:lnTo>
                  <a:pt x="2684058" y="2312521"/>
                </a:lnTo>
                <a:lnTo>
                  <a:pt x="2684477" y="2310909"/>
                </a:lnTo>
                <a:lnTo>
                  <a:pt x="2684895" y="2309281"/>
                </a:lnTo>
                <a:lnTo>
                  <a:pt x="2685327" y="2307629"/>
                </a:lnTo>
                <a:lnTo>
                  <a:pt x="2685745" y="2305972"/>
                </a:lnTo>
                <a:lnTo>
                  <a:pt x="2686177" y="2304297"/>
                </a:lnTo>
                <a:lnTo>
                  <a:pt x="2686595" y="2302599"/>
                </a:lnTo>
                <a:lnTo>
                  <a:pt x="2687014" y="2300893"/>
                </a:lnTo>
                <a:lnTo>
                  <a:pt x="2687445" y="2299167"/>
                </a:lnTo>
                <a:lnTo>
                  <a:pt x="2687864" y="2297425"/>
                </a:lnTo>
                <a:lnTo>
                  <a:pt x="2688282" y="2295669"/>
                </a:lnTo>
                <a:lnTo>
                  <a:pt x="2688713" y="2293903"/>
                </a:lnTo>
                <a:lnTo>
                  <a:pt x="2689132" y="2292117"/>
                </a:lnTo>
                <a:lnTo>
                  <a:pt x="2689563" y="2290316"/>
                </a:lnTo>
                <a:lnTo>
                  <a:pt x="2689969" y="2288496"/>
                </a:lnTo>
                <a:lnTo>
                  <a:pt x="2690400" y="2286665"/>
                </a:lnTo>
                <a:lnTo>
                  <a:pt x="2690819" y="2284815"/>
                </a:lnTo>
                <a:lnTo>
                  <a:pt x="2691250" y="2282944"/>
                </a:lnTo>
                <a:lnTo>
                  <a:pt x="2691669" y="2281064"/>
                </a:lnTo>
                <a:lnTo>
                  <a:pt x="2692087" y="2279169"/>
                </a:lnTo>
                <a:lnTo>
                  <a:pt x="2692519" y="2277259"/>
                </a:lnTo>
                <a:lnTo>
                  <a:pt x="2692937" y="2275334"/>
                </a:lnTo>
                <a:lnTo>
                  <a:pt x="2693356" y="2273395"/>
                </a:lnTo>
                <a:lnTo>
                  <a:pt x="2693787" y="2271430"/>
                </a:lnTo>
                <a:lnTo>
                  <a:pt x="2694206" y="2269460"/>
                </a:lnTo>
                <a:lnTo>
                  <a:pt x="2694637" y="2267476"/>
                </a:lnTo>
                <a:lnTo>
                  <a:pt x="2695056" y="2265472"/>
                </a:lnTo>
                <a:lnTo>
                  <a:pt x="2695474" y="2263457"/>
                </a:lnTo>
                <a:lnTo>
                  <a:pt x="2695893" y="2261419"/>
                </a:lnTo>
                <a:lnTo>
                  <a:pt x="2696324" y="2259369"/>
                </a:lnTo>
                <a:lnTo>
                  <a:pt x="2696743" y="2257305"/>
                </a:lnTo>
                <a:lnTo>
                  <a:pt x="2697174" y="2255228"/>
                </a:lnTo>
                <a:lnTo>
                  <a:pt x="2697592" y="2253133"/>
                </a:lnTo>
                <a:lnTo>
                  <a:pt x="2698011" y="2251025"/>
                </a:lnTo>
                <a:lnTo>
                  <a:pt x="2698430" y="2248902"/>
                </a:lnTo>
                <a:lnTo>
                  <a:pt x="2698861" y="2246764"/>
                </a:lnTo>
                <a:lnTo>
                  <a:pt x="2699279" y="2244611"/>
                </a:lnTo>
                <a:lnTo>
                  <a:pt x="2699711" y="2242443"/>
                </a:lnTo>
                <a:lnTo>
                  <a:pt x="2700129" y="2240255"/>
                </a:lnTo>
                <a:lnTo>
                  <a:pt x="2700548" y="2238063"/>
                </a:lnTo>
                <a:lnTo>
                  <a:pt x="2700979" y="2235850"/>
                </a:lnTo>
                <a:lnTo>
                  <a:pt x="2701398" y="2233617"/>
                </a:lnTo>
                <a:lnTo>
                  <a:pt x="2701816" y="2231381"/>
                </a:lnTo>
                <a:lnTo>
                  <a:pt x="2702248" y="2229118"/>
                </a:lnTo>
                <a:lnTo>
                  <a:pt x="2702666" y="2226851"/>
                </a:lnTo>
                <a:lnTo>
                  <a:pt x="2703097" y="2224559"/>
                </a:lnTo>
                <a:lnTo>
                  <a:pt x="2703516" y="2222257"/>
                </a:lnTo>
                <a:lnTo>
                  <a:pt x="2703935" y="2219945"/>
                </a:lnTo>
                <a:lnTo>
                  <a:pt x="2704353" y="2217613"/>
                </a:lnTo>
                <a:lnTo>
                  <a:pt x="2704784" y="2215272"/>
                </a:lnTo>
                <a:lnTo>
                  <a:pt x="2705216" y="2212911"/>
                </a:lnTo>
                <a:lnTo>
                  <a:pt x="2705622" y="2210534"/>
                </a:lnTo>
                <a:lnTo>
                  <a:pt x="2706053" y="2208148"/>
                </a:lnTo>
                <a:lnTo>
                  <a:pt x="2706471" y="2205742"/>
                </a:lnTo>
                <a:lnTo>
                  <a:pt x="2706903" y="2203331"/>
                </a:lnTo>
                <a:lnTo>
                  <a:pt x="2707321" y="2200895"/>
                </a:lnTo>
                <a:lnTo>
                  <a:pt x="2707740" y="2198449"/>
                </a:lnTo>
                <a:lnTo>
                  <a:pt x="2708171" y="2195989"/>
                </a:lnTo>
                <a:lnTo>
                  <a:pt x="2708590" y="2193513"/>
                </a:lnTo>
                <a:lnTo>
                  <a:pt x="2709008" y="2191023"/>
                </a:lnTo>
                <a:lnTo>
                  <a:pt x="2709439" y="2188527"/>
                </a:lnTo>
                <a:lnTo>
                  <a:pt x="2709858" y="2186002"/>
                </a:lnTo>
                <a:lnTo>
                  <a:pt x="2710289" y="2183478"/>
                </a:lnTo>
                <a:lnTo>
                  <a:pt x="2710695" y="2180932"/>
                </a:lnTo>
                <a:lnTo>
                  <a:pt x="2711126" y="2178372"/>
                </a:lnTo>
                <a:lnTo>
                  <a:pt x="2711545" y="2175798"/>
                </a:lnTo>
                <a:lnTo>
                  <a:pt x="2711976" y="2173209"/>
                </a:lnTo>
                <a:lnTo>
                  <a:pt x="2712395" y="2170613"/>
                </a:lnTo>
                <a:lnTo>
                  <a:pt x="2712813" y="2167999"/>
                </a:lnTo>
                <a:lnTo>
                  <a:pt x="2713232" y="2165369"/>
                </a:lnTo>
                <a:lnTo>
                  <a:pt x="2713663" y="2162731"/>
                </a:lnTo>
                <a:lnTo>
                  <a:pt x="2714082" y="2160072"/>
                </a:lnTo>
                <a:lnTo>
                  <a:pt x="2714513" y="2157403"/>
                </a:lnTo>
                <a:lnTo>
                  <a:pt x="2714932" y="2154714"/>
                </a:lnTo>
                <a:lnTo>
                  <a:pt x="2715363" y="2152020"/>
                </a:lnTo>
                <a:lnTo>
                  <a:pt x="2715782" y="2149316"/>
                </a:lnTo>
                <a:lnTo>
                  <a:pt x="2716200" y="2146588"/>
                </a:lnTo>
                <a:lnTo>
                  <a:pt x="2716619" y="2143854"/>
                </a:lnTo>
                <a:lnTo>
                  <a:pt x="2717050" y="2141096"/>
                </a:lnTo>
                <a:lnTo>
                  <a:pt x="2717469" y="2138338"/>
                </a:lnTo>
                <a:lnTo>
                  <a:pt x="2717900" y="2135560"/>
                </a:lnTo>
                <a:lnTo>
                  <a:pt x="2718306" y="2132761"/>
                </a:lnTo>
                <a:lnTo>
                  <a:pt x="2718737" y="2129959"/>
                </a:lnTo>
                <a:lnTo>
                  <a:pt x="2719156" y="2127141"/>
                </a:lnTo>
                <a:lnTo>
                  <a:pt x="2719587" y="2124313"/>
                </a:lnTo>
                <a:lnTo>
                  <a:pt x="2720005" y="2121471"/>
                </a:lnTo>
                <a:lnTo>
                  <a:pt x="2720424" y="2118608"/>
                </a:lnTo>
                <a:lnTo>
                  <a:pt x="2720855" y="2115741"/>
                </a:lnTo>
                <a:lnTo>
                  <a:pt x="2721274" y="2112853"/>
                </a:lnTo>
                <a:lnTo>
                  <a:pt x="2721692" y="2109962"/>
                </a:lnTo>
                <a:lnTo>
                  <a:pt x="2722124" y="2107049"/>
                </a:lnTo>
                <a:lnTo>
                  <a:pt x="2722542" y="2104123"/>
                </a:lnTo>
                <a:lnTo>
                  <a:pt x="2722974" y="2101190"/>
                </a:lnTo>
                <a:lnTo>
                  <a:pt x="2723392" y="2098243"/>
                </a:lnTo>
                <a:lnTo>
                  <a:pt x="2723811" y="2095276"/>
                </a:lnTo>
                <a:lnTo>
                  <a:pt x="2724229" y="2092305"/>
                </a:lnTo>
                <a:lnTo>
                  <a:pt x="2724661" y="2089319"/>
                </a:lnTo>
                <a:lnTo>
                  <a:pt x="2725079" y="2086317"/>
                </a:lnTo>
                <a:lnTo>
                  <a:pt x="2725510" y="2083306"/>
                </a:lnTo>
                <a:lnTo>
                  <a:pt x="2725929" y="2080279"/>
                </a:lnTo>
                <a:lnTo>
                  <a:pt x="2726348" y="2077249"/>
                </a:lnTo>
                <a:lnTo>
                  <a:pt x="2726766" y="2074192"/>
                </a:lnTo>
                <a:lnTo>
                  <a:pt x="2727197" y="2071132"/>
                </a:lnTo>
                <a:lnTo>
                  <a:pt x="2727616" y="2068061"/>
                </a:lnTo>
                <a:lnTo>
                  <a:pt x="2728047" y="2064976"/>
                </a:lnTo>
                <a:lnTo>
                  <a:pt x="2728466" y="2061875"/>
                </a:lnTo>
                <a:lnTo>
                  <a:pt x="2728884" y="2058764"/>
                </a:lnTo>
                <a:lnTo>
                  <a:pt x="2729316" y="2055639"/>
                </a:lnTo>
                <a:lnTo>
                  <a:pt x="2729734" y="2052499"/>
                </a:lnTo>
                <a:lnTo>
                  <a:pt x="2730153" y="2049353"/>
                </a:lnTo>
                <a:lnTo>
                  <a:pt x="2730584" y="2046188"/>
                </a:lnTo>
                <a:lnTo>
                  <a:pt x="2731003" y="2043018"/>
                </a:lnTo>
                <a:lnTo>
                  <a:pt x="2731434" y="2039833"/>
                </a:lnTo>
                <a:lnTo>
                  <a:pt x="2731840" y="2036634"/>
                </a:lnTo>
                <a:lnTo>
                  <a:pt x="2732271" y="2033424"/>
                </a:lnTo>
                <a:lnTo>
                  <a:pt x="2732690" y="2030209"/>
                </a:lnTo>
                <a:lnTo>
                  <a:pt x="2733121" y="2026970"/>
                </a:lnTo>
                <a:lnTo>
                  <a:pt x="2733540" y="2023730"/>
                </a:lnTo>
                <a:lnTo>
                  <a:pt x="2733958" y="2020471"/>
                </a:lnTo>
                <a:lnTo>
                  <a:pt x="2734389" y="2017207"/>
                </a:lnTo>
                <a:lnTo>
                  <a:pt x="2734808" y="2013922"/>
                </a:lnTo>
                <a:lnTo>
                  <a:pt x="2735227" y="2010629"/>
                </a:lnTo>
                <a:lnTo>
                  <a:pt x="2735658" y="2007329"/>
                </a:lnTo>
                <a:lnTo>
                  <a:pt x="2736076" y="2004015"/>
                </a:lnTo>
                <a:lnTo>
                  <a:pt x="2736508" y="2000692"/>
                </a:lnTo>
                <a:lnTo>
                  <a:pt x="2736914" y="1997352"/>
                </a:lnTo>
                <a:lnTo>
                  <a:pt x="2737345" y="1993999"/>
                </a:lnTo>
                <a:lnTo>
                  <a:pt x="2737763" y="1990646"/>
                </a:lnTo>
                <a:lnTo>
                  <a:pt x="2738195" y="1987273"/>
                </a:lnTo>
                <a:lnTo>
                  <a:pt x="2738613" y="1983889"/>
                </a:lnTo>
                <a:lnTo>
                  <a:pt x="2739045" y="1980495"/>
                </a:lnTo>
                <a:lnTo>
                  <a:pt x="2739463" y="1977087"/>
                </a:lnTo>
                <a:lnTo>
                  <a:pt x="2739882" y="1973674"/>
                </a:lnTo>
                <a:lnTo>
                  <a:pt x="2740300" y="1970251"/>
                </a:lnTo>
                <a:lnTo>
                  <a:pt x="2740732" y="1966808"/>
                </a:lnTo>
                <a:lnTo>
                  <a:pt x="2741150" y="1963361"/>
                </a:lnTo>
                <a:lnTo>
                  <a:pt x="2741581" y="1959903"/>
                </a:lnTo>
                <a:lnTo>
                  <a:pt x="2742000" y="1956431"/>
                </a:lnTo>
                <a:lnTo>
                  <a:pt x="2742419" y="1952948"/>
                </a:lnTo>
                <a:lnTo>
                  <a:pt x="2742850" y="1949460"/>
                </a:lnTo>
                <a:lnTo>
                  <a:pt x="2743268" y="1945953"/>
                </a:lnTo>
                <a:lnTo>
                  <a:pt x="2743700" y="1942441"/>
                </a:lnTo>
                <a:lnTo>
                  <a:pt x="2744118" y="1938918"/>
                </a:lnTo>
                <a:lnTo>
                  <a:pt x="2744537" y="1935381"/>
                </a:lnTo>
                <a:lnTo>
                  <a:pt x="2744955" y="1931833"/>
                </a:lnTo>
                <a:lnTo>
                  <a:pt x="2745387" y="1928277"/>
                </a:lnTo>
                <a:lnTo>
                  <a:pt x="2745805" y="1924710"/>
                </a:lnTo>
                <a:lnTo>
                  <a:pt x="2746236" y="1921133"/>
                </a:lnTo>
                <a:lnTo>
                  <a:pt x="2746655" y="1917542"/>
                </a:lnTo>
                <a:lnTo>
                  <a:pt x="2747074" y="1913945"/>
                </a:lnTo>
                <a:lnTo>
                  <a:pt x="2747492" y="1910338"/>
                </a:lnTo>
                <a:lnTo>
                  <a:pt x="2747924" y="1906726"/>
                </a:lnTo>
                <a:lnTo>
                  <a:pt x="2748342" y="1903096"/>
                </a:lnTo>
                <a:lnTo>
                  <a:pt x="2748773" y="1899454"/>
                </a:lnTo>
                <a:lnTo>
                  <a:pt x="2749192" y="1895812"/>
                </a:lnTo>
                <a:lnTo>
                  <a:pt x="2749611" y="1892151"/>
                </a:lnTo>
                <a:lnTo>
                  <a:pt x="2750042" y="1888485"/>
                </a:lnTo>
                <a:lnTo>
                  <a:pt x="2750460" y="1884804"/>
                </a:lnTo>
                <a:lnTo>
                  <a:pt x="2750879" y="1881118"/>
                </a:lnTo>
                <a:lnTo>
                  <a:pt x="2751310" y="1877422"/>
                </a:lnTo>
                <a:lnTo>
                  <a:pt x="2751729" y="1873712"/>
                </a:lnTo>
                <a:lnTo>
                  <a:pt x="2752160" y="1869995"/>
                </a:lnTo>
                <a:lnTo>
                  <a:pt x="2752566" y="1866270"/>
                </a:lnTo>
                <a:lnTo>
                  <a:pt x="2752997" y="1862535"/>
                </a:lnTo>
                <a:lnTo>
                  <a:pt x="2753416" y="1858794"/>
                </a:lnTo>
                <a:lnTo>
                  <a:pt x="2753847" y="1855034"/>
                </a:lnTo>
                <a:lnTo>
                  <a:pt x="2754266" y="1851269"/>
                </a:lnTo>
                <a:lnTo>
                  <a:pt x="2754684" y="1847493"/>
                </a:lnTo>
                <a:lnTo>
                  <a:pt x="2755115" y="1843713"/>
                </a:lnTo>
                <a:lnTo>
                  <a:pt x="2755534" y="1839922"/>
                </a:lnTo>
                <a:lnTo>
                  <a:pt x="2755953" y="1836118"/>
                </a:lnTo>
                <a:lnTo>
                  <a:pt x="2756384" y="1832317"/>
                </a:lnTo>
                <a:lnTo>
                  <a:pt x="2756802" y="1828497"/>
                </a:lnTo>
                <a:lnTo>
                  <a:pt x="2757234" y="1824667"/>
                </a:lnTo>
                <a:lnTo>
                  <a:pt x="2757652" y="1820827"/>
                </a:lnTo>
                <a:lnTo>
                  <a:pt x="2758071" y="1816983"/>
                </a:lnTo>
                <a:lnTo>
                  <a:pt x="2758489" y="1813129"/>
                </a:lnTo>
                <a:lnTo>
                  <a:pt x="2758921" y="1809258"/>
                </a:lnTo>
                <a:lnTo>
                  <a:pt x="2759339" y="1805389"/>
                </a:lnTo>
                <a:lnTo>
                  <a:pt x="2759771" y="1801504"/>
                </a:lnTo>
                <a:lnTo>
                  <a:pt x="2760189" y="1797621"/>
                </a:lnTo>
                <a:lnTo>
                  <a:pt x="2760608" y="1793721"/>
                </a:lnTo>
                <a:lnTo>
                  <a:pt x="2761026" y="1789812"/>
                </a:lnTo>
                <a:lnTo>
                  <a:pt x="2761458" y="1785903"/>
                </a:lnTo>
                <a:lnTo>
                  <a:pt x="2761876" y="1781974"/>
                </a:lnTo>
                <a:lnTo>
                  <a:pt x="2762307" y="1778050"/>
                </a:lnTo>
                <a:lnTo>
                  <a:pt x="2762726" y="1774106"/>
                </a:lnTo>
                <a:lnTo>
                  <a:pt x="2763145" y="1770156"/>
                </a:lnTo>
                <a:lnTo>
                  <a:pt x="2763576" y="1766198"/>
                </a:lnTo>
                <a:lnTo>
                  <a:pt x="2763994" y="1762234"/>
                </a:lnTo>
                <a:lnTo>
                  <a:pt x="2764413" y="1758266"/>
                </a:lnTo>
                <a:lnTo>
                  <a:pt x="2764844" y="1754282"/>
                </a:lnTo>
                <a:lnTo>
                  <a:pt x="2765263" y="1750298"/>
                </a:lnTo>
                <a:lnTo>
                  <a:pt x="2765694" y="1746295"/>
                </a:lnTo>
                <a:lnTo>
                  <a:pt x="2766100" y="1742291"/>
                </a:lnTo>
                <a:lnTo>
                  <a:pt x="2766531" y="1738278"/>
                </a:lnTo>
                <a:lnTo>
                  <a:pt x="2766950" y="1734260"/>
                </a:lnTo>
                <a:lnTo>
                  <a:pt x="2767381" y="1730236"/>
                </a:lnTo>
                <a:lnTo>
                  <a:pt x="2767800" y="1726193"/>
                </a:lnTo>
                <a:lnTo>
                  <a:pt x="2768218" y="1722154"/>
                </a:lnTo>
                <a:lnTo>
                  <a:pt x="2768650" y="1718107"/>
                </a:lnTo>
                <a:lnTo>
                  <a:pt x="2769068" y="1714049"/>
                </a:lnTo>
                <a:lnTo>
                  <a:pt x="2769487" y="1709985"/>
                </a:lnTo>
                <a:lnTo>
                  <a:pt x="2769918" y="1705912"/>
                </a:lnTo>
                <a:lnTo>
                  <a:pt x="2770337" y="1701835"/>
                </a:lnTo>
                <a:lnTo>
                  <a:pt x="2770768" y="1697746"/>
                </a:lnTo>
                <a:lnTo>
                  <a:pt x="2771186" y="1693655"/>
                </a:lnTo>
                <a:lnTo>
                  <a:pt x="2771605" y="1689551"/>
                </a:lnTo>
                <a:lnTo>
                  <a:pt x="2772024" y="1685444"/>
                </a:lnTo>
                <a:lnTo>
                  <a:pt x="2772455" y="1681327"/>
                </a:lnTo>
                <a:lnTo>
                  <a:pt x="2772873" y="1677209"/>
                </a:lnTo>
                <a:lnTo>
                  <a:pt x="2773305" y="1673077"/>
                </a:lnTo>
                <a:lnTo>
                  <a:pt x="2773723" y="1668944"/>
                </a:lnTo>
                <a:lnTo>
                  <a:pt x="2774142" y="1664801"/>
                </a:lnTo>
                <a:lnTo>
                  <a:pt x="2774560" y="1660655"/>
                </a:lnTo>
                <a:lnTo>
                  <a:pt x="2774992" y="1656497"/>
                </a:lnTo>
                <a:lnTo>
                  <a:pt x="2775410" y="1652335"/>
                </a:lnTo>
                <a:lnTo>
                  <a:pt x="2775842" y="1648163"/>
                </a:lnTo>
                <a:lnTo>
                  <a:pt x="2776260" y="1643996"/>
                </a:lnTo>
                <a:lnTo>
                  <a:pt x="2776679" y="1639808"/>
                </a:lnTo>
                <a:lnTo>
                  <a:pt x="2777097" y="1635621"/>
                </a:lnTo>
                <a:lnTo>
                  <a:pt x="2777529" y="1631429"/>
                </a:lnTo>
                <a:lnTo>
                  <a:pt x="2777947" y="1627227"/>
                </a:lnTo>
                <a:lnTo>
                  <a:pt x="2778378" y="1623025"/>
                </a:lnTo>
                <a:lnTo>
                  <a:pt x="2778797" y="1618808"/>
                </a:lnTo>
                <a:lnTo>
                  <a:pt x="2779216" y="1614592"/>
                </a:lnTo>
                <a:lnTo>
                  <a:pt x="2779634" y="1610365"/>
                </a:lnTo>
                <a:lnTo>
                  <a:pt x="2780065" y="1606133"/>
                </a:lnTo>
                <a:lnTo>
                  <a:pt x="2780484" y="1601901"/>
                </a:lnTo>
                <a:lnTo>
                  <a:pt x="2780915" y="1597656"/>
                </a:lnTo>
                <a:lnTo>
                  <a:pt x="2781334" y="1593409"/>
                </a:lnTo>
                <a:lnTo>
                  <a:pt x="2781752" y="1589153"/>
                </a:lnTo>
                <a:lnTo>
                  <a:pt x="2782184" y="1584901"/>
                </a:lnTo>
                <a:lnTo>
                  <a:pt x="2782602" y="1580634"/>
                </a:lnTo>
                <a:lnTo>
                  <a:pt x="2783034" y="1576368"/>
                </a:lnTo>
                <a:lnTo>
                  <a:pt x="2783452" y="1572087"/>
                </a:lnTo>
                <a:lnTo>
                  <a:pt x="2783871" y="1567813"/>
                </a:lnTo>
                <a:lnTo>
                  <a:pt x="2784302" y="1563528"/>
                </a:lnTo>
                <a:lnTo>
                  <a:pt x="2784721" y="1559230"/>
                </a:lnTo>
                <a:lnTo>
                  <a:pt x="2785139" y="1554932"/>
                </a:lnTo>
                <a:lnTo>
                  <a:pt x="2785570" y="1550634"/>
                </a:lnTo>
                <a:lnTo>
                  <a:pt x="2785989" y="1546323"/>
                </a:lnTo>
                <a:lnTo>
                  <a:pt x="2786420" y="1542013"/>
                </a:lnTo>
                <a:lnTo>
                  <a:pt x="2786826" y="1537702"/>
                </a:lnTo>
                <a:lnTo>
                  <a:pt x="2787257" y="1533379"/>
                </a:lnTo>
                <a:lnTo>
                  <a:pt x="2787676" y="1529056"/>
                </a:lnTo>
                <a:lnTo>
                  <a:pt x="2788107" y="1524719"/>
                </a:lnTo>
                <a:lnTo>
                  <a:pt x="2788526" y="1520383"/>
                </a:lnTo>
                <a:lnTo>
                  <a:pt x="2788944" y="1516047"/>
                </a:lnTo>
                <a:lnTo>
                  <a:pt x="2789376" y="1511699"/>
                </a:lnTo>
                <a:lnTo>
                  <a:pt x="2789794" y="1507362"/>
                </a:lnTo>
                <a:lnTo>
                  <a:pt x="2790213" y="1503001"/>
                </a:lnTo>
                <a:lnTo>
                  <a:pt x="2790644" y="1498639"/>
                </a:lnTo>
                <a:lnTo>
                  <a:pt x="2791063" y="1494278"/>
                </a:lnTo>
                <a:lnTo>
                  <a:pt x="2791494" y="1489916"/>
                </a:lnTo>
                <a:lnTo>
                  <a:pt x="2791912" y="1485542"/>
                </a:lnTo>
                <a:lnTo>
                  <a:pt x="2792331" y="1481168"/>
                </a:lnTo>
                <a:lnTo>
                  <a:pt x="2792750" y="1476794"/>
                </a:lnTo>
                <a:lnTo>
                  <a:pt x="2793181" y="1472407"/>
                </a:lnTo>
                <a:lnTo>
                  <a:pt x="2793599" y="1468020"/>
                </a:lnTo>
                <a:lnTo>
                  <a:pt x="2794031" y="1463633"/>
                </a:lnTo>
                <a:lnTo>
                  <a:pt x="2794449" y="1459246"/>
                </a:lnTo>
                <a:lnTo>
                  <a:pt x="2794868" y="1454834"/>
                </a:lnTo>
                <a:lnTo>
                  <a:pt x="2795287" y="1450434"/>
                </a:lnTo>
                <a:lnTo>
                  <a:pt x="2795718" y="1446034"/>
                </a:lnTo>
                <a:lnTo>
                  <a:pt x="2796136" y="1441622"/>
                </a:lnTo>
                <a:lnTo>
                  <a:pt x="2796568" y="1437210"/>
                </a:lnTo>
                <a:lnTo>
                  <a:pt x="2796986" y="1432797"/>
                </a:lnTo>
                <a:lnTo>
                  <a:pt x="2797405" y="1428372"/>
                </a:lnTo>
                <a:lnTo>
                  <a:pt x="2797836" y="1423947"/>
                </a:lnTo>
                <a:lnTo>
                  <a:pt x="2798255" y="1419522"/>
                </a:lnTo>
                <a:lnTo>
                  <a:pt x="2798673" y="1415097"/>
                </a:lnTo>
                <a:lnTo>
                  <a:pt x="2799104" y="1410659"/>
                </a:lnTo>
                <a:lnTo>
                  <a:pt x="2799523" y="1406221"/>
                </a:lnTo>
                <a:lnTo>
                  <a:pt x="2799954" y="1401784"/>
                </a:lnTo>
                <a:lnTo>
                  <a:pt x="2800360" y="1397346"/>
                </a:lnTo>
                <a:lnTo>
                  <a:pt x="2800791" y="1392908"/>
                </a:lnTo>
                <a:lnTo>
                  <a:pt x="2801210" y="1388457"/>
                </a:lnTo>
                <a:lnTo>
                  <a:pt x="2801641" y="1384007"/>
                </a:lnTo>
                <a:lnTo>
                  <a:pt x="2802060" y="1379556"/>
                </a:lnTo>
                <a:lnTo>
                  <a:pt x="2802478" y="1375106"/>
                </a:lnTo>
                <a:lnTo>
                  <a:pt x="2802910" y="1370643"/>
                </a:lnTo>
                <a:lnTo>
                  <a:pt x="2803328" y="1366179"/>
                </a:lnTo>
                <a:lnTo>
                  <a:pt x="2803747" y="1361716"/>
                </a:lnTo>
                <a:lnTo>
                  <a:pt x="2804178" y="1357253"/>
                </a:lnTo>
                <a:lnTo>
                  <a:pt x="2804597" y="1352790"/>
                </a:lnTo>
                <a:lnTo>
                  <a:pt x="2805028" y="1348314"/>
                </a:lnTo>
                <a:lnTo>
                  <a:pt x="2805447" y="1343838"/>
                </a:lnTo>
                <a:lnTo>
                  <a:pt x="2805865" y="1339375"/>
                </a:lnTo>
                <a:lnTo>
                  <a:pt x="2806284" y="1334899"/>
                </a:lnTo>
                <a:lnTo>
                  <a:pt x="2806715" y="1330423"/>
                </a:lnTo>
                <a:lnTo>
                  <a:pt x="2807134" y="1325934"/>
                </a:lnTo>
                <a:lnTo>
                  <a:pt x="2807565" y="1321458"/>
                </a:lnTo>
                <a:lnTo>
                  <a:pt x="2807983" y="1316982"/>
                </a:lnTo>
                <a:lnTo>
                  <a:pt x="2808402" y="1312494"/>
                </a:lnTo>
                <a:lnTo>
                  <a:pt x="2808821" y="1308005"/>
                </a:lnTo>
                <a:lnTo>
                  <a:pt x="2809252" y="1303516"/>
                </a:lnTo>
                <a:lnTo>
                  <a:pt x="2809670" y="1299028"/>
                </a:lnTo>
                <a:lnTo>
                  <a:pt x="2810102" y="1294539"/>
                </a:lnTo>
                <a:lnTo>
                  <a:pt x="2810520" y="1290038"/>
                </a:lnTo>
                <a:lnTo>
                  <a:pt x="2810939" y="1285549"/>
                </a:lnTo>
                <a:lnTo>
                  <a:pt x="2811357" y="1281048"/>
                </a:lnTo>
                <a:lnTo>
                  <a:pt x="2811789" y="1276559"/>
                </a:lnTo>
                <a:lnTo>
                  <a:pt x="2812207" y="1272058"/>
                </a:lnTo>
                <a:lnTo>
                  <a:pt x="2812639" y="1267569"/>
                </a:lnTo>
                <a:lnTo>
                  <a:pt x="2813057" y="1263067"/>
                </a:lnTo>
                <a:lnTo>
                  <a:pt x="2813476" y="1258566"/>
                </a:lnTo>
                <a:lnTo>
                  <a:pt x="2813894" y="1254065"/>
                </a:lnTo>
                <a:lnTo>
                  <a:pt x="2814326" y="1249551"/>
                </a:lnTo>
                <a:lnTo>
                  <a:pt x="2814744" y="1245062"/>
                </a:lnTo>
                <a:lnTo>
                  <a:pt x="2815175" y="1240548"/>
                </a:lnTo>
                <a:lnTo>
                  <a:pt x="2815594" y="1236047"/>
                </a:lnTo>
                <a:lnTo>
                  <a:pt x="2816013" y="1231545"/>
                </a:lnTo>
                <a:lnTo>
                  <a:pt x="2816444" y="1227044"/>
                </a:lnTo>
                <a:lnTo>
                  <a:pt x="2816862" y="1222530"/>
                </a:lnTo>
                <a:lnTo>
                  <a:pt x="2817281" y="1218028"/>
                </a:lnTo>
                <a:lnTo>
                  <a:pt x="2817712" y="1213514"/>
                </a:lnTo>
                <a:lnTo>
                  <a:pt x="2818131" y="1209013"/>
                </a:lnTo>
                <a:lnTo>
                  <a:pt x="2818562" y="1204499"/>
                </a:lnTo>
                <a:lnTo>
                  <a:pt x="2818968" y="1199997"/>
                </a:lnTo>
                <a:lnTo>
                  <a:pt x="2819399" y="1195483"/>
                </a:lnTo>
                <a:lnTo>
                  <a:pt x="4228683" y="1195483"/>
                </a:lnTo>
                <a:lnTo>
                  <a:pt x="4229102" y="1195483"/>
                </a:lnTo>
              </a:path>
            </a:pathLst>
          </a:custGeom>
          <a:ln w="17810">
            <a:solidFill>
              <a:srgbClr val="7D2E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7660" y="122936"/>
            <a:ext cx="5897880" cy="491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660" y="706882"/>
            <a:ext cx="5897880" cy="2028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28088" y="2858262"/>
            <a:ext cx="209702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27660" y="2858262"/>
            <a:ext cx="1507236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718304" y="2858262"/>
            <a:ext cx="1507236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640" y="2663473"/>
            <a:ext cx="96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525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5118" y="2663473"/>
            <a:ext cx="2019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52525"/>
                </a:solidFill>
                <a:latin typeface="Arial"/>
                <a:cs typeface="Arial"/>
              </a:rPr>
              <a:t>0.2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0935" y="2663473"/>
            <a:ext cx="2019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52525"/>
                </a:solidFill>
                <a:latin typeface="Arial"/>
                <a:cs typeface="Arial"/>
              </a:rPr>
              <a:t>0.4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9589" y="2643464"/>
            <a:ext cx="664211" cy="428322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000" spc="-25" dirty="0">
                <a:solidFill>
                  <a:srgbClr val="252525"/>
                </a:solidFill>
                <a:latin typeface="Arial"/>
                <a:cs typeface="Arial"/>
              </a:rPr>
              <a:t>0.6</a:t>
            </a:r>
            <a:endParaRPr sz="1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400" dirty="0">
                <a:solidFill>
                  <a:srgbClr val="252525"/>
                </a:solidFill>
                <a:latin typeface="Arial"/>
                <a:cs typeface="Arial"/>
              </a:rPr>
              <a:t>Time</a:t>
            </a:r>
            <a:r>
              <a:rPr sz="1400" spc="-25" dirty="0">
                <a:solidFill>
                  <a:srgbClr val="252525"/>
                </a:solidFill>
                <a:latin typeface="Arial"/>
                <a:cs typeface="Arial"/>
              </a:rPr>
              <a:t>(</a:t>
            </a:r>
            <a:r>
              <a:rPr lang="en-US" sz="1400" spc="-25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r>
              <a:rPr sz="1400" spc="-25" dirty="0">
                <a:solidFill>
                  <a:srgbClr val="252525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32571" y="2663473"/>
            <a:ext cx="2019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52525"/>
                </a:solidFill>
                <a:latin typeface="Arial"/>
                <a:cs typeface="Arial"/>
              </a:rPr>
              <a:t>0.8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1728" y="2663473"/>
            <a:ext cx="96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525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12129" y="2956187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60718" y="0"/>
                </a:moveTo>
                <a:lnTo>
                  <a:pt x="59448" y="0"/>
                </a:lnTo>
                <a:lnTo>
                  <a:pt x="58813" y="238"/>
                </a:lnTo>
                <a:lnTo>
                  <a:pt x="58102" y="719"/>
                </a:lnTo>
                <a:lnTo>
                  <a:pt x="31305" y="27691"/>
                </a:lnTo>
                <a:lnTo>
                  <a:pt x="4521" y="719"/>
                </a:lnTo>
                <a:lnTo>
                  <a:pt x="3810" y="238"/>
                </a:lnTo>
                <a:lnTo>
                  <a:pt x="3175" y="0"/>
                </a:lnTo>
                <a:lnTo>
                  <a:pt x="1905" y="0"/>
                </a:lnTo>
                <a:lnTo>
                  <a:pt x="1295" y="258"/>
                </a:lnTo>
                <a:lnTo>
                  <a:pt x="254" y="1294"/>
                </a:lnTo>
                <a:lnTo>
                  <a:pt x="0" y="1870"/>
                </a:lnTo>
                <a:lnTo>
                  <a:pt x="0" y="3224"/>
                </a:lnTo>
                <a:lnTo>
                  <a:pt x="203" y="3819"/>
                </a:lnTo>
                <a:lnTo>
                  <a:pt x="596" y="4301"/>
                </a:lnTo>
                <a:lnTo>
                  <a:pt x="27622" y="31273"/>
                </a:lnTo>
                <a:lnTo>
                  <a:pt x="596" y="58132"/>
                </a:lnTo>
                <a:lnTo>
                  <a:pt x="203" y="58687"/>
                </a:lnTo>
                <a:lnTo>
                  <a:pt x="0" y="59322"/>
                </a:lnTo>
                <a:lnTo>
                  <a:pt x="0" y="60042"/>
                </a:lnTo>
                <a:lnTo>
                  <a:pt x="0" y="60677"/>
                </a:lnTo>
                <a:lnTo>
                  <a:pt x="254" y="61252"/>
                </a:lnTo>
                <a:lnTo>
                  <a:pt x="1295" y="62289"/>
                </a:lnTo>
                <a:lnTo>
                  <a:pt x="1905" y="62547"/>
                </a:lnTo>
                <a:lnTo>
                  <a:pt x="3251" y="62547"/>
                </a:lnTo>
                <a:lnTo>
                  <a:pt x="3886" y="62230"/>
                </a:lnTo>
                <a:lnTo>
                  <a:pt x="31305" y="34855"/>
                </a:lnTo>
                <a:lnTo>
                  <a:pt x="58737" y="62230"/>
                </a:lnTo>
                <a:lnTo>
                  <a:pt x="59372" y="62547"/>
                </a:lnTo>
                <a:lnTo>
                  <a:pt x="60718" y="62547"/>
                </a:lnTo>
                <a:lnTo>
                  <a:pt x="61315" y="62309"/>
                </a:lnTo>
                <a:lnTo>
                  <a:pt x="62268" y="61351"/>
                </a:lnTo>
                <a:lnTo>
                  <a:pt x="62509" y="60756"/>
                </a:lnTo>
                <a:lnTo>
                  <a:pt x="62509" y="59322"/>
                </a:lnTo>
                <a:lnTo>
                  <a:pt x="62306" y="58687"/>
                </a:lnTo>
                <a:lnTo>
                  <a:pt x="61912" y="58132"/>
                </a:lnTo>
                <a:lnTo>
                  <a:pt x="35001" y="31273"/>
                </a:lnTo>
                <a:lnTo>
                  <a:pt x="61912" y="4301"/>
                </a:lnTo>
                <a:lnTo>
                  <a:pt x="62306" y="3819"/>
                </a:lnTo>
                <a:lnTo>
                  <a:pt x="62509" y="3224"/>
                </a:lnTo>
                <a:lnTo>
                  <a:pt x="62509" y="1790"/>
                </a:lnTo>
                <a:lnTo>
                  <a:pt x="62268" y="1195"/>
                </a:lnTo>
                <a:lnTo>
                  <a:pt x="61315" y="238"/>
                </a:lnTo>
                <a:lnTo>
                  <a:pt x="60718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54040" y="2663473"/>
            <a:ext cx="397510" cy="3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52525"/>
                </a:solidFill>
                <a:latin typeface="Arial"/>
                <a:cs typeface="Arial"/>
              </a:rPr>
              <a:t>1.2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z="1500" baseline="-27777" dirty="0">
                <a:solidFill>
                  <a:srgbClr val="252525"/>
                </a:solidFill>
                <a:latin typeface="Arial"/>
                <a:cs typeface="Arial"/>
              </a:rPr>
              <a:t>10</a:t>
            </a:r>
            <a:r>
              <a:rPr sz="80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800" spc="-50" dirty="0">
                <a:solidFill>
                  <a:srgbClr val="252525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5640" y="2532335"/>
            <a:ext cx="1384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1000" spc="-50" dirty="0">
                <a:solidFill>
                  <a:srgbClr val="252525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8959" y="1934587"/>
            <a:ext cx="2444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1000" spc="-25" dirty="0">
                <a:solidFill>
                  <a:srgbClr val="252525"/>
                </a:solidFill>
                <a:latin typeface="Arial"/>
                <a:cs typeface="Arial"/>
              </a:rPr>
              <a:t>0.5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3739" y="1336838"/>
            <a:ext cx="96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525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7059" y="739090"/>
            <a:ext cx="2019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52525"/>
                </a:solidFill>
                <a:latin typeface="Arial"/>
                <a:cs typeface="Arial"/>
              </a:rPr>
              <a:t>0.5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739" y="141342"/>
            <a:ext cx="96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525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8271" y="1019281"/>
            <a:ext cx="203200" cy="8178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60"/>
              </a:lnSpc>
            </a:pPr>
            <a:r>
              <a:rPr sz="1400" spc="-10" dirty="0">
                <a:solidFill>
                  <a:srgbClr val="252525"/>
                </a:solidFill>
                <a:latin typeface="Arial"/>
                <a:cs typeface="Arial"/>
              </a:rPr>
              <a:t>Amplitude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20</Words>
  <Application>Microsoft Office PowerPoint</Application>
  <PresentationFormat>自訂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E:/user/OneDrive/??/???/OFDM/new/OFDM_TD.eps</dc:title>
  <cp:lastModifiedBy>宋俊熙</cp:lastModifiedBy>
  <cp:revision>4</cp:revision>
  <dcterms:created xsi:type="dcterms:W3CDTF">2024-08-28T18:09:12Z</dcterms:created>
  <dcterms:modified xsi:type="dcterms:W3CDTF">2024-08-28T18:21:14Z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2024-02-25T00:00:00Z</vt:filetime>
  </property>
  <property fmtid="{D5CDD505-2E9C-101B-9397-08002B2CF9AE}" pid="3" name="Creator">
    <vt:lpwstr>(MATLAB, The Mathworks, Inc. Version 9.13.0.2166757 \(R2022b\) Update 4. Operating System: Windows 10)</vt:lpwstr>
  </property>
  <property fmtid="{D5CDD505-2E9C-101B-9397-08002B2CF9AE}" pid="4" name="LastSaved">
    <vt:filetime>2024-08-28T00:00:00Z</vt:filetime>
  </property>
  <property fmtid="{D5CDD505-2E9C-101B-9397-08002B2CF9AE}" pid="5" name="Producer">
    <vt:lpwstr>MiKTeX GPL Ghostscript 9.25</vt:lpwstr>
  </property>
</Properties>
</file>